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2" r:id="rId5"/>
    <p:sldMasterId id="2147483668" r:id="rId6"/>
  </p:sldMasterIdLst>
  <p:notesMasterIdLst>
    <p:notesMasterId r:id="rId71"/>
  </p:notesMasterIdLst>
  <p:sldIdLst>
    <p:sldId id="256" r:id="rId7"/>
    <p:sldId id="266" r:id="rId8"/>
    <p:sldId id="495" r:id="rId9"/>
    <p:sldId id="267" r:id="rId10"/>
    <p:sldId id="332" r:id="rId11"/>
    <p:sldId id="462" r:id="rId12"/>
    <p:sldId id="279" r:id="rId13"/>
    <p:sldId id="334" r:id="rId14"/>
    <p:sldId id="528" r:id="rId15"/>
    <p:sldId id="473" r:id="rId16"/>
    <p:sldId id="464" r:id="rId17"/>
    <p:sldId id="472" r:id="rId18"/>
    <p:sldId id="530" r:id="rId19"/>
    <p:sldId id="369" r:id="rId20"/>
    <p:sldId id="380" r:id="rId21"/>
    <p:sldId id="382" r:id="rId22"/>
    <p:sldId id="386" r:id="rId23"/>
    <p:sldId id="370" r:id="rId24"/>
    <p:sldId id="372" r:id="rId25"/>
    <p:sldId id="535" r:id="rId26"/>
    <p:sldId id="374" r:id="rId27"/>
    <p:sldId id="470" r:id="rId28"/>
    <p:sldId id="384" r:id="rId29"/>
    <p:sldId id="390" r:id="rId30"/>
    <p:sldId id="391" r:id="rId31"/>
    <p:sldId id="496" r:id="rId32"/>
    <p:sldId id="393" r:id="rId33"/>
    <p:sldId id="394" r:id="rId34"/>
    <p:sldId id="395" r:id="rId35"/>
    <p:sldId id="536" r:id="rId36"/>
    <p:sldId id="537" r:id="rId37"/>
    <p:sldId id="399" r:id="rId38"/>
    <p:sldId id="396" r:id="rId39"/>
    <p:sldId id="400" r:id="rId40"/>
    <p:sldId id="418" r:id="rId41"/>
    <p:sldId id="500" r:id="rId42"/>
    <p:sldId id="485" r:id="rId43"/>
    <p:sldId id="538" r:id="rId44"/>
    <p:sldId id="488" r:id="rId45"/>
    <p:sldId id="489" r:id="rId46"/>
    <p:sldId id="490" r:id="rId47"/>
    <p:sldId id="502" r:id="rId48"/>
    <p:sldId id="422" r:id="rId49"/>
    <p:sldId id="503" r:id="rId50"/>
    <p:sldId id="425" r:id="rId51"/>
    <p:sldId id="426" r:id="rId52"/>
    <p:sldId id="428" r:id="rId53"/>
    <p:sldId id="430" r:id="rId54"/>
    <p:sldId id="506" r:id="rId55"/>
    <p:sldId id="504" r:id="rId56"/>
    <p:sldId id="505" r:id="rId57"/>
    <p:sldId id="432" r:id="rId58"/>
    <p:sldId id="435" r:id="rId59"/>
    <p:sldId id="436" r:id="rId60"/>
    <p:sldId id="498" r:id="rId61"/>
    <p:sldId id="499" r:id="rId62"/>
    <p:sldId id="444" r:id="rId63"/>
    <p:sldId id="445" r:id="rId64"/>
    <p:sldId id="447" r:id="rId65"/>
    <p:sldId id="448" r:id="rId66"/>
    <p:sldId id="459" r:id="rId67"/>
    <p:sldId id="507" r:id="rId68"/>
    <p:sldId id="449" r:id="rId69"/>
    <p:sldId id="461" r:id="rId70"/>
  </p:sldIdLst>
  <p:sldSz cx="9144000" cy="5143500" type="screen16x9"/>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67C2"/>
    <a:srgbClr val="FFCC00"/>
    <a:srgbClr val="0000FF"/>
    <a:srgbClr val="FF0000"/>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7" autoAdjust="0"/>
    <p:restoredTop sz="78824" autoAdjust="0"/>
  </p:normalViewPr>
  <p:slideViewPr>
    <p:cSldViewPr>
      <p:cViewPr varScale="1">
        <p:scale>
          <a:sx n="123" d="100"/>
          <a:sy n="123" d="100"/>
        </p:scale>
        <p:origin x="2232" y="90"/>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slide" Target="slides/slide60.xml"/><Relationship Id="rId74"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 Type="http://schemas.openxmlformats.org/officeDocument/2006/relationships/slide" Target="slides/slide1.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defRPr>
            </a:lvl1pPr>
          </a:lstStyle>
          <a:p>
            <a:pPr>
              <a:defRPr/>
            </a:pPr>
            <a:fld id="{08C97EC8-D34C-4EEF-AEF6-8885D9628E56}" type="datetimeFigureOut">
              <a:rPr lang="en-US"/>
              <a:pPr>
                <a:defRPr/>
              </a:pPr>
              <a:t>9/4/2021</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defRPr>
            </a:lvl1pPr>
          </a:lstStyle>
          <a:p>
            <a:pPr>
              <a:defRPr/>
            </a:pPr>
            <a:fld id="{1B1CE854-62F8-416A-946D-8141AB94A7B2}" type="slidenum">
              <a:rPr lang="en-US"/>
              <a:pPr>
                <a:defRPr/>
              </a:pPr>
              <a:t>‹#›</a:t>
            </a:fld>
            <a:endParaRPr lang="en-US"/>
          </a:p>
        </p:txBody>
      </p:sp>
    </p:spTree>
    <p:extLst>
      <p:ext uri="{BB962C8B-B14F-4D97-AF65-F5344CB8AC3E}">
        <p14:creationId xmlns:p14="http://schemas.microsoft.com/office/powerpoint/2010/main" val="2220745056"/>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8" Type="http://schemas.openxmlformats.org/officeDocument/2006/relationships/hyperlink" Target="https://en.wikipedia.org/wiki/List_of_countries%27_copyright_lengths" TargetMode="External"/><Relationship Id="rId3" Type="http://schemas.openxmlformats.org/officeDocument/2006/relationships/hyperlink" Target="https://en.wikipedia.org/wiki/public_domain" TargetMode="External"/><Relationship Id="rId7" Type="http://schemas.openxmlformats.org/officeDocument/2006/relationships/hyperlink" Target="https://en.wikipedia.org/wiki/Henry_Gray" TargetMode="External"/><Relationship Id="rId2" Type="http://schemas.openxmlformats.org/officeDocument/2006/relationships/slide" Target="../slides/slide34.xml"/><Relationship Id="rId1" Type="http://schemas.openxmlformats.org/officeDocument/2006/relationships/notesMaster" Target="../notesMasters/notesMaster1.xml"/><Relationship Id="rId6" Type="http://schemas.openxmlformats.org/officeDocument/2006/relationships/hyperlink" Target="https://commons.wikimedia.org/wiki/File:Gray784.png" TargetMode="External"/><Relationship Id="rId11" Type="http://schemas.openxmlformats.org/officeDocument/2006/relationships/hyperlink" Target="https://en.wikipedia.org/wiki/United_States_Copyright_Office" TargetMode="External"/><Relationship Id="rId5" Type="http://schemas.openxmlformats.org/officeDocument/2006/relationships/hyperlink" Target="https://en.wikipedia.org/wiki/en:Henry_Vandyke_Carter" TargetMode="External"/><Relationship Id="rId10" Type="http://schemas.openxmlformats.org/officeDocument/2006/relationships/hyperlink" Target="https://commons.wikimedia.org/wiki/Commons:Publication" TargetMode="External"/><Relationship Id="rId4" Type="http://schemas.openxmlformats.org/officeDocument/2006/relationships/hyperlink" Target="https://en.wikipedia.org/wiki/Copyright_renewal_in_the_United_States" TargetMode="External"/><Relationship Id="rId9" Type="http://schemas.openxmlformats.org/officeDocument/2006/relationships/hyperlink" Target="https://en.wikipedia.org/wiki/United_States" TargetMode="Externa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3" Type="http://schemas.openxmlformats.org/officeDocument/2006/relationships/hyperlink" Target="https://creativecommons.org/licenses/by/2.5/" TargetMode="External"/><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B1CE854-62F8-416A-946D-8141AB94A7B2}" type="slidenum">
              <a:rPr lang="en-US" smtClean="0"/>
              <a:pPr>
                <a:defRPr/>
              </a:pPr>
              <a:t>1</a:t>
            </a:fld>
            <a:endParaRPr lang="en-US"/>
          </a:p>
        </p:txBody>
      </p:sp>
    </p:spTree>
    <p:extLst>
      <p:ext uri="{BB962C8B-B14F-4D97-AF65-F5344CB8AC3E}">
        <p14:creationId xmlns:p14="http://schemas.microsoft.com/office/powerpoint/2010/main" val="2386410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p:cNvSpPr>
            <a:spLocks noGrp="1" noRot="1" noChangeAspect="1"/>
          </p:cNvSpPr>
          <p:nvPr>
            <p:ph type="sldImg"/>
          </p:nvPr>
        </p:nvSpPr>
        <p:spPr bwMode="auto">
          <a:noFill/>
          <a:ln>
            <a:solidFill>
              <a:srgbClr val="000000"/>
            </a:solidFill>
            <a:miter lim="800000"/>
            <a:headEnd/>
            <a:tailEnd/>
          </a:ln>
        </p:spPr>
      </p:sp>
      <p:sp>
        <p:nvSpPr>
          <p:cNvPr id="26626" name="Notes Placeholder 2"/>
          <p:cNvSpPr>
            <a:spLocks noGrp="1"/>
          </p:cNvSpPr>
          <p:nvPr>
            <p:ph type="body" idx="1"/>
          </p:nvPr>
        </p:nvSpPr>
        <p:spPr bwMode="auto">
          <a:noFill/>
        </p:spPr>
        <p:txBody>
          <a:bodyPr wrap="square" numCol="1" anchor="t" anchorCtr="0" compatLnSpc="1">
            <a:prstTxWarp prst="textNoShape">
              <a:avLst/>
            </a:prstTxWarp>
          </a:bodyPr>
          <a:lstStyle/>
          <a:p>
            <a:pPr marL="285750" indent="-285750">
              <a:buFont typeface="Arial" charset="0"/>
              <a:buChar char="•"/>
            </a:pPr>
            <a:endParaRPr lang="en-US" sz="1200" dirty="0">
              <a:solidFill>
                <a:schemeClr val="accent1"/>
              </a:solidFill>
              <a:latin typeface="Trebuchet MS" pitchFamily="34" charset="0"/>
            </a:endParaRPr>
          </a:p>
        </p:txBody>
      </p:sp>
      <p:sp>
        <p:nvSpPr>
          <p:cNvPr id="26627"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177CF192-7679-4712-BA87-29DB7AF2C38A}" type="slidenum">
              <a:rPr lang="en-US"/>
              <a:pPr fontAlgn="base">
                <a:spcBef>
                  <a:spcPct val="0"/>
                </a:spcBef>
                <a:spcAft>
                  <a:spcPct val="0"/>
                </a:spcAft>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p:cNvSpPr>
            <a:spLocks noGrp="1" noRot="1" noChangeAspect="1"/>
          </p:cNvSpPr>
          <p:nvPr>
            <p:ph type="sldImg"/>
          </p:nvPr>
        </p:nvSpPr>
        <p:spPr bwMode="auto">
          <a:noFill/>
          <a:ln>
            <a:solidFill>
              <a:srgbClr val="000000"/>
            </a:solidFill>
            <a:miter lim="800000"/>
            <a:headEnd/>
            <a:tailEnd/>
          </a:ln>
        </p:spPr>
      </p:sp>
      <p:sp>
        <p:nvSpPr>
          <p:cNvPr id="26626" name="Notes Placeholder 2"/>
          <p:cNvSpPr>
            <a:spLocks noGrp="1"/>
          </p:cNvSpPr>
          <p:nvPr>
            <p:ph type="body" idx="1"/>
          </p:nvPr>
        </p:nvSpPr>
        <p:spPr bwMode="auto">
          <a:noFill/>
        </p:spPr>
        <p:txBody>
          <a:bodyPr wrap="square" numCol="1" anchor="t" anchorCtr="0" compatLnSpc="1">
            <a:prstTxWarp prst="textNoShape">
              <a:avLst/>
            </a:prstTxWarp>
          </a:bodyPr>
          <a:lstStyle/>
          <a:p>
            <a:pPr marL="285750" indent="-285750">
              <a:buFont typeface="Arial" charset="0"/>
              <a:buChar char="•"/>
            </a:pPr>
            <a:r>
              <a:rPr lang="en-US" sz="1200" dirty="0">
                <a:solidFill>
                  <a:schemeClr val="accent1"/>
                </a:solidFill>
                <a:latin typeface="Trebuchet MS" pitchFamily="34" charset="0"/>
              </a:rPr>
              <a:t>The paired olfactory bulbs are best visualized on coronal T2WI’s where they are seen conspicuously in cross-section given the CSF in the olfactory groove. </a:t>
            </a:r>
          </a:p>
          <a:p>
            <a:pPr marL="285750" indent="-285750">
              <a:buFont typeface="Arial" charset="0"/>
              <a:buChar char="•"/>
            </a:pPr>
            <a:r>
              <a:rPr lang="en-US" sz="1200" dirty="0">
                <a:solidFill>
                  <a:schemeClr val="accent1"/>
                </a:solidFill>
                <a:latin typeface="Trebuchet MS" pitchFamily="34" charset="0"/>
              </a:rPr>
              <a:t>Axial imaging could result in confusing the olfactory nerve with the overlying gyrus rectus.</a:t>
            </a:r>
          </a:p>
          <a:p>
            <a:pPr marL="285750" marR="0" lvl="0" indent="-285750" algn="l" defTabSz="914400" rtl="0" eaLnBrk="1" fontAlgn="base" latinLnBrk="0" hangingPunct="1">
              <a:lnSpc>
                <a:spcPct val="100000"/>
              </a:lnSpc>
              <a:spcBef>
                <a:spcPct val="30000"/>
              </a:spcBef>
              <a:spcAft>
                <a:spcPct val="0"/>
              </a:spcAft>
              <a:buClrTx/>
              <a:buSzTx/>
              <a:buFont typeface="Arial" charset="0"/>
              <a:buChar char="•"/>
              <a:tabLst/>
              <a:defRPr/>
            </a:pPr>
            <a:r>
              <a:rPr lang="en-US" dirty="0">
                <a:solidFill>
                  <a:schemeClr val="accent1"/>
                </a:solidFill>
                <a:latin typeface="Trebuchet MS" pitchFamily="34" charset="0"/>
              </a:rPr>
              <a:t>More posteriorly, the </a:t>
            </a:r>
            <a:r>
              <a:rPr lang="en-US" dirty="0">
                <a:solidFill>
                  <a:srgbClr val="FF0000"/>
                </a:solidFill>
                <a:latin typeface="Trebuchet MS" pitchFamily="34" charset="0"/>
              </a:rPr>
              <a:t>olfactory tracts </a:t>
            </a:r>
            <a:r>
              <a:rPr lang="en-US" dirty="0">
                <a:solidFill>
                  <a:schemeClr val="accent1"/>
                </a:solidFill>
                <a:latin typeface="Trebuchet MS" pitchFamily="34" charset="0"/>
              </a:rPr>
              <a:t>(arrows) are seen overlying the olfactory sulci.</a:t>
            </a:r>
          </a:p>
          <a:p>
            <a:pPr marL="285750" marR="0" lvl="0" indent="-285750" algn="l" defTabSz="914400" rtl="0" eaLnBrk="1" fontAlgn="base" latinLnBrk="0" hangingPunct="1">
              <a:lnSpc>
                <a:spcPct val="100000"/>
              </a:lnSpc>
              <a:spcBef>
                <a:spcPct val="30000"/>
              </a:spcBef>
              <a:spcAft>
                <a:spcPct val="0"/>
              </a:spcAft>
              <a:buClrTx/>
              <a:buSzTx/>
              <a:buFont typeface="Arial" charset="0"/>
              <a:buChar char="•"/>
              <a:tabLst/>
              <a:defRPr/>
            </a:pPr>
            <a:endParaRPr lang="en-US" dirty="0">
              <a:solidFill>
                <a:schemeClr val="accent1"/>
              </a:solidFill>
              <a:latin typeface="Trebuchet MS" pitchFamily="34" charset="0"/>
            </a:endParaRPr>
          </a:p>
          <a:p>
            <a:pPr marL="285750" marR="0" lvl="0" indent="-285750" algn="l" defTabSz="914400" rtl="0" eaLnBrk="1" fontAlgn="base" latinLnBrk="0" hangingPunct="1">
              <a:lnSpc>
                <a:spcPct val="100000"/>
              </a:lnSpc>
              <a:spcBef>
                <a:spcPct val="30000"/>
              </a:spcBef>
              <a:spcAft>
                <a:spcPct val="0"/>
              </a:spcAft>
              <a:buClrTx/>
              <a:buSzTx/>
              <a:buFont typeface="Arial" charset="0"/>
              <a:buChar char="•"/>
              <a:tabLst/>
              <a:defRPr/>
            </a:pPr>
            <a:r>
              <a:rPr lang="en-US" dirty="0">
                <a:solidFill>
                  <a:schemeClr val="accent1"/>
                </a:solidFill>
                <a:latin typeface="Trebuchet MS" pitchFamily="34" charset="0"/>
              </a:rPr>
              <a:t>Images are author owned</a:t>
            </a:r>
          </a:p>
          <a:p>
            <a:pPr marL="285750" marR="0" lvl="0" indent="-285750" algn="l" defTabSz="914400" rtl="0" eaLnBrk="1" fontAlgn="base" latinLnBrk="0" hangingPunct="1">
              <a:lnSpc>
                <a:spcPct val="100000"/>
              </a:lnSpc>
              <a:spcBef>
                <a:spcPct val="30000"/>
              </a:spcBef>
              <a:spcAft>
                <a:spcPct val="0"/>
              </a:spcAft>
              <a:buClrTx/>
              <a:buSzTx/>
              <a:buFont typeface="Arial" charset="0"/>
              <a:buChar char="•"/>
              <a:tabLst/>
              <a:defRPr/>
            </a:pPr>
            <a:endParaRPr lang="en-US" dirty="0">
              <a:solidFill>
                <a:schemeClr val="accent1"/>
              </a:solidFill>
              <a:latin typeface="Trebuchet MS" pitchFamily="34" charset="0"/>
            </a:endParaRPr>
          </a:p>
          <a:p>
            <a:pPr algn="l" rtl="0" fontAlgn="base">
              <a:buFont typeface="+mj-lt"/>
              <a:buNone/>
            </a:pPr>
            <a:endParaRPr lang="en-US" sz="1800" b="0" i="0" dirty="0">
              <a:solidFill>
                <a:srgbClr val="000000"/>
              </a:solidFill>
              <a:effectLst/>
              <a:latin typeface="Calibri" panose="020F0502020204030204" pitchFamily="34" charset="0"/>
            </a:endParaRPr>
          </a:p>
          <a:p>
            <a:pPr marL="285750" marR="0" lvl="0" indent="-285750" algn="l" defTabSz="914400" rtl="0" eaLnBrk="1" fontAlgn="base" latinLnBrk="0" hangingPunct="1">
              <a:lnSpc>
                <a:spcPct val="100000"/>
              </a:lnSpc>
              <a:spcBef>
                <a:spcPct val="30000"/>
              </a:spcBef>
              <a:spcAft>
                <a:spcPct val="0"/>
              </a:spcAft>
              <a:buClrTx/>
              <a:buSzTx/>
              <a:buFont typeface="Arial" charset="0"/>
              <a:buChar char="•"/>
              <a:tabLst/>
              <a:defRPr/>
            </a:pPr>
            <a:endParaRPr lang="en-US" dirty="0">
              <a:solidFill>
                <a:schemeClr val="accent1"/>
              </a:solidFill>
              <a:latin typeface="Trebuchet MS" pitchFamily="34" charset="0"/>
            </a:endParaRPr>
          </a:p>
          <a:p>
            <a:pPr marL="285750" indent="-285750">
              <a:buFont typeface="Arial" charset="0"/>
              <a:buChar char="•"/>
            </a:pPr>
            <a:endParaRPr lang="en-US" sz="1200" dirty="0">
              <a:solidFill>
                <a:schemeClr val="accent1"/>
              </a:solidFill>
              <a:latin typeface="Trebuchet MS" pitchFamily="34" charset="0"/>
            </a:endParaRPr>
          </a:p>
        </p:txBody>
      </p:sp>
      <p:sp>
        <p:nvSpPr>
          <p:cNvPr id="26627"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177CF192-7679-4712-BA87-29DB7AF2C38A}" type="slidenum">
              <a:rPr lang="en-US"/>
              <a:pPr fontAlgn="base">
                <a:spcBef>
                  <a:spcPct val="0"/>
                </a:spcBef>
                <a:spcAft>
                  <a:spcPct val="0"/>
                </a:spcAft>
              </a:pPr>
              <a:t>3</a:t>
            </a:fld>
            <a:endParaRPr lang="en-US"/>
          </a:p>
        </p:txBody>
      </p:sp>
    </p:spTree>
    <p:extLst>
      <p:ext uri="{BB962C8B-B14F-4D97-AF65-F5344CB8AC3E}">
        <p14:creationId xmlns:p14="http://schemas.microsoft.com/office/powerpoint/2010/main" val="2160104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charset="0"/>
              <a:buChar char="•"/>
            </a:pPr>
            <a:r>
              <a:rPr lang="en-US" sz="1200" dirty="0">
                <a:solidFill>
                  <a:schemeClr val="accent1"/>
                </a:solidFill>
                <a:latin typeface="Trebuchet MS" pitchFamily="34" charset="0"/>
              </a:rPr>
              <a:t>The </a:t>
            </a:r>
            <a:r>
              <a:rPr lang="en-US" sz="1200" dirty="0">
                <a:solidFill>
                  <a:srgbClr val="F8F8F8"/>
                </a:solidFill>
                <a:latin typeface="Trebuchet MS" pitchFamily="34" charset="0"/>
              </a:rPr>
              <a:t>olfactory sulci </a:t>
            </a:r>
            <a:r>
              <a:rPr lang="en-US" sz="1200" dirty="0">
                <a:solidFill>
                  <a:schemeClr val="accent1"/>
                </a:solidFill>
                <a:latin typeface="Trebuchet MS" pitchFamily="34" charset="0"/>
              </a:rPr>
              <a:t>(white arrow) are visible separating the gyrus rectus (g) medially from the medial orbit gyrus (o) laterally.</a:t>
            </a:r>
          </a:p>
          <a:p>
            <a:pPr marL="285750" indent="-285750">
              <a:buFont typeface="Arial" charset="0"/>
              <a:buChar char="•"/>
            </a:pPr>
            <a:endParaRPr lang="en-US" sz="1200" dirty="0">
              <a:solidFill>
                <a:schemeClr val="accent1"/>
              </a:solidFill>
              <a:latin typeface="Trebuchet MS" pitchFamily="34" charset="0"/>
            </a:endParaRPr>
          </a:p>
          <a:p>
            <a:pPr marL="285750" indent="-285750">
              <a:buFont typeface="Arial" charset="0"/>
              <a:buChar char="•"/>
            </a:pPr>
            <a:r>
              <a:rPr lang="en-US" sz="1200" dirty="0">
                <a:solidFill>
                  <a:schemeClr val="accent1"/>
                </a:solidFill>
                <a:latin typeface="Trebuchet MS" pitchFamily="34" charset="0"/>
              </a:rPr>
              <a:t>The </a:t>
            </a:r>
            <a:r>
              <a:rPr lang="en-US" sz="1200" dirty="0">
                <a:solidFill>
                  <a:srgbClr val="FF0000"/>
                </a:solidFill>
                <a:latin typeface="Trebuchet MS" pitchFamily="34" charset="0"/>
              </a:rPr>
              <a:t>optic nerve </a:t>
            </a:r>
            <a:r>
              <a:rPr lang="en-US" sz="1200" dirty="0">
                <a:solidFill>
                  <a:schemeClr val="accent1"/>
                </a:solidFill>
                <a:latin typeface="Trebuchet MS" pitchFamily="34" charset="0"/>
              </a:rPr>
              <a:t>(red arrow) and </a:t>
            </a:r>
            <a:r>
              <a:rPr lang="en-US" sz="1200" dirty="0">
                <a:solidFill>
                  <a:schemeClr val="tx2"/>
                </a:solidFill>
                <a:latin typeface="Trebuchet MS" pitchFamily="34" charset="0"/>
              </a:rPr>
              <a:t>ethmoid sinus </a:t>
            </a:r>
            <a:r>
              <a:rPr lang="en-US" sz="1200" dirty="0">
                <a:solidFill>
                  <a:schemeClr val="accent1"/>
                </a:solidFill>
                <a:latin typeface="Trebuchet MS" pitchFamily="34" charset="0"/>
              </a:rPr>
              <a:t>(gold arrow) are annotated for reference.</a:t>
            </a:r>
          </a:p>
          <a:p>
            <a:pPr marL="285750" indent="-285750">
              <a:buFont typeface="Arial" charset="0"/>
              <a:buChar char="•"/>
            </a:pPr>
            <a:endParaRPr lang="en-US" sz="1200" dirty="0">
              <a:solidFill>
                <a:schemeClr val="accent1"/>
              </a:solidFill>
              <a:latin typeface="Trebuchet MS"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solidFill>
                  <a:schemeClr val="accent1"/>
                </a:solidFill>
                <a:latin typeface="Trebuchet MS" pitchFamily="34" charset="0"/>
              </a:rPr>
              <a:t>Images are author owned</a:t>
            </a:r>
          </a:p>
          <a:p>
            <a:endParaRPr lang="en-US" dirty="0"/>
          </a:p>
        </p:txBody>
      </p:sp>
      <p:sp>
        <p:nvSpPr>
          <p:cNvPr id="4" name="Slide Number Placeholder 3"/>
          <p:cNvSpPr>
            <a:spLocks noGrp="1"/>
          </p:cNvSpPr>
          <p:nvPr>
            <p:ph type="sldNum" sz="quarter" idx="10"/>
          </p:nvPr>
        </p:nvSpPr>
        <p:spPr/>
        <p:txBody>
          <a:bodyPr/>
          <a:lstStyle/>
          <a:p>
            <a:pPr>
              <a:defRPr/>
            </a:pPr>
            <a:fld id="{1B1CE854-62F8-416A-946D-8141AB94A7B2}" type="slidenum">
              <a:rPr lang="en-US" smtClean="0"/>
              <a:pPr>
                <a:defRPr/>
              </a:pPr>
              <a:t>4</a:t>
            </a:fld>
            <a:endParaRPr lang="en-US"/>
          </a:p>
        </p:txBody>
      </p:sp>
    </p:spTree>
    <p:extLst>
      <p:ext uri="{BB962C8B-B14F-4D97-AF65-F5344CB8AC3E}">
        <p14:creationId xmlns:p14="http://schemas.microsoft.com/office/powerpoint/2010/main" val="97146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dirty="0">
                <a:solidFill>
                  <a:schemeClr val="accent1"/>
                </a:solidFill>
                <a:latin typeface="Trebuchet MS" pitchFamily="34" charset="0"/>
              </a:rPr>
              <a:t>The paired optic nerves (green arrows) are well seen in cross-section on coronal T2WI. The nerves are surrounded by CSF in the </a:t>
            </a:r>
            <a:r>
              <a:rPr lang="en-US" sz="1200" dirty="0" err="1">
                <a:solidFill>
                  <a:schemeClr val="accent1"/>
                </a:solidFill>
                <a:latin typeface="Trebuchet MS" pitchFamily="34" charset="0"/>
              </a:rPr>
              <a:t>dural</a:t>
            </a:r>
            <a:r>
              <a:rPr lang="en-US" sz="1200" dirty="0">
                <a:solidFill>
                  <a:schemeClr val="accent1"/>
                </a:solidFill>
                <a:latin typeface="Trebuchet MS" pitchFamily="34" charset="0"/>
              </a:rPr>
              <a:t> sheath (red arrows).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dirty="0">
              <a:solidFill>
                <a:schemeClr val="accent1"/>
              </a:solidFill>
              <a:latin typeface="Trebuchet MS"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dirty="0">
                <a:solidFill>
                  <a:schemeClr val="accent1"/>
                </a:solidFill>
                <a:latin typeface="Trebuchet MS" pitchFamily="34" charset="0"/>
              </a:rPr>
              <a:t> </a:t>
            </a:r>
            <a:r>
              <a:rPr lang="en-US" dirty="0">
                <a:solidFill>
                  <a:schemeClr val="accent1"/>
                </a:solidFill>
                <a:latin typeface="Trebuchet MS" pitchFamily="34" charset="0"/>
              </a:rPr>
              <a:t>Images are author owned</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dirty="0">
              <a:solidFill>
                <a:schemeClr val="accent1"/>
              </a:solidFill>
              <a:latin typeface="Trebuchet MS"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dirty="0">
              <a:solidFill>
                <a:schemeClr val="accent1"/>
              </a:solidFill>
              <a:latin typeface="Trebuchet MS" pitchFamily="34" charset="0"/>
            </a:endParaRPr>
          </a:p>
          <a:p>
            <a:endParaRPr lang="en-US" dirty="0"/>
          </a:p>
        </p:txBody>
      </p:sp>
      <p:sp>
        <p:nvSpPr>
          <p:cNvPr id="4" name="Slide Number Placeholder 3"/>
          <p:cNvSpPr>
            <a:spLocks noGrp="1"/>
          </p:cNvSpPr>
          <p:nvPr>
            <p:ph type="sldNum" sz="quarter" idx="10"/>
          </p:nvPr>
        </p:nvSpPr>
        <p:spPr/>
        <p:txBody>
          <a:bodyPr/>
          <a:lstStyle/>
          <a:p>
            <a:pPr>
              <a:defRPr/>
            </a:pPr>
            <a:fld id="{1B1CE854-62F8-416A-946D-8141AB94A7B2}" type="slidenum">
              <a:rPr lang="en-US" smtClean="0"/>
              <a:pPr>
                <a:defRPr/>
              </a:pPr>
              <a:t>5</a:t>
            </a:fld>
            <a:endParaRPr lang="en-US"/>
          </a:p>
        </p:txBody>
      </p:sp>
    </p:spTree>
    <p:extLst>
      <p:ext uri="{BB962C8B-B14F-4D97-AF65-F5344CB8AC3E}">
        <p14:creationId xmlns:p14="http://schemas.microsoft.com/office/powerpoint/2010/main" val="4617703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charset="0"/>
              <a:buChar char="•"/>
            </a:pPr>
            <a:r>
              <a:rPr lang="en-US" sz="1200" dirty="0">
                <a:solidFill>
                  <a:schemeClr val="accent1"/>
                </a:solidFill>
                <a:latin typeface="Trebuchet MS" pitchFamily="34" charset="0"/>
              </a:rPr>
              <a:t>The </a:t>
            </a:r>
            <a:r>
              <a:rPr lang="en-US" sz="1200" dirty="0">
                <a:solidFill>
                  <a:srgbClr val="FFC000"/>
                </a:solidFill>
                <a:latin typeface="Trebuchet MS" pitchFamily="34" charset="0"/>
              </a:rPr>
              <a:t>retinal segment </a:t>
            </a:r>
            <a:r>
              <a:rPr lang="en-US" sz="1200" dirty="0">
                <a:solidFill>
                  <a:schemeClr val="accent1"/>
                </a:solidFill>
                <a:latin typeface="Trebuchet MS" pitchFamily="34" charset="0"/>
              </a:rPr>
              <a:t>(gold arrow) leaves the globe through the optic foramen of the sclera.</a:t>
            </a:r>
          </a:p>
          <a:p>
            <a:pPr marL="285750" indent="-285750">
              <a:buFont typeface="Arial" charset="0"/>
              <a:buChar char="•"/>
            </a:pPr>
            <a:r>
              <a:rPr lang="en-US" sz="1200" dirty="0">
                <a:solidFill>
                  <a:schemeClr val="accent1"/>
                </a:solidFill>
                <a:latin typeface="Trebuchet MS" pitchFamily="34" charset="0"/>
              </a:rPr>
              <a:t>The </a:t>
            </a:r>
            <a:r>
              <a:rPr lang="en-US" sz="1200" dirty="0">
                <a:solidFill>
                  <a:srgbClr val="FF0000"/>
                </a:solidFill>
                <a:latin typeface="Trebuchet MS" pitchFamily="34" charset="0"/>
              </a:rPr>
              <a:t>orbital segment </a:t>
            </a:r>
            <a:r>
              <a:rPr lang="en-US" sz="1200" dirty="0">
                <a:solidFill>
                  <a:schemeClr val="accent1"/>
                </a:solidFill>
                <a:latin typeface="Trebuchet MS" pitchFamily="34" charset="0"/>
              </a:rPr>
              <a:t>passes through the center of the fat-filled </a:t>
            </a:r>
            <a:r>
              <a:rPr lang="en-US" sz="1200" dirty="0" err="1">
                <a:solidFill>
                  <a:schemeClr val="accent1"/>
                </a:solidFill>
                <a:latin typeface="Trebuchet MS" pitchFamily="34" charset="0"/>
              </a:rPr>
              <a:t>intraconal</a:t>
            </a:r>
            <a:r>
              <a:rPr lang="en-US" sz="1200" dirty="0">
                <a:solidFill>
                  <a:schemeClr val="accent1"/>
                </a:solidFill>
                <a:latin typeface="Trebuchet MS" pitchFamily="34" charset="0"/>
              </a:rPr>
              <a:t> orbit (red arrows).</a:t>
            </a:r>
          </a:p>
          <a:p>
            <a:pPr marL="285750" indent="-285750">
              <a:buFont typeface="Arial" charset="0"/>
              <a:buChar char="•"/>
            </a:pPr>
            <a:r>
              <a:rPr lang="en-US" sz="1200" dirty="0">
                <a:solidFill>
                  <a:schemeClr val="accent1"/>
                </a:solidFill>
                <a:latin typeface="Trebuchet MS" pitchFamily="34" charset="0"/>
              </a:rPr>
              <a:t>The orbital segment is surrounded by CSF within a </a:t>
            </a:r>
            <a:r>
              <a:rPr lang="en-US" sz="1200" dirty="0" err="1">
                <a:solidFill>
                  <a:schemeClr val="accent1"/>
                </a:solidFill>
                <a:latin typeface="Trebuchet MS" pitchFamily="34" charset="0"/>
              </a:rPr>
              <a:t>dural</a:t>
            </a:r>
            <a:r>
              <a:rPr lang="en-US" sz="1200" dirty="0">
                <a:solidFill>
                  <a:schemeClr val="accent1"/>
                </a:solidFill>
                <a:latin typeface="Trebuchet MS" pitchFamily="34" charset="0"/>
              </a:rPr>
              <a:t> sheath which contains all 3 </a:t>
            </a:r>
            <a:r>
              <a:rPr lang="en-US" sz="1200" dirty="0" err="1">
                <a:solidFill>
                  <a:schemeClr val="accent1"/>
                </a:solidFill>
                <a:latin typeface="Trebuchet MS" pitchFamily="34" charset="0"/>
              </a:rPr>
              <a:t>dural</a:t>
            </a:r>
            <a:r>
              <a:rPr lang="en-US" sz="1200" dirty="0">
                <a:solidFill>
                  <a:schemeClr val="accent1"/>
                </a:solidFill>
                <a:latin typeface="Trebuchet MS" pitchFamily="34" charset="0"/>
              </a:rPr>
              <a:t> layers, including arachnoid.</a:t>
            </a:r>
          </a:p>
          <a:p>
            <a:pPr marL="285750" indent="-285750">
              <a:buFont typeface="Arial" charset="0"/>
              <a:buChar char="•"/>
            </a:pPr>
            <a:endParaRPr lang="en-US" sz="1200" dirty="0">
              <a:solidFill>
                <a:schemeClr val="accent1"/>
              </a:solidFill>
              <a:latin typeface="Trebuchet MS"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solidFill>
                  <a:schemeClr val="accent1"/>
                </a:solidFill>
                <a:latin typeface="Trebuchet MS" pitchFamily="34" charset="0"/>
              </a:rPr>
              <a:t>Images are author owned</a:t>
            </a:r>
          </a:p>
          <a:p>
            <a:endParaRPr lang="en-US" dirty="0"/>
          </a:p>
        </p:txBody>
      </p:sp>
      <p:sp>
        <p:nvSpPr>
          <p:cNvPr id="4" name="Slide Number Placeholder 3"/>
          <p:cNvSpPr>
            <a:spLocks noGrp="1"/>
          </p:cNvSpPr>
          <p:nvPr>
            <p:ph type="sldNum" sz="quarter" idx="10"/>
          </p:nvPr>
        </p:nvSpPr>
        <p:spPr/>
        <p:txBody>
          <a:bodyPr/>
          <a:lstStyle/>
          <a:p>
            <a:pPr>
              <a:defRPr/>
            </a:pPr>
            <a:fld id="{1B1CE854-62F8-416A-946D-8141AB94A7B2}" type="slidenum">
              <a:rPr lang="en-US" smtClean="0"/>
              <a:pPr>
                <a:defRPr/>
              </a:pPr>
              <a:t>6</a:t>
            </a:fld>
            <a:endParaRPr lang="en-US"/>
          </a:p>
        </p:txBody>
      </p:sp>
    </p:spTree>
    <p:extLst>
      <p:ext uri="{BB962C8B-B14F-4D97-AF65-F5344CB8AC3E}">
        <p14:creationId xmlns:p14="http://schemas.microsoft.com/office/powerpoint/2010/main" val="34495378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charset="0"/>
              <a:buChar char="•"/>
            </a:pPr>
            <a:r>
              <a:rPr lang="en-US" sz="1200" dirty="0">
                <a:solidFill>
                  <a:schemeClr val="accent1"/>
                </a:solidFill>
                <a:latin typeface="Trebuchet MS" pitchFamily="34" charset="0"/>
              </a:rPr>
              <a:t> The </a:t>
            </a:r>
            <a:r>
              <a:rPr lang="en-US" sz="1200" dirty="0" err="1">
                <a:solidFill>
                  <a:srgbClr val="FF0000"/>
                </a:solidFill>
                <a:latin typeface="Trebuchet MS" pitchFamily="34" charset="0"/>
              </a:rPr>
              <a:t>canalicular</a:t>
            </a:r>
            <a:r>
              <a:rPr lang="en-US" sz="1200" dirty="0">
                <a:solidFill>
                  <a:srgbClr val="FF0000"/>
                </a:solidFill>
                <a:latin typeface="Trebuchet MS" pitchFamily="34" charset="0"/>
              </a:rPr>
              <a:t> segment</a:t>
            </a:r>
            <a:r>
              <a:rPr lang="en-US" sz="1200" dirty="0">
                <a:solidFill>
                  <a:schemeClr val="accent1"/>
                </a:solidFill>
                <a:latin typeface="Trebuchet MS" pitchFamily="34" charset="0"/>
              </a:rPr>
              <a:t> is the portion of the optic nerve within the optic canal (red arrow).</a:t>
            </a:r>
          </a:p>
          <a:p>
            <a:pPr marL="285750" indent="-285750">
              <a:buFont typeface="Arial" charset="0"/>
              <a:buChar char="•"/>
            </a:pPr>
            <a:r>
              <a:rPr lang="en-US" sz="1200" dirty="0">
                <a:solidFill>
                  <a:schemeClr val="accent1"/>
                </a:solidFill>
                <a:latin typeface="Trebuchet MS" pitchFamily="34" charset="0"/>
              </a:rPr>
              <a:t>The ophthalmic artery is immediately superior to the optic nerve in the optic canal.</a:t>
            </a:r>
          </a:p>
          <a:p>
            <a:pPr marL="285750" indent="-285750">
              <a:buFont typeface="Arial" charset="0"/>
              <a:buChar char="•"/>
            </a:pPr>
            <a:r>
              <a:rPr lang="en-US" sz="1200" dirty="0">
                <a:solidFill>
                  <a:schemeClr val="accent1"/>
                </a:solidFill>
                <a:latin typeface="Trebuchet MS" pitchFamily="34" charset="0"/>
              </a:rPr>
              <a:t>Fibrous adhesions between the dura and pia of the sheath are present in this segment, which is highly variable among patients and determines the degree of connection between the subarachnoid space of the optic nerve sheath and remainder of the intracranial compartment.</a:t>
            </a:r>
          </a:p>
          <a:p>
            <a:pPr marL="285750" indent="-285750">
              <a:buFont typeface="Arial" charset="0"/>
              <a:buChar char="•"/>
            </a:pPr>
            <a:endParaRPr lang="en-US" sz="1200" dirty="0">
              <a:solidFill>
                <a:schemeClr val="accent1"/>
              </a:solidFill>
              <a:latin typeface="Trebuchet MS"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solidFill>
                  <a:schemeClr val="accent1"/>
                </a:solidFill>
                <a:latin typeface="Trebuchet MS" pitchFamily="34" charset="0"/>
              </a:rPr>
              <a:t>Images are author owned</a:t>
            </a:r>
          </a:p>
          <a:p>
            <a:endParaRPr lang="en-US" dirty="0"/>
          </a:p>
        </p:txBody>
      </p:sp>
      <p:sp>
        <p:nvSpPr>
          <p:cNvPr id="4" name="Slide Number Placeholder 3"/>
          <p:cNvSpPr>
            <a:spLocks noGrp="1"/>
          </p:cNvSpPr>
          <p:nvPr>
            <p:ph type="sldNum" sz="quarter" idx="10"/>
          </p:nvPr>
        </p:nvSpPr>
        <p:spPr/>
        <p:txBody>
          <a:bodyPr/>
          <a:lstStyle/>
          <a:p>
            <a:pPr>
              <a:defRPr/>
            </a:pPr>
            <a:fld id="{1B1CE854-62F8-416A-946D-8141AB94A7B2}" type="slidenum">
              <a:rPr lang="en-US" smtClean="0"/>
              <a:pPr>
                <a:defRPr/>
              </a:pPr>
              <a:t>7</a:t>
            </a:fld>
            <a:endParaRPr lang="en-US"/>
          </a:p>
        </p:txBody>
      </p:sp>
    </p:spTree>
    <p:extLst>
      <p:ext uri="{BB962C8B-B14F-4D97-AF65-F5344CB8AC3E}">
        <p14:creationId xmlns:p14="http://schemas.microsoft.com/office/powerpoint/2010/main" val="42083160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charset="0"/>
              <a:buChar char="•"/>
            </a:pPr>
            <a:r>
              <a:rPr lang="en-US" sz="1200" dirty="0">
                <a:solidFill>
                  <a:schemeClr val="accent1"/>
                </a:solidFill>
                <a:latin typeface="Trebuchet MS" pitchFamily="34" charset="0"/>
              </a:rPr>
              <a:t>The </a:t>
            </a:r>
            <a:r>
              <a:rPr lang="en-US" sz="1200" dirty="0" err="1">
                <a:solidFill>
                  <a:srgbClr val="FF0000"/>
                </a:solidFill>
                <a:latin typeface="Trebuchet MS" pitchFamily="34" charset="0"/>
              </a:rPr>
              <a:t>cisternal</a:t>
            </a:r>
            <a:r>
              <a:rPr lang="en-US" sz="1200" dirty="0">
                <a:solidFill>
                  <a:schemeClr val="accent1"/>
                </a:solidFill>
                <a:latin typeface="Trebuchet MS" pitchFamily="34" charset="0"/>
              </a:rPr>
              <a:t> (or intracranial, </a:t>
            </a:r>
            <a:r>
              <a:rPr lang="en-US" sz="1200" dirty="0" err="1">
                <a:solidFill>
                  <a:schemeClr val="accent1"/>
                </a:solidFill>
                <a:latin typeface="Trebuchet MS" pitchFamily="34" charset="0"/>
              </a:rPr>
              <a:t>prechiasmatic</a:t>
            </a:r>
            <a:r>
              <a:rPr lang="en-US" sz="1200" dirty="0">
                <a:solidFill>
                  <a:schemeClr val="accent1"/>
                </a:solidFill>
                <a:latin typeface="Trebuchet MS" pitchFamily="34" charset="0"/>
              </a:rPr>
              <a:t>) segment is seen in the </a:t>
            </a:r>
            <a:r>
              <a:rPr lang="en-US" sz="1200" dirty="0" err="1">
                <a:solidFill>
                  <a:schemeClr val="accent1"/>
                </a:solidFill>
                <a:latin typeface="Trebuchet MS" pitchFamily="34" charset="0"/>
              </a:rPr>
              <a:t>suprasellar</a:t>
            </a:r>
            <a:r>
              <a:rPr lang="en-US" sz="1200" dirty="0">
                <a:solidFill>
                  <a:schemeClr val="accent1"/>
                </a:solidFill>
                <a:latin typeface="Trebuchet MS" pitchFamily="34" charset="0"/>
              </a:rPr>
              <a:t> cistern (paired red arrows). </a:t>
            </a:r>
          </a:p>
          <a:p>
            <a:pPr marL="285750" indent="-285750">
              <a:buFont typeface="Arial" charset="0"/>
              <a:buChar char="•"/>
            </a:pPr>
            <a:r>
              <a:rPr lang="en-US" sz="1200" dirty="0">
                <a:solidFill>
                  <a:schemeClr val="accent1"/>
                </a:solidFill>
                <a:latin typeface="Trebuchet MS" pitchFamily="34" charset="0"/>
              </a:rPr>
              <a:t>The </a:t>
            </a:r>
            <a:r>
              <a:rPr lang="en-US" sz="1200" dirty="0">
                <a:solidFill>
                  <a:schemeClr val="tx2"/>
                </a:solidFill>
                <a:latin typeface="Trebuchet MS" pitchFamily="34" charset="0"/>
              </a:rPr>
              <a:t>optic chiasm </a:t>
            </a:r>
            <a:r>
              <a:rPr lang="en-US" sz="1200" dirty="0">
                <a:solidFill>
                  <a:schemeClr val="accent1"/>
                </a:solidFill>
                <a:latin typeface="Trebuchet MS" pitchFamily="34" charset="0"/>
              </a:rPr>
              <a:t>is also seen on this T2WI (gold arrow).</a:t>
            </a:r>
          </a:p>
          <a:p>
            <a:pPr marL="285750" indent="-285750">
              <a:buFont typeface="Arial" charset="0"/>
              <a:buChar char="•"/>
            </a:pPr>
            <a:r>
              <a:rPr lang="en-US" sz="1200" dirty="0">
                <a:solidFill>
                  <a:schemeClr val="accent1"/>
                </a:solidFill>
                <a:latin typeface="Trebuchet MS" pitchFamily="34" charset="0"/>
              </a:rPr>
              <a:t>The anterior cerebral artery is adjacent to the </a:t>
            </a:r>
            <a:r>
              <a:rPr lang="en-US" sz="1200" dirty="0" err="1">
                <a:solidFill>
                  <a:schemeClr val="accent1"/>
                </a:solidFill>
                <a:latin typeface="Trebuchet MS" pitchFamily="34" charset="0"/>
              </a:rPr>
              <a:t>superolateral</a:t>
            </a:r>
            <a:r>
              <a:rPr lang="en-US" sz="1200" dirty="0">
                <a:solidFill>
                  <a:schemeClr val="accent1"/>
                </a:solidFill>
                <a:latin typeface="Trebuchet MS" pitchFamily="34" charset="0"/>
              </a:rPr>
              <a:t> aspect of the </a:t>
            </a:r>
            <a:r>
              <a:rPr lang="en-US" sz="1200" dirty="0" err="1">
                <a:solidFill>
                  <a:schemeClr val="accent1"/>
                </a:solidFill>
                <a:latin typeface="Trebuchet MS" pitchFamily="34" charset="0"/>
              </a:rPr>
              <a:t>cisternal</a:t>
            </a:r>
            <a:r>
              <a:rPr lang="en-US" sz="1200" dirty="0">
                <a:solidFill>
                  <a:schemeClr val="accent1"/>
                </a:solidFill>
                <a:latin typeface="Trebuchet MS" pitchFamily="34" charset="0"/>
              </a:rPr>
              <a:t> portion of the optic nerve.</a:t>
            </a:r>
          </a:p>
          <a:p>
            <a:pPr marL="285750" indent="-285750">
              <a:buFont typeface="Arial" charset="0"/>
              <a:buChar char="•"/>
            </a:pPr>
            <a:r>
              <a:rPr lang="en-US" sz="1200" dirty="0">
                <a:solidFill>
                  <a:schemeClr val="accent1"/>
                </a:solidFill>
                <a:latin typeface="Trebuchet MS" pitchFamily="34" charset="0"/>
              </a:rPr>
              <a:t>Optic tracts yellow arrows</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solidFill>
                  <a:schemeClr val="accent1"/>
                </a:solidFill>
                <a:latin typeface="Trebuchet MS" pitchFamily="34" charset="0"/>
              </a:rPr>
              <a:t>Images are author owned</a:t>
            </a:r>
          </a:p>
          <a:p>
            <a:endParaRPr lang="en-US" dirty="0"/>
          </a:p>
        </p:txBody>
      </p:sp>
      <p:sp>
        <p:nvSpPr>
          <p:cNvPr id="4" name="Slide Number Placeholder 3"/>
          <p:cNvSpPr>
            <a:spLocks noGrp="1"/>
          </p:cNvSpPr>
          <p:nvPr>
            <p:ph type="sldNum" sz="quarter" idx="10"/>
          </p:nvPr>
        </p:nvSpPr>
        <p:spPr/>
        <p:txBody>
          <a:bodyPr/>
          <a:lstStyle/>
          <a:p>
            <a:pPr>
              <a:defRPr/>
            </a:pPr>
            <a:fld id="{1B1CE854-62F8-416A-946D-8141AB94A7B2}" type="slidenum">
              <a:rPr lang="en-US" smtClean="0"/>
              <a:pPr>
                <a:defRPr/>
              </a:pPr>
              <a:t>8</a:t>
            </a:fld>
            <a:endParaRPr lang="en-US"/>
          </a:p>
        </p:txBody>
      </p:sp>
    </p:spTree>
    <p:extLst>
      <p:ext uri="{BB962C8B-B14F-4D97-AF65-F5344CB8AC3E}">
        <p14:creationId xmlns:p14="http://schemas.microsoft.com/office/powerpoint/2010/main" val="12260482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Shape 14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marL="171450" indent="-142875">
              <a:lnSpc>
                <a:spcPct val="90000"/>
              </a:lnSpc>
              <a:spcBef>
                <a:spcPts val="0"/>
              </a:spcBef>
              <a:buClr>
                <a:schemeClr val="accent1"/>
              </a:buClr>
              <a:buSzPct val="100000"/>
              <a:buFont typeface="Arial"/>
              <a:buChar char="•"/>
            </a:pPr>
            <a:r>
              <a:rPr lang="en-US" sz="1200" dirty="0">
                <a:latin typeface="+mn-lt"/>
                <a:ea typeface="Calibri"/>
                <a:cs typeface="Calibri"/>
                <a:sym typeface="Calibri"/>
              </a:rPr>
              <a:t>Oculomotor nerve nucleus is anterior to the cerebral aqueduct within the periaqueductal grey at the level of the superior colliculus (yellow arrow).  Oculomotor nerve’s fibers course through the red nucleus and the medial aspect of the substantia </a:t>
            </a:r>
            <a:r>
              <a:rPr lang="en-US" sz="1200" dirty="0" err="1">
                <a:latin typeface="+mn-lt"/>
                <a:ea typeface="Calibri"/>
                <a:cs typeface="Calibri"/>
                <a:sym typeface="Calibri"/>
              </a:rPr>
              <a:t>nigra</a:t>
            </a:r>
            <a:r>
              <a:rPr lang="en-US" sz="1200" dirty="0">
                <a:latin typeface="+mn-lt"/>
                <a:ea typeface="Calibri"/>
                <a:cs typeface="Calibri"/>
                <a:sym typeface="Calibri"/>
              </a:rPr>
              <a:t>.</a:t>
            </a:r>
          </a:p>
          <a:p>
            <a:pPr marL="171450" indent="-142875">
              <a:lnSpc>
                <a:spcPct val="90000"/>
              </a:lnSpc>
              <a:spcBef>
                <a:spcPts val="0"/>
              </a:spcBef>
              <a:buClr>
                <a:schemeClr val="accent1"/>
              </a:buClr>
              <a:buSzPct val="100000"/>
              <a:buFont typeface="Calibri"/>
              <a:buChar char="•"/>
            </a:pPr>
            <a:r>
              <a:rPr lang="en-US" sz="1200" dirty="0">
                <a:latin typeface="+mn-lt"/>
                <a:ea typeface="Calibri"/>
                <a:cs typeface="Calibri"/>
                <a:sym typeface="Calibri"/>
              </a:rPr>
              <a:t>The Edinger-Westphal nucleus is the preganglionic nucleus of the parasympathetic fibers that run alongside CN3 and innervate the iris sphincter muscles and ciliary muscles.</a:t>
            </a:r>
          </a:p>
          <a:p>
            <a:pPr marL="0" marR="0" lvl="0" indent="0" algn="l" defTabSz="914400" rtl="0" eaLnBrk="1" fontAlgn="base" latinLnBrk="0" hangingPunct="1">
              <a:lnSpc>
                <a:spcPct val="100000"/>
              </a:lnSpc>
              <a:spcBef>
                <a:spcPts val="0"/>
              </a:spcBef>
              <a:spcAft>
                <a:spcPct val="0"/>
              </a:spcAft>
              <a:buClrTx/>
              <a:buSzTx/>
              <a:buFontTx/>
              <a:buNone/>
              <a:tabLst/>
              <a:defRPr/>
            </a:pPr>
            <a:r>
              <a:rPr lang="en-US" dirty="0">
                <a:solidFill>
                  <a:schemeClr val="accent1"/>
                </a:solidFill>
                <a:latin typeface="Trebuchet MS" pitchFamily="34" charset="0"/>
              </a:rPr>
              <a:t>Images are author owned</a:t>
            </a:r>
          </a:p>
          <a:p>
            <a:pPr lvl="0">
              <a:spcBef>
                <a:spcPts val="0"/>
              </a:spcBef>
              <a:buNone/>
            </a:pPr>
            <a:endParaRPr dirty="0"/>
          </a:p>
        </p:txBody>
      </p:sp>
      <p:sp>
        <p:nvSpPr>
          <p:cNvPr id="143" name="Shape 14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4463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Shape 174"/>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sz="1200" dirty="0">
                <a:solidFill>
                  <a:schemeClr val="accent1"/>
                </a:solidFill>
                <a:latin typeface="+mn-lt"/>
                <a:ea typeface="Calibri"/>
                <a:cs typeface="Calibri"/>
                <a:sym typeface="Calibri"/>
              </a:rPr>
              <a:t>The oculomotor nerve (yellow arrows) emerges from the medial aspect of the cerebral peduncle (blue arrows) into the interpeduncular cistern (orange arrow).  CN3</a:t>
            </a:r>
            <a:r>
              <a:rPr lang="en-US" sz="1200" baseline="0" dirty="0">
                <a:solidFill>
                  <a:schemeClr val="accent1"/>
                </a:solidFill>
                <a:latin typeface="+mn-lt"/>
                <a:ea typeface="Calibri"/>
                <a:cs typeface="Calibri"/>
                <a:sym typeface="Calibri"/>
              </a:rPr>
              <a:t> </a:t>
            </a:r>
            <a:r>
              <a:rPr lang="en-US" sz="1200" dirty="0">
                <a:latin typeface="+mn-lt"/>
                <a:ea typeface="Calibri"/>
                <a:cs typeface="Calibri"/>
                <a:sym typeface="Calibri"/>
              </a:rPr>
              <a:t>continues anteriorly surrounded</a:t>
            </a:r>
            <a:r>
              <a:rPr lang="en-US" sz="1200" baseline="0" dirty="0">
                <a:latin typeface="+mn-lt"/>
                <a:ea typeface="Calibri"/>
                <a:cs typeface="Calibri"/>
                <a:sym typeface="Calibri"/>
              </a:rPr>
              <a:t> by CSF as the </a:t>
            </a:r>
            <a:r>
              <a:rPr lang="en-US" sz="1200" baseline="0" dirty="0" err="1">
                <a:latin typeface="+mn-lt"/>
                <a:ea typeface="Calibri"/>
                <a:cs typeface="Calibri"/>
                <a:sym typeface="Calibri"/>
              </a:rPr>
              <a:t>cisternal</a:t>
            </a:r>
            <a:r>
              <a:rPr lang="en-US" sz="1200" baseline="0" dirty="0">
                <a:latin typeface="+mn-lt"/>
                <a:ea typeface="Calibri"/>
                <a:cs typeface="Calibri"/>
                <a:sym typeface="Calibri"/>
              </a:rPr>
              <a:t> segment, coursing anteriorly into a </a:t>
            </a:r>
            <a:r>
              <a:rPr lang="en-US" sz="1200" baseline="0" dirty="0" err="1">
                <a:latin typeface="+mn-lt"/>
                <a:ea typeface="Calibri"/>
                <a:cs typeface="Calibri"/>
                <a:sym typeface="Calibri"/>
              </a:rPr>
              <a:t>dural</a:t>
            </a:r>
            <a:r>
              <a:rPr lang="en-US" sz="1200" baseline="0" dirty="0">
                <a:latin typeface="+mn-lt"/>
                <a:ea typeface="Calibri"/>
                <a:cs typeface="Calibri"/>
                <a:sym typeface="Calibri"/>
              </a:rPr>
              <a:t> lined outpouching known as </a:t>
            </a:r>
            <a:r>
              <a:rPr lang="en-US" sz="1200" dirty="0">
                <a:latin typeface="+mn-lt"/>
                <a:ea typeface="Calibri"/>
                <a:cs typeface="Calibri"/>
                <a:sym typeface="Calibri"/>
              </a:rPr>
              <a:t>the oculomotor cistern (green arrow), piercing the dura and entering the superior aspect of the lateral wall of the cavernous sinus.</a:t>
            </a:r>
          </a:p>
          <a:p>
            <a:pPr marL="0" marR="0" lvl="0" indent="0" algn="l" defTabSz="914400" rtl="0" eaLnBrk="1" fontAlgn="base" latinLnBrk="0" hangingPunct="1">
              <a:lnSpc>
                <a:spcPct val="100000"/>
              </a:lnSpc>
              <a:spcBef>
                <a:spcPts val="0"/>
              </a:spcBef>
              <a:spcAft>
                <a:spcPct val="0"/>
              </a:spcAft>
              <a:buClrTx/>
              <a:buSzTx/>
              <a:buFontTx/>
              <a:buNone/>
              <a:tabLst/>
              <a:defRPr/>
            </a:pPr>
            <a:r>
              <a:rPr lang="en-US" dirty="0">
                <a:solidFill>
                  <a:schemeClr val="accent1"/>
                </a:solidFill>
                <a:latin typeface="Trebuchet MS" pitchFamily="34" charset="0"/>
              </a:rPr>
              <a:t>Images are author owned</a:t>
            </a:r>
          </a:p>
          <a:p>
            <a:pPr lvl="0">
              <a:spcBef>
                <a:spcPts val="0"/>
              </a:spcBef>
              <a:buNone/>
            </a:pPr>
            <a:endParaRPr dirty="0"/>
          </a:p>
        </p:txBody>
      </p:sp>
      <p:sp>
        <p:nvSpPr>
          <p:cNvPr id="175" name="Shape 1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56210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Coronal</a:t>
            </a:r>
            <a:r>
              <a:rPr lang="en-US" baseline="0" dirty="0"/>
              <a:t> T2 images posterior to anterior along course of CN3 demonstrate the </a:t>
            </a:r>
            <a:r>
              <a:rPr lang="en-US" baseline="0" dirty="0" err="1"/>
              <a:t>cisternal</a:t>
            </a:r>
            <a:r>
              <a:rPr lang="en-US" baseline="0" dirty="0"/>
              <a:t> segment of the oculomotor nerve (yellow arrows) traversing between the P1 segments of the posterior cerebral arteries (PCA- blue arrow) and (duplicated) superior cerebellar arteries (SCA) on image #2.  CN3 extends anteriorly into the oculomotor cistern on image #4 (best seen on the right). Note the proximity of the </a:t>
            </a:r>
            <a:r>
              <a:rPr lang="en-US" baseline="0" dirty="0" err="1"/>
              <a:t>cisternal</a:t>
            </a:r>
            <a:r>
              <a:rPr lang="en-US" baseline="0" dirty="0"/>
              <a:t> course of the oculomotor nerve to the posterior communicating artery (green arrow- image #3). Cranial nerve 4 (trochlear) also passes between the PCA and SCA more laterally but are much smaller and not well seen on this image (possibly indicated by red arrows).</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10"/>
          </p:nvPr>
        </p:nvSpPr>
        <p:spPr/>
        <p:txBody>
          <a:bodyPr/>
          <a:lstStyle/>
          <a:p>
            <a:pPr>
              <a:defRPr/>
            </a:pPr>
            <a:fld id="{1B1CE854-62F8-416A-946D-8141AB94A7B2}" type="slidenum">
              <a:rPr lang="en-US" smtClean="0"/>
              <a:pPr>
                <a:defRPr/>
              </a:pPr>
              <a:t>11</a:t>
            </a:fld>
            <a:endParaRPr lang="en-US"/>
          </a:p>
        </p:txBody>
      </p:sp>
    </p:spTree>
    <p:extLst>
      <p:ext uri="{BB962C8B-B14F-4D97-AF65-F5344CB8AC3E}">
        <p14:creationId xmlns:p14="http://schemas.microsoft.com/office/powerpoint/2010/main" val="26252042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Coronal</a:t>
            </a:r>
            <a:r>
              <a:rPr lang="en-US" baseline="0" dirty="0"/>
              <a:t> T2 image along course of CN3 demonstrates the </a:t>
            </a:r>
            <a:r>
              <a:rPr lang="en-US" baseline="0" dirty="0" err="1"/>
              <a:t>cisternal</a:t>
            </a:r>
            <a:r>
              <a:rPr lang="en-US" baseline="0" dirty="0"/>
              <a:t> segment of the oculomotor nerve (yellow arrows) traversing between the P1 segments of the posterior cerebral arteries (PCA- blue arrow) and (duplicated) superior cerebellar arteries (SCA) on image.  Cranial nerve 4 (trochlear) also passes between the PCA and SCA more laterally but are much smaller and not well seen on this image (red arrows).</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1B1CE854-62F8-416A-946D-8141AB94A7B2}" type="slidenum">
              <a:rPr lang="en-US" smtClean="0"/>
              <a:pPr>
                <a:defRPr/>
              </a:pPr>
              <a:t>12</a:t>
            </a:fld>
            <a:endParaRPr lang="en-US"/>
          </a:p>
        </p:txBody>
      </p:sp>
    </p:spTree>
    <p:extLst>
      <p:ext uri="{BB962C8B-B14F-4D97-AF65-F5344CB8AC3E}">
        <p14:creationId xmlns:p14="http://schemas.microsoft.com/office/powerpoint/2010/main" val="33651377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sz="1200" dirty="0">
                <a:latin typeface="+mn-lt"/>
                <a:ea typeface="Calibri"/>
                <a:cs typeface="Calibri"/>
                <a:sym typeface="Calibri"/>
              </a:rPr>
              <a:t>In the cavernous sinus, the oculomotor nerve is the most superior nerve, above the trochlear nerve, and in the lateral wall.</a:t>
            </a:r>
          </a:p>
          <a:p>
            <a:pPr marL="0" marR="0" lvl="0" indent="0" algn="l" defTabSz="914400" rtl="0" eaLnBrk="1" fontAlgn="base" latinLnBrk="0" hangingPunct="1">
              <a:lnSpc>
                <a:spcPct val="100000"/>
              </a:lnSpc>
              <a:spcBef>
                <a:spcPts val="0"/>
              </a:spcBef>
              <a:spcAft>
                <a:spcPct val="0"/>
              </a:spcAft>
              <a:buClrTx/>
              <a:buSzTx/>
              <a:buFontTx/>
              <a:buNone/>
              <a:tabLst/>
              <a:defRPr/>
            </a:pPr>
            <a:r>
              <a:rPr lang="en-US" sz="1200" dirty="0">
                <a:solidFill>
                  <a:schemeClr val="accent1"/>
                </a:solidFill>
                <a:latin typeface="+mn-lt"/>
                <a:ea typeface="Calibri"/>
                <a:cs typeface="Calibri"/>
                <a:sym typeface="Calibri"/>
              </a:rPr>
              <a:t>The</a:t>
            </a:r>
            <a:r>
              <a:rPr lang="en-US" sz="1200" dirty="0">
                <a:solidFill>
                  <a:srgbClr val="FFFF00"/>
                </a:solidFill>
                <a:latin typeface="+mn-lt"/>
                <a:ea typeface="Calibri"/>
                <a:cs typeface="Calibri"/>
                <a:sym typeface="Calibri"/>
              </a:rPr>
              <a:t> yellow dot</a:t>
            </a:r>
            <a:r>
              <a:rPr lang="en-US" sz="1200" baseline="0" dirty="0">
                <a:solidFill>
                  <a:srgbClr val="FFFF00"/>
                </a:solidFill>
                <a:latin typeface="+mn-lt"/>
                <a:ea typeface="Calibri"/>
                <a:cs typeface="Calibri"/>
                <a:sym typeface="Calibri"/>
              </a:rPr>
              <a:t> </a:t>
            </a:r>
            <a:r>
              <a:rPr lang="en-US" sz="1200" dirty="0">
                <a:solidFill>
                  <a:schemeClr val="accent1"/>
                </a:solidFill>
                <a:latin typeface="+mn-lt"/>
                <a:ea typeface="Calibri"/>
                <a:cs typeface="Calibri"/>
                <a:sym typeface="Calibri"/>
              </a:rPr>
              <a:t>marks the expected location of the oculomotor nerve in the cavernous sinus on the coronal T1 postcontrast MR image.</a:t>
            </a:r>
          </a:p>
          <a:p>
            <a:pPr marL="0" marR="0" lvl="0" indent="0" algn="l" defTabSz="914400" rtl="0" eaLnBrk="1" fontAlgn="base" latinLnBrk="0" hangingPunct="1">
              <a:lnSpc>
                <a:spcPct val="100000"/>
              </a:lnSpc>
              <a:spcBef>
                <a:spcPts val="0"/>
              </a:spcBef>
              <a:spcAft>
                <a:spcPct val="0"/>
              </a:spcAft>
              <a:buClrTx/>
              <a:buSzTx/>
              <a:buFontTx/>
              <a:buNone/>
              <a:tabLst/>
              <a:defRPr/>
            </a:pPr>
            <a:endParaRPr lang="en-US" sz="1200" dirty="0">
              <a:solidFill>
                <a:schemeClr val="accent1"/>
              </a:solidFill>
              <a:latin typeface="+mn-lt"/>
              <a:ea typeface="Calibri"/>
              <a:cs typeface="Calibri"/>
              <a:sym typeface="Calibri"/>
            </a:endParaRPr>
          </a:p>
          <a:p>
            <a:r>
              <a:rPr lang="en-US" dirty="0"/>
              <a:t>Coronal graphic of cavernous sinus demonstrating CNIII, IV, V1 and V2  (oculomotor, trochlear, ophthalmic, maxillary) embedded within the lateral wall of the cavernous sinus within the </a:t>
            </a:r>
            <a:r>
              <a:rPr lang="en-US" dirty="0" err="1"/>
              <a:t>periostic</a:t>
            </a:r>
            <a:r>
              <a:rPr lang="en-US" dirty="0"/>
              <a:t> layer of dura.  CN VI (abducens) is the only cranial nerve which truly passes through the cavernous sinus, i.e. surrounded by venous sinusoids. CN V3 (mandibular) does not enter the cavernous sinus wall.</a:t>
            </a:r>
          </a:p>
          <a:p>
            <a:endParaRPr lang="en-US" dirty="0"/>
          </a:p>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5"/>
          </p:nvPr>
        </p:nvSpPr>
        <p:spPr/>
        <p:txBody>
          <a:bodyPr/>
          <a:lstStyle/>
          <a:p>
            <a:pPr>
              <a:defRPr/>
            </a:pPr>
            <a:fld id="{1B1CE854-62F8-416A-946D-8141AB94A7B2}" type="slidenum">
              <a:rPr lang="en-US" smtClean="0"/>
              <a:pPr>
                <a:defRPr/>
              </a:pPr>
              <a:t>13</a:t>
            </a:fld>
            <a:endParaRPr lang="en-US"/>
          </a:p>
        </p:txBody>
      </p:sp>
    </p:spTree>
    <p:extLst>
      <p:ext uri="{BB962C8B-B14F-4D97-AF65-F5344CB8AC3E}">
        <p14:creationId xmlns:p14="http://schemas.microsoft.com/office/powerpoint/2010/main" val="36269805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Shape 195"/>
          <p:cNvSpPr txBox="1">
            <a:spLocks noGrp="1"/>
          </p:cNvSpPr>
          <p:nvPr>
            <p:ph type="body" idx="1"/>
          </p:nvPr>
        </p:nvSpPr>
        <p:spPr>
          <a:xfrm>
            <a:off x="685800" y="4343400"/>
            <a:ext cx="5486400" cy="4114800"/>
          </a:xfrm>
          <a:prstGeom prst="rect">
            <a:avLst/>
          </a:prstGeom>
          <a:noFill/>
          <a:ln>
            <a:noFill/>
          </a:ln>
        </p:spPr>
        <p:txBody>
          <a:bodyPr lIns="91425" tIns="91425" rIns="91425" bIns="91425" anchor="ctr" anchorCtr="0">
            <a:noAutofit/>
          </a:bodyPr>
          <a:lstStyle/>
          <a:p>
            <a:pPr marL="171450" indent="-161925">
              <a:lnSpc>
                <a:spcPct val="90000"/>
              </a:lnSpc>
              <a:spcBef>
                <a:spcPts val="0"/>
              </a:spcBef>
              <a:buClr>
                <a:schemeClr val="accent1"/>
              </a:buClr>
              <a:buSzPct val="100000"/>
              <a:buFont typeface="Arial"/>
              <a:buChar char="•"/>
            </a:pPr>
            <a:r>
              <a:rPr lang="en-US" sz="1200" dirty="0">
                <a:latin typeface="+mn-lt"/>
                <a:ea typeface="Calibri"/>
                <a:cs typeface="Calibri"/>
                <a:sym typeface="Calibri"/>
              </a:rPr>
              <a:t>The oculomotor nerve enters the orbit via the superior orbital fissure (black arrow). The superior orbital fissure is located lateral to the anterior clinoid process (green).</a:t>
            </a:r>
          </a:p>
          <a:p>
            <a:pPr marL="171450" indent="-161925">
              <a:lnSpc>
                <a:spcPct val="90000"/>
              </a:lnSpc>
              <a:spcBef>
                <a:spcPts val="0"/>
              </a:spcBef>
              <a:buClr>
                <a:schemeClr val="accent1"/>
              </a:buClr>
              <a:buSzPct val="100000"/>
              <a:buFont typeface="Calibri"/>
              <a:buChar char="•"/>
            </a:pPr>
            <a:r>
              <a:rPr lang="en-US" sz="1200" dirty="0">
                <a:latin typeface="+mn-lt"/>
                <a:ea typeface="Calibri"/>
                <a:cs typeface="Calibri"/>
                <a:sym typeface="Calibri"/>
              </a:rPr>
              <a:t>The oculomotor nerve innervates the </a:t>
            </a:r>
            <a:r>
              <a:rPr lang="en-US" sz="1200" dirty="0" err="1">
                <a:latin typeface="+mn-lt"/>
                <a:ea typeface="Calibri"/>
                <a:cs typeface="Calibri"/>
                <a:sym typeface="Calibri"/>
              </a:rPr>
              <a:t>levator</a:t>
            </a:r>
            <a:r>
              <a:rPr lang="en-US" sz="1200" dirty="0">
                <a:latin typeface="+mn-lt"/>
                <a:ea typeface="Calibri"/>
                <a:cs typeface="Calibri"/>
                <a:sym typeface="Calibri"/>
              </a:rPr>
              <a:t> </a:t>
            </a:r>
            <a:r>
              <a:rPr lang="en-US" sz="1200" dirty="0" err="1">
                <a:latin typeface="+mn-lt"/>
                <a:ea typeface="Calibri"/>
                <a:cs typeface="Calibri"/>
                <a:sym typeface="Calibri"/>
              </a:rPr>
              <a:t>palpebrae</a:t>
            </a:r>
            <a:r>
              <a:rPr lang="en-US" sz="1200" dirty="0">
                <a:latin typeface="+mn-lt"/>
                <a:ea typeface="Calibri"/>
                <a:cs typeface="Calibri"/>
                <a:sym typeface="Calibri"/>
              </a:rPr>
              <a:t> </a:t>
            </a:r>
            <a:r>
              <a:rPr lang="en-US" sz="1200" dirty="0" err="1">
                <a:latin typeface="+mn-lt"/>
                <a:ea typeface="Calibri"/>
                <a:cs typeface="Calibri"/>
                <a:sym typeface="Calibri"/>
              </a:rPr>
              <a:t>superioris</a:t>
            </a:r>
            <a:r>
              <a:rPr lang="en-US" sz="1200" dirty="0">
                <a:latin typeface="+mn-lt"/>
                <a:ea typeface="Calibri"/>
                <a:cs typeface="Calibri"/>
                <a:sym typeface="Calibri"/>
              </a:rPr>
              <a:t>, pupillary constrictor,</a:t>
            </a:r>
            <a:r>
              <a:rPr lang="en-US" sz="1200" baseline="0" dirty="0">
                <a:latin typeface="+mn-lt"/>
                <a:ea typeface="Calibri"/>
                <a:cs typeface="Calibri"/>
                <a:sym typeface="Calibri"/>
              </a:rPr>
              <a:t> </a:t>
            </a:r>
            <a:r>
              <a:rPr lang="en-US" sz="1200" dirty="0">
                <a:latin typeface="+mn-lt"/>
                <a:ea typeface="Calibri"/>
                <a:cs typeface="Calibri"/>
                <a:sym typeface="Calibri"/>
              </a:rPr>
              <a:t>superior rectus, medial rectus, and inferior rectus muscles in the orbit.</a:t>
            </a:r>
          </a:p>
          <a:p>
            <a:pPr lvl="0" rtl="0">
              <a:spcBef>
                <a:spcPts val="0"/>
              </a:spcBef>
              <a:buNone/>
            </a:pPr>
            <a:r>
              <a:rPr lang="en-US" dirty="0">
                <a:solidFill>
                  <a:schemeClr val="accent1"/>
                </a:solidFill>
                <a:latin typeface="Trebuchet MS" pitchFamily="34" charset="0"/>
              </a:rPr>
              <a:t>Images are author owned</a:t>
            </a:r>
            <a:endParaRPr dirty="0"/>
          </a:p>
        </p:txBody>
      </p:sp>
      <p:sp>
        <p:nvSpPr>
          <p:cNvPr id="196" name="Shape 19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11465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Shape 312"/>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313" name="Shape 313"/>
          <p:cNvSpPr txBox="1">
            <a:spLocks noGrp="1"/>
          </p:cNvSpPr>
          <p:nvPr>
            <p:ph type="body" idx="1"/>
          </p:nvPr>
        </p:nvSpPr>
        <p:spPr>
          <a:xfrm>
            <a:off x="685800" y="4400550"/>
            <a:ext cx="5486399" cy="3600450"/>
          </a:xfrm>
          <a:prstGeom prst="rect">
            <a:avLst/>
          </a:prstGeom>
          <a:noFill/>
          <a:ln>
            <a:noFill/>
          </a:ln>
        </p:spPr>
        <p:txBody>
          <a:bodyPr lIns="91425" tIns="45700" rIns="91425" bIns="45700" anchor="t" anchorCtr="0">
            <a:noAutofit/>
          </a:body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sz="1200" dirty="0">
                <a:solidFill>
                  <a:schemeClr val="accent1"/>
                </a:solidFill>
                <a:latin typeface="+mn-lt"/>
                <a:ea typeface="Calibri"/>
                <a:cs typeface="Calibri"/>
                <a:sym typeface="Calibri"/>
              </a:rPr>
              <a:t>Axial diffusion weighted sequence shows a focus of restricted diffusion (</a:t>
            </a:r>
            <a:r>
              <a:rPr lang="en-US" sz="1200" dirty="0">
                <a:solidFill>
                  <a:srgbClr val="FF0000"/>
                </a:solidFill>
                <a:latin typeface="+mn-lt"/>
                <a:ea typeface="Calibri"/>
                <a:cs typeface="Calibri"/>
                <a:sym typeface="Calibri"/>
              </a:rPr>
              <a:t>red arrow, confirmed on ADC map</a:t>
            </a:r>
            <a:r>
              <a:rPr lang="en-US" sz="1200" baseline="0" dirty="0">
                <a:solidFill>
                  <a:srgbClr val="FF0000"/>
                </a:solidFill>
                <a:latin typeface="+mn-lt"/>
                <a:ea typeface="Calibri"/>
                <a:cs typeface="Calibri"/>
                <a:sym typeface="Calibri"/>
              </a:rPr>
              <a:t> – not shown</a:t>
            </a:r>
            <a:r>
              <a:rPr lang="en-US" sz="1200" dirty="0">
                <a:solidFill>
                  <a:schemeClr val="accent1"/>
                </a:solidFill>
                <a:latin typeface="+mn-lt"/>
                <a:ea typeface="Calibri"/>
                <a:cs typeface="Calibri"/>
                <a:sym typeface="Calibri"/>
              </a:rPr>
              <a:t>) at the level of the superior colliculus, anterior to the cerebral aqueduct (i.e. location of the oculomotor nucleus).</a:t>
            </a:r>
          </a:p>
          <a:p>
            <a:pPr>
              <a:lnSpc>
                <a:spcPct val="90000"/>
              </a:lnSpc>
              <a:spcBef>
                <a:spcPts val="0"/>
              </a:spcBef>
              <a:spcAft>
                <a:spcPts val="0"/>
              </a:spcAft>
            </a:pPr>
            <a:r>
              <a:rPr lang="en-US" sz="2700" dirty="0">
                <a:solidFill>
                  <a:schemeClr val="accent1"/>
                </a:solidFill>
                <a:latin typeface="+mn-lt"/>
                <a:ea typeface="Calibri"/>
                <a:cs typeface="Calibri"/>
                <a:sym typeface="Calibri"/>
              </a:rPr>
              <a:t>Acute infarct involving the oculomotor nucleus.</a:t>
            </a:r>
          </a:p>
          <a:p>
            <a:pPr marL="685800" lvl="1"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mn-lt"/>
                <a:ea typeface="Calibri"/>
                <a:cs typeface="Calibri"/>
                <a:sym typeface="Calibri"/>
              </a:rPr>
              <a:t>Imaging:</a:t>
            </a:r>
          </a:p>
          <a:p>
            <a:pPr marL="1028700" lvl="2"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mn-lt"/>
                <a:ea typeface="Calibri"/>
                <a:cs typeface="Calibri"/>
                <a:sym typeface="Calibri"/>
              </a:rPr>
              <a:t>Restricted diffusion with corresponding decreased ADC.  </a:t>
            </a:r>
          </a:p>
          <a:p>
            <a:pPr lvl="3"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mn-lt"/>
                <a:ea typeface="Calibri"/>
                <a:cs typeface="Calibri"/>
                <a:sym typeface="Calibri"/>
              </a:rPr>
              <a:t>Apparent within minutes and lasts for ~ 10-14 days after infarction.</a:t>
            </a:r>
          </a:p>
          <a:p>
            <a:pPr marL="1028700" lvl="2"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mn-lt"/>
                <a:ea typeface="Calibri"/>
                <a:cs typeface="Calibri"/>
                <a:sym typeface="Calibri"/>
              </a:rPr>
              <a:t>Edema (</a:t>
            </a:r>
            <a:r>
              <a:rPr lang="en-US" dirty="0" err="1">
                <a:solidFill>
                  <a:schemeClr val="accent1"/>
                </a:solidFill>
                <a:latin typeface="+mn-lt"/>
                <a:ea typeface="Calibri"/>
                <a:cs typeface="Calibri"/>
                <a:sym typeface="Calibri"/>
              </a:rPr>
              <a:t>hyperintense</a:t>
            </a:r>
            <a:r>
              <a:rPr lang="en-US" dirty="0">
                <a:solidFill>
                  <a:schemeClr val="accent1"/>
                </a:solidFill>
                <a:latin typeface="+mn-lt"/>
                <a:ea typeface="Calibri"/>
                <a:cs typeface="Calibri"/>
                <a:sym typeface="Calibri"/>
              </a:rPr>
              <a:t> T2 and </a:t>
            </a:r>
            <a:r>
              <a:rPr lang="en-US" dirty="0" err="1">
                <a:solidFill>
                  <a:schemeClr val="accent1"/>
                </a:solidFill>
                <a:latin typeface="+mn-lt"/>
                <a:ea typeface="Calibri"/>
                <a:cs typeface="Calibri"/>
                <a:sym typeface="Calibri"/>
              </a:rPr>
              <a:t>hypointense</a:t>
            </a:r>
            <a:r>
              <a:rPr lang="en-US" dirty="0">
                <a:solidFill>
                  <a:schemeClr val="accent1"/>
                </a:solidFill>
                <a:latin typeface="+mn-lt"/>
                <a:ea typeface="Calibri"/>
                <a:cs typeface="Calibri"/>
                <a:sym typeface="Calibri"/>
              </a:rPr>
              <a:t> T1) develops by 12-24 hours</a:t>
            </a:r>
          </a:p>
          <a:p>
            <a:pPr marL="1028700" lvl="2"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mn-lt"/>
                <a:ea typeface="Calibri"/>
                <a:cs typeface="Calibri"/>
                <a:sym typeface="Calibri"/>
              </a:rPr>
              <a:t>This small acute infarct would be nearly impossible to detect on CT, and yet because of its location at the oculomotor nucleus, it causes a significant neurologic deficit.</a:t>
            </a:r>
          </a:p>
          <a:p>
            <a:pPr marL="0" marR="0" lvl="0" indent="0" algn="l" defTabSz="914400" rtl="0" eaLnBrk="1" fontAlgn="base" latinLnBrk="0" hangingPunct="1">
              <a:lnSpc>
                <a:spcPct val="100000"/>
              </a:lnSpc>
              <a:spcBef>
                <a:spcPts val="0"/>
              </a:spcBef>
              <a:spcAft>
                <a:spcPct val="0"/>
              </a:spcAft>
              <a:buClrTx/>
              <a:buSzTx/>
              <a:buFontTx/>
              <a:buNone/>
              <a:tabLst/>
              <a:defRPr/>
            </a:pPr>
            <a:endParaRPr lang="en-US" sz="1200" dirty="0">
              <a:solidFill>
                <a:schemeClr val="accent1"/>
              </a:solidFill>
              <a:latin typeface="+mn-lt"/>
              <a:ea typeface="Calibri"/>
              <a:cs typeface="Calibri"/>
              <a:sym typeface="Calibri"/>
            </a:endParaRPr>
          </a:p>
          <a:p>
            <a:pPr marL="0" marR="0" lvl="0" indent="0" algn="l" rtl="0">
              <a:spcBef>
                <a:spcPts val="0"/>
              </a:spcBef>
              <a:buNone/>
            </a:pPr>
            <a:r>
              <a:rPr lang="en-US" dirty="0">
                <a:solidFill>
                  <a:schemeClr val="accent1"/>
                </a:solidFill>
                <a:latin typeface="Trebuchet MS" pitchFamily="34" charset="0"/>
              </a:rPr>
              <a:t>Images are author owned</a:t>
            </a:r>
            <a:endParaRPr sz="1200" b="0" i="0" u="none" strike="noStrike" cap="none" dirty="0">
              <a:solidFill>
                <a:schemeClr val="dk1"/>
              </a:solidFill>
              <a:latin typeface="Calibri"/>
              <a:ea typeface="Calibri"/>
              <a:cs typeface="Calibri"/>
              <a:sym typeface="Calibri"/>
            </a:endParaRPr>
          </a:p>
        </p:txBody>
      </p:sp>
      <p:sp>
        <p:nvSpPr>
          <p:cNvPr id="314" name="Shape 314"/>
          <p:cNvSpPr txBox="1">
            <a:spLocks noGrp="1"/>
          </p:cNvSpPr>
          <p:nvPr>
            <p:ph type="sldNum" idx="12"/>
          </p:nvPr>
        </p:nvSpPr>
        <p:spPr>
          <a:xfrm>
            <a:off x="3884612" y="8685213"/>
            <a:ext cx="2971799" cy="458786"/>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Calibri"/>
                <a:ea typeface="Calibri"/>
                <a:cs typeface="Calibri"/>
                <a:sym typeface="Calibri"/>
              </a:rPr>
              <a:t>15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566646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Shape 355"/>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356" name="Shape 356"/>
          <p:cNvSpPr txBox="1">
            <a:spLocks noGrp="1"/>
          </p:cNvSpPr>
          <p:nvPr>
            <p:ph type="body" idx="1"/>
          </p:nvPr>
        </p:nvSpPr>
        <p:spPr>
          <a:xfrm>
            <a:off x="685800" y="4400550"/>
            <a:ext cx="5486399" cy="3600450"/>
          </a:xfrm>
          <a:prstGeom prst="rect">
            <a:avLst/>
          </a:prstGeom>
          <a:noFill/>
          <a:ln>
            <a:noFill/>
          </a:ln>
        </p:spPr>
        <p:txBody>
          <a:bodyPr lIns="91425" tIns="45700" rIns="91425" bIns="45700" anchor="t" anchorCtr="0">
            <a:noAutofit/>
          </a:bodyPr>
          <a:lstStyle/>
          <a:p>
            <a:pPr marL="0" marR="0" lvl="0" indent="0" algn="l" defTabSz="914400" rtl="0" eaLnBrk="1" fontAlgn="base" latinLnBrk="0" hangingPunct="1">
              <a:lnSpc>
                <a:spcPct val="90000"/>
              </a:lnSpc>
              <a:spcBef>
                <a:spcPts val="0"/>
              </a:spcBef>
              <a:spcAft>
                <a:spcPts val="0"/>
              </a:spcAft>
              <a:buClrTx/>
              <a:buSzTx/>
              <a:buFontTx/>
              <a:buNone/>
              <a:tabLst/>
              <a:defRPr/>
            </a:pPr>
            <a:r>
              <a:rPr lang="en-US" sz="2800" dirty="0">
                <a:solidFill>
                  <a:schemeClr val="accent1"/>
                </a:solidFill>
                <a:latin typeface="+mn-lt"/>
                <a:ea typeface="Calibri"/>
                <a:cs typeface="Calibri"/>
                <a:sym typeface="Calibri"/>
              </a:rPr>
              <a:t>Reformatted MIP images and a 3D reconstruction from a  CTA shows a large saccular aneurysm (</a:t>
            </a:r>
            <a:r>
              <a:rPr lang="en-US" sz="2800" dirty="0">
                <a:solidFill>
                  <a:srgbClr val="FF0000"/>
                </a:solidFill>
                <a:latin typeface="+mn-lt"/>
                <a:ea typeface="Calibri"/>
                <a:cs typeface="Calibri"/>
                <a:sym typeface="Calibri"/>
              </a:rPr>
              <a:t>red arrow</a:t>
            </a:r>
            <a:r>
              <a:rPr lang="en-US" sz="2800" dirty="0">
                <a:solidFill>
                  <a:schemeClr val="accent1"/>
                </a:solidFill>
                <a:latin typeface="+mn-lt"/>
                <a:ea typeface="Calibri"/>
                <a:cs typeface="Calibri"/>
                <a:sym typeface="Calibri"/>
              </a:rPr>
              <a:t>) arising between the posterior cerebral artery (blue arrow) and superior cerebellar artery (</a:t>
            </a:r>
            <a:r>
              <a:rPr lang="en-US" sz="2800" dirty="0">
                <a:solidFill>
                  <a:srgbClr val="FFFFFF"/>
                </a:solidFill>
                <a:latin typeface="+mn-lt"/>
                <a:ea typeface="Calibri"/>
                <a:cs typeface="Calibri"/>
                <a:sym typeface="Calibri"/>
              </a:rPr>
              <a:t>white arrow</a:t>
            </a:r>
            <a:r>
              <a:rPr lang="en-US" sz="2800" dirty="0">
                <a:solidFill>
                  <a:schemeClr val="accent1"/>
                </a:solidFill>
                <a:latin typeface="+mn-lt"/>
                <a:ea typeface="Calibri"/>
                <a:cs typeface="Calibri"/>
                <a:sym typeface="Calibri"/>
              </a:rPr>
              <a:t>)</a:t>
            </a:r>
          </a:p>
          <a:p>
            <a:pPr>
              <a:lnSpc>
                <a:spcPct val="90000"/>
              </a:lnSpc>
              <a:spcBef>
                <a:spcPts val="0"/>
              </a:spcBef>
              <a:spcAft>
                <a:spcPts val="0"/>
              </a:spcAft>
            </a:pPr>
            <a:r>
              <a:rPr lang="en-US" sz="2700" dirty="0">
                <a:solidFill>
                  <a:schemeClr val="accent1"/>
                </a:solidFill>
                <a:latin typeface="+mn-lt"/>
                <a:ea typeface="Calibri"/>
                <a:cs typeface="Calibri"/>
                <a:sym typeface="Calibri"/>
              </a:rPr>
              <a:t>Superior Cerebellar Artery Aneurysm</a:t>
            </a:r>
          </a:p>
          <a:p>
            <a:pPr marL="685800" lvl="1"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mn-lt"/>
                <a:ea typeface="Calibri"/>
                <a:cs typeface="Calibri"/>
                <a:sym typeface="Calibri"/>
              </a:rPr>
              <a:t>Aneurysm located at the origin of the superior cerebellar artery.</a:t>
            </a:r>
          </a:p>
          <a:p>
            <a:pPr marL="685800" lvl="1"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mn-lt"/>
                <a:ea typeface="Calibri"/>
                <a:cs typeface="Calibri"/>
                <a:sym typeface="Calibri"/>
              </a:rPr>
              <a:t>These are uncommon aneurysms that more typically present with subarachnoid hemorrhage.</a:t>
            </a:r>
          </a:p>
          <a:p>
            <a:pPr marL="685800" lvl="1"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mn-lt"/>
                <a:ea typeface="Calibri"/>
                <a:cs typeface="Calibri"/>
                <a:sym typeface="Calibri"/>
              </a:rPr>
              <a:t>Because CN III courses between the superior cerebellar artery and the posterior cerebral artery, a superior cerebellar aneurysm could present as a CN III palsy as it did in this patient.</a:t>
            </a:r>
          </a:p>
          <a:p>
            <a:pPr marL="0" marR="0" lvl="0" indent="0" algn="l" rtl="0">
              <a:spcBef>
                <a:spcPts val="0"/>
              </a:spcBef>
              <a:buNone/>
            </a:pPr>
            <a:r>
              <a:rPr lang="en-US" dirty="0">
                <a:solidFill>
                  <a:schemeClr val="accent1"/>
                </a:solidFill>
                <a:latin typeface="Trebuchet MS" pitchFamily="34" charset="0"/>
              </a:rPr>
              <a:t>Images are author owned</a:t>
            </a:r>
            <a:endParaRPr sz="1200" b="0" i="0" u="none" strike="noStrike" cap="none" dirty="0">
              <a:solidFill>
                <a:schemeClr val="dk1"/>
              </a:solidFill>
              <a:latin typeface="Calibri"/>
              <a:ea typeface="Calibri"/>
              <a:cs typeface="Calibri"/>
              <a:sym typeface="Calibri"/>
            </a:endParaRPr>
          </a:p>
        </p:txBody>
      </p:sp>
      <p:sp>
        <p:nvSpPr>
          <p:cNvPr id="357" name="Shape 357"/>
          <p:cNvSpPr txBox="1">
            <a:spLocks noGrp="1"/>
          </p:cNvSpPr>
          <p:nvPr>
            <p:ph type="sldNum" idx="12"/>
          </p:nvPr>
        </p:nvSpPr>
        <p:spPr>
          <a:xfrm>
            <a:off x="3884612" y="8685213"/>
            <a:ext cx="2971799" cy="458786"/>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Calibri"/>
                <a:ea typeface="Calibri"/>
                <a:cs typeface="Calibri"/>
                <a:sym typeface="Calibri"/>
              </a:rPr>
              <a:t>16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840822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Shape 407"/>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408" name="Shape 408"/>
          <p:cNvSpPr txBox="1">
            <a:spLocks noGrp="1"/>
          </p:cNvSpPr>
          <p:nvPr>
            <p:ph type="body" idx="1"/>
          </p:nvPr>
        </p:nvSpPr>
        <p:spPr>
          <a:xfrm>
            <a:off x="685800" y="4400550"/>
            <a:ext cx="5486399" cy="3600450"/>
          </a:xfrm>
          <a:prstGeom prst="rect">
            <a:avLst/>
          </a:prstGeom>
          <a:noFill/>
          <a:ln>
            <a:noFill/>
          </a:ln>
        </p:spPr>
        <p:txBody>
          <a:bodyPr lIns="91425" tIns="45700" rIns="91425" bIns="45700" anchor="t" anchorCtr="0">
            <a:noAutofit/>
          </a:body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sz="1200" dirty="0">
                <a:solidFill>
                  <a:schemeClr val="accent1"/>
                </a:solidFill>
                <a:latin typeface="+mn-lt"/>
                <a:ea typeface="Calibri"/>
                <a:cs typeface="Calibri"/>
                <a:sym typeface="Calibri"/>
              </a:rPr>
              <a:t>Axial T1 +C imaging demonstrates filling defects (black arrows) within the cavernous sinuses consistent with clot.   CT </a:t>
            </a:r>
            <a:r>
              <a:rPr lang="en-US" sz="1200" dirty="0" err="1">
                <a:solidFill>
                  <a:schemeClr val="accent1"/>
                </a:solidFill>
                <a:latin typeface="+mn-lt"/>
                <a:ea typeface="Calibri"/>
                <a:cs typeface="Calibri"/>
                <a:sym typeface="Calibri"/>
              </a:rPr>
              <a:t>venogram</a:t>
            </a:r>
            <a:r>
              <a:rPr lang="en-US" sz="1200" dirty="0">
                <a:solidFill>
                  <a:schemeClr val="accent1"/>
                </a:solidFill>
                <a:latin typeface="+mn-lt"/>
                <a:ea typeface="Calibri"/>
                <a:cs typeface="Calibri"/>
                <a:sym typeface="Calibri"/>
              </a:rPr>
              <a:t> shows lack of enhancement within the cavernous sinus as a complication of sinusitis (</a:t>
            </a:r>
            <a:r>
              <a:rPr lang="en-US" sz="1200" dirty="0">
                <a:solidFill>
                  <a:srgbClr val="FF0000"/>
                </a:solidFill>
                <a:latin typeface="+mn-lt"/>
                <a:ea typeface="Calibri"/>
                <a:cs typeface="Calibri"/>
                <a:sym typeface="Calibri"/>
              </a:rPr>
              <a:t>red arrow</a:t>
            </a:r>
            <a:r>
              <a:rPr lang="en-US" sz="1200" dirty="0">
                <a:solidFill>
                  <a:schemeClr val="accent1"/>
                </a:solidFill>
                <a:latin typeface="+mn-lt"/>
                <a:ea typeface="Calibri"/>
                <a:cs typeface="Calibri"/>
                <a:sym typeface="Calibri"/>
              </a:rPr>
              <a:t>).</a:t>
            </a:r>
          </a:p>
          <a:p>
            <a:pPr>
              <a:lnSpc>
                <a:spcPct val="90000"/>
              </a:lnSpc>
              <a:spcBef>
                <a:spcPts val="0"/>
              </a:spcBef>
            </a:pPr>
            <a:r>
              <a:rPr lang="en-US" sz="2700" dirty="0">
                <a:solidFill>
                  <a:schemeClr val="accent1"/>
                </a:solidFill>
                <a:latin typeface="+mn-lt"/>
                <a:ea typeface="Calibri"/>
                <a:cs typeface="Calibri"/>
                <a:sym typeface="Calibri"/>
              </a:rPr>
              <a:t>Cavernous Sinus Thrombosis/Thrombophlebitis</a:t>
            </a:r>
          </a:p>
          <a:p>
            <a:pPr marL="342900"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mn-lt"/>
                <a:ea typeface="Calibri"/>
                <a:cs typeface="Calibri"/>
                <a:sym typeface="Calibri"/>
              </a:rPr>
              <a:t>Most frequently a complication of sinusitis and less commonly from a dental abscess due to cavernous sinus receiving blood from </a:t>
            </a:r>
            <a:r>
              <a:rPr lang="en-US" dirty="0" err="1">
                <a:solidFill>
                  <a:schemeClr val="accent1"/>
                </a:solidFill>
                <a:latin typeface="+mn-lt"/>
                <a:ea typeface="Calibri"/>
                <a:cs typeface="Calibri"/>
                <a:sym typeface="Calibri"/>
              </a:rPr>
              <a:t>valveless</a:t>
            </a:r>
            <a:r>
              <a:rPr lang="en-US" dirty="0">
                <a:solidFill>
                  <a:schemeClr val="accent1"/>
                </a:solidFill>
                <a:latin typeface="+mn-lt"/>
                <a:ea typeface="Calibri"/>
                <a:cs typeface="Calibri"/>
                <a:sym typeface="Calibri"/>
              </a:rPr>
              <a:t> veins of the face.</a:t>
            </a:r>
          </a:p>
          <a:p>
            <a:pPr marL="342900"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mn-lt"/>
                <a:ea typeface="Calibri"/>
                <a:cs typeface="Calibri"/>
                <a:sym typeface="Calibri"/>
              </a:rPr>
              <a:t>Imaging:</a:t>
            </a:r>
          </a:p>
          <a:p>
            <a:pPr marL="685800" lvl="1"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mn-lt"/>
                <a:ea typeface="Calibri"/>
                <a:cs typeface="Calibri"/>
                <a:sym typeface="Calibri"/>
              </a:rPr>
              <a:t>Contrast enhanced CT (CECT):  Findings can be subtle.  Convex margins of the cavernous sinus with thrombosed/enlarged superior ophthalmic veins, </a:t>
            </a:r>
            <a:r>
              <a:rPr lang="en-US" dirty="0" err="1">
                <a:solidFill>
                  <a:schemeClr val="accent1"/>
                </a:solidFill>
                <a:latin typeface="+mn-lt"/>
                <a:ea typeface="Calibri"/>
                <a:cs typeface="Calibri"/>
                <a:sym typeface="Calibri"/>
              </a:rPr>
              <a:t>proptosis</a:t>
            </a:r>
            <a:r>
              <a:rPr lang="en-US" dirty="0">
                <a:solidFill>
                  <a:schemeClr val="accent1"/>
                </a:solidFill>
                <a:latin typeface="+mn-lt"/>
                <a:ea typeface="Calibri"/>
                <a:cs typeface="Calibri"/>
                <a:sym typeface="Calibri"/>
              </a:rPr>
              <a:t> and enlarged extraocular muscles.</a:t>
            </a:r>
          </a:p>
          <a:p>
            <a:pPr marL="685800" lvl="1"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mn-lt"/>
                <a:ea typeface="Calibri"/>
                <a:cs typeface="Calibri"/>
                <a:sym typeface="Calibri"/>
              </a:rPr>
              <a:t>CT </a:t>
            </a:r>
            <a:r>
              <a:rPr lang="en-US" dirty="0" err="1">
                <a:solidFill>
                  <a:schemeClr val="accent1"/>
                </a:solidFill>
                <a:latin typeface="+mn-lt"/>
                <a:ea typeface="Calibri"/>
                <a:cs typeface="Calibri"/>
                <a:sym typeface="Calibri"/>
              </a:rPr>
              <a:t>venogram</a:t>
            </a:r>
            <a:r>
              <a:rPr lang="en-US" dirty="0">
                <a:solidFill>
                  <a:schemeClr val="accent1"/>
                </a:solidFill>
                <a:latin typeface="+mn-lt"/>
                <a:ea typeface="Calibri"/>
                <a:cs typeface="Calibri"/>
                <a:sym typeface="Calibri"/>
              </a:rPr>
              <a:t> (CTV): Filling defects in the cavernous sinus.  The cavernous sinus should be completely </a:t>
            </a:r>
            <a:r>
              <a:rPr lang="en-US" dirty="0" err="1">
                <a:solidFill>
                  <a:schemeClr val="accent1"/>
                </a:solidFill>
                <a:latin typeface="+mn-lt"/>
                <a:ea typeface="Calibri"/>
                <a:cs typeface="Calibri"/>
                <a:sym typeface="Calibri"/>
              </a:rPr>
              <a:t>opacified</a:t>
            </a:r>
            <a:r>
              <a:rPr lang="en-US" dirty="0">
                <a:solidFill>
                  <a:schemeClr val="accent1"/>
                </a:solidFill>
                <a:latin typeface="+mn-lt"/>
                <a:ea typeface="Calibri"/>
                <a:cs typeface="Calibri"/>
                <a:sym typeface="Calibri"/>
              </a:rPr>
              <a:t> on a normal CTV.</a:t>
            </a:r>
          </a:p>
          <a:p>
            <a:pPr marL="685800" lvl="1"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mn-lt"/>
                <a:ea typeface="Calibri"/>
                <a:cs typeface="Calibri"/>
                <a:sym typeface="Calibri"/>
              </a:rPr>
              <a:t>MRI: Heterogeneous high signal in cavernous sinus on T1 and T2.  There may be </a:t>
            </a:r>
            <a:r>
              <a:rPr lang="en-US" dirty="0" err="1">
                <a:solidFill>
                  <a:schemeClr val="accent1"/>
                </a:solidFill>
                <a:latin typeface="+mn-lt"/>
                <a:ea typeface="Calibri"/>
                <a:cs typeface="Calibri"/>
                <a:sym typeface="Calibri"/>
              </a:rPr>
              <a:t>hyperintense</a:t>
            </a:r>
            <a:r>
              <a:rPr lang="en-US" dirty="0">
                <a:solidFill>
                  <a:schemeClr val="accent1"/>
                </a:solidFill>
                <a:latin typeface="+mn-lt"/>
                <a:ea typeface="Calibri"/>
                <a:cs typeface="Calibri"/>
                <a:sym typeface="Calibri"/>
              </a:rPr>
              <a:t> clot on DWI and filling defects in the cavernous sinus on T1 +C.</a:t>
            </a:r>
          </a:p>
          <a:p>
            <a:pPr marL="0" marR="0" lvl="0" indent="0" algn="l" rtl="0">
              <a:spcBef>
                <a:spcPts val="0"/>
              </a:spcBef>
              <a:buNone/>
            </a:pPr>
            <a:r>
              <a:rPr lang="en-US" dirty="0">
                <a:solidFill>
                  <a:schemeClr val="accent1"/>
                </a:solidFill>
                <a:latin typeface="Trebuchet MS" pitchFamily="34" charset="0"/>
              </a:rPr>
              <a:t>Images are author owned</a:t>
            </a:r>
            <a:endParaRPr sz="1200" b="0" i="0" u="none" strike="noStrike" cap="none" dirty="0">
              <a:solidFill>
                <a:schemeClr val="dk1"/>
              </a:solidFill>
              <a:latin typeface="Calibri"/>
              <a:ea typeface="Calibri"/>
              <a:cs typeface="Calibri"/>
              <a:sym typeface="Calibri"/>
            </a:endParaRPr>
          </a:p>
        </p:txBody>
      </p:sp>
      <p:sp>
        <p:nvSpPr>
          <p:cNvPr id="409" name="Shape 409"/>
          <p:cNvSpPr txBox="1">
            <a:spLocks noGrp="1"/>
          </p:cNvSpPr>
          <p:nvPr>
            <p:ph type="sldNum" idx="12"/>
          </p:nvPr>
        </p:nvSpPr>
        <p:spPr>
          <a:xfrm>
            <a:off x="3884612" y="8685213"/>
            <a:ext cx="2971799" cy="458786"/>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Calibri"/>
                <a:ea typeface="Calibri"/>
                <a:cs typeface="Calibri"/>
                <a:sym typeface="Calibri"/>
              </a:rPr>
              <a:t>17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824124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Shape 203"/>
          <p:cNvSpPr txBox="1">
            <a:spLocks noGrp="1"/>
          </p:cNvSpPr>
          <p:nvPr>
            <p:ph type="body" idx="1"/>
          </p:nvPr>
        </p:nvSpPr>
        <p:spPr>
          <a:xfrm>
            <a:off x="685800" y="4343400"/>
            <a:ext cx="5486400" cy="4114800"/>
          </a:xfrm>
          <a:prstGeom prst="rect">
            <a:avLst/>
          </a:prstGeom>
          <a:noFill/>
          <a:ln>
            <a:noFill/>
          </a:ln>
        </p:spPr>
        <p:txBody>
          <a:bodyPr lIns="91425" tIns="91425" rIns="91425" bIns="91425" anchor="ctr" anchorCtr="0">
            <a:noAutofit/>
          </a:bodyPr>
          <a:lstStyle/>
          <a:p>
            <a:pPr marL="257175" indent="-238125">
              <a:lnSpc>
                <a:spcPct val="90000"/>
              </a:lnSpc>
              <a:spcBef>
                <a:spcPts val="0"/>
              </a:spcBef>
              <a:buClr>
                <a:schemeClr val="accent1"/>
              </a:buClr>
              <a:buSzPct val="100000"/>
              <a:buFont typeface="Arial"/>
              <a:buChar char="•"/>
            </a:pPr>
            <a:r>
              <a:rPr lang="en-US" sz="1200" dirty="0">
                <a:solidFill>
                  <a:schemeClr val="accent1"/>
                </a:solidFill>
                <a:latin typeface="+mn-lt"/>
                <a:ea typeface="Calibri"/>
                <a:cs typeface="Calibri"/>
                <a:sym typeface="Calibri"/>
              </a:rPr>
              <a:t>The trochlear nerve nucleus (</a:t>
            </a:r>
            <a:r>
              <a:rPr lang="en-US" sz="1200" dirty="0">
                <a:solidFill>
                  <a:srgbClr val="FFFFFF"/>
                </a:solidFill>
                <a:latin typeface="+mn-lt"/>
                <a:ea typeface="Calibri"/>
                <a:cs typeface="Calibri"/>
                <a:sym typeface="Calibri"/>
              </a:rPr>
              <a:t>white circle</a:t>
            </a:r>
            <a:r>
              <a:rPr lang="en-US" sz="1200" dirty="0">
                <a:solidFill>
                  <a:schemeClr val="accent1"/>
                </a:solidFill>
                <a:latin typeface="+mn-lt"/>
                <a:ea typeface="Calibri"/>
                <a:cs typeface="Calibri"/>
                <a:sym typeface="Calibri"/>
              </a:rPr>
              <a:t>) is located anterior to the cerebral aqueduct in the midbrain at the level of the inferior colliculus (yellow arrow).</a:t>
            </a:r>
          </a:p>
          <a:p>
            <a:pPr marL="257175" indent="-238125">
              <a:lnSpc>
                <a:spcPct val="90000"/>
              </a:lnSpc>
              <a:spcBef>
                <a:spcPts val="750"/>
              </a:spcBef>
              <a:buClr>
                <a:schemeClr val="accent1"/>
              </a:buClr>
              <a:buSzPct val="100000"/>
              <a:buFont typeface="Arial"/>
              <a:buChar char="•"/>
            </a:pPr>
            <a:r>
              <a:rPr lang="en-US" sz="1200" dirty="0">
                <a:solidFill>
                  <a:schemeClr val="accent1"/>
                </a:solidFill>
                <a:latin typeface="+mn-lt"/>
                <a:ea typeface="Calibri"/>
                <a:cs typeface="Calibri"/>
                <a:sym typeface="Calibri"/>
              </a:rPr>
              <a:t>The trochlear nerve courses posteriorly (</a:t>
            </a:r>
            <a:r>
              <a:rPr lang="en-US" sz="1200" dirty="0">
                <a:solidFill>
                  <a:srgbClr val="FFFFFF"/>
                </a:solidFill>
                <a:latin typeface="+mn-lt"/>
                <a:ea typeface="Calibri"/>
                <a:cs typeface="Calibri"/>
                <a:sym typeface="Calibri"/>
              </a:rPr>
              <a:t>white line</a:t>
            </a:r>
            <a:r>
              <a:rPr lang="en-US" sz="1200" dirty="0">
                <a:solidFill>
                  <a:schemeClr val="accent1"/>
                </a:solidFill>
                <a:latin typeface="+mn-lt"/>
                <a:ea typeface="Calibri"/>
                <a:cs typeface="Calibri"/>
                <a:sym typeface="Calibri"/>
              </a:rPr>
              <a:t>), decussating</a:t>
            </a:r>
            <a:r>
              <a:rPr lang="en-US" sz="1200" baseline="0" dirty="0">
                <a:solidFill>
                  <a:schemeClr val="accent1"/>
                </a:solidFill>
                <a:latin typeface="+mn-lt"/>
                <a:ea typeface="Calibri"/>
                <a:cs typeface="Calibri"/>
                <a:sym typeface="Calibri"/>
              </a:rPr>
              <a:t> in the superior medullary velum</a:t>
            </a:r>
            <a:r>
              <a:rPr lang="en-US" sz="1200" dirty="0">
                <a:solidFill>
                  <a:schemeClr val="accent1"/>
                </a:solidFill>
                <a:latin typeface="+mn-lt"/>
                <a:ea typeface="Calibri"/>
                <a:cs typeface="Calibri"/>
                <a:sym typeface="Calibri"/>
              </a:rPr>
              <a:t> (blue arrow) to exit just below the inferior colliculus.</a:t>
            </a:r>
          </a:p>
          <a:p>
            <a:pPr lvl="0" rtl="0">
              <a:spcBef>
                <a:spcPts val="0"/>
              </a:spcBef>
              <a:buNone/>
            </a:pPr>
            <a:r>
              <a:rPr lang="en-US" dirty="0">
                <a:solidFill>
                  <a:schemeClr val="accent1"/>
                </a:solidFill>
                <a:latin typeface="Trebuchet MS" pitchFamily="34" charset="0"/>
              </a:rPr>
              <a:t>Images are author owned</a:t>
            </a:r>
            <a:endParaRPr dirty="0"/>
          </a:p>
        </p:txBody>
      </p:sp>
      <p:sp>
        <p:nvSpPr>
          <p:cNvPr id="204" name="Shape 20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19122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Shape 21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sz="1200" dirty="0">
                <a:solidFill>
                  <a:schemeClr val="accent1"/>
                </a:solidFill>
                <a:latin typeface="+mn-lt"/>
                <a:ea typeface="Calibri"/>
                <a:cs typeface="Calibri"/>
                <a:sym typeface="Calibri"/>
              </a:rPr>
              <a:t>The trochlear nerve (yellow arrow) exits posteriorly just below the inferior colliculus. It decussates in the superior medullary velum (blue</a:t>
            </a:r>
            <a:r>
              <a:rPr lang="en-US" sz="1200" baseline="0" dirty="0">
                <a:solidFill>
                  <a:schemeClr val="accent1"/>
                </a:solidFill>
                <a:latin typeface="+mn-lt"/>
                <a:ea typeface="Calibri"/>
                <a:cs typeface="Calibri"/>
                <a:sym typeface="Calibri"/>
              </a:rPr>
              <a:t> arrow)</a:t>
            </a:r>
            <a:r>
              <a:rPr lang="en-US" sz="1200" dirty="0">
                <a:solidFill>
                  <a:schemeClr val="accent1"/>
                </a:solidFill>
                <a:latin typeface="+mn-lt"/>
                <a:ea typeface="Calibri"/>
                <a:cs typeface="Calibri"/>
                <a:sym typeface="Calibri"/>
              </a:rPr>
              <a:t>.</a:t>
            </a:r>
          </a:p>
          <a:p>
            <a:pPr marL="0" marR="0" lvl="0" indent="0" algn="l" defTabSz="914400" rtl="0" eaLnBrk="1" fontAlgn="base" latinLnBrk="0" hangingPunct="1">
              <a:lnSpc>
                <a:spcPct val="100000"/>
              </a:lnSpc>
              <a:spcBef>
                <a:spcPts val="0"/>
              </a:spcBef>
              <a:spcAft>
                <a:spcPct val="0"/>
              </a:spcAft>
              <a:buClrTx/>
              <a:buSzTx/>
              <a:buFontTx/>
              <a:buNone/>
              <a:tabLst/>
              <a:defRPr/>
            </a:pPr>
            <a:r>
              <a:rPr lang="en-US" sz="1200" dirty="0">
                <a:solidFill>
                  <a:schemeClr val="accent1"/>
                </a:solidFill>
                <a:latin typeface="+mn-lt"/>
                <a:ea typeface="Calibri"/>
                <a:cs typeface="Calibri"/>
                <a:sym typeface="Calibri"/>
              </a:rPr>
              <a:t>It courses around the cerebral peduncles in the ambient cistern.</a:t>
            </a:r>
          </a:p>
          <a:p>
            <a:pPr marL="0" marR="0" lvl="0" indent="0" algn="l" defTabSz="914400" rtl="0" eaLnBrk="1" fontAlgn="base" latinLnBrk="0" hangingPunct="1">
              <a:lnSpc>
                <a:spcPct val="100000"/>
              </a:lnSpc>
              <a:spcBef>
                <a:spcPts val="0"/>
              </a:spcBef>
              <a:spcAft>
                <a:spcPct val="0"/>
              </a:spcAft>
              <a:buClrTx/>
              <a:buSzTx/>
              <a:buFontTx/>
              <a:buNone/>
              <a:tabLst/>
              <a:defRPr/>
            </a:pPr>
            <a:r>
              <a:rPr lang="en-US" sz="1200" dirty="0">
                <a:solidFill>
                  <a:schemeClr val="accent1"/>
                </a:solidFill>
                <a:latin typeface="+mn-lt"/>
                <a:ea typeface="Calibri"/>
                <a:cs typeface="Calibri"/>
                <a:sym typeface="Calibri"/>
              </a:rPr>
              <a:t>CNIV</a:t>
            </a:r>
            <a:r>
              <a:rPr lang="en-US" sz="1200" baseline="0" dirty="0">
                <a:solidFill>
                  <a:schemeClr val="accent1"/>
                </a:solidFill>
                <a:latin typeface="+mn-lt"/>
                <a:ea typeface="Calibri"/>
                <a:cs typeface="Calibri"/>
                <a:sym typeface="Calibri"/>
              </a:rPr>
              <a:t> passes </a:t>
            </a:r>
            <a:r>
              <a:rPr lang="en-US" sz="1200" dirty="0">
                <a:solidFill>
                  <a:schemeClr val="accent1"/>
                </a:solidFill>
                <a:latin typeface="+mn-lt"/>
                <a:ea typeface="Calibri"/>
                <a:cs typeface="Calibri"/>
                <a:sym typeface="Calibri"/>
              </a:rPr>
              <a:t>between the superior cerebellar and posterior cerebral arteries before piercing the dura and entering the cavernous sinus slightly</a:t>
            </a:r>
            <a:r>
              <a:rPr lang="en-US" sz="1200" baseline="0" dirty="0">
                <a:solidFill>
                  <a:schemeClr val="accent1"/>
                </a:solidFill>
                <a:latin typeface="+mn-lt"/>
                <a:ea typeface="Calibri"/>
                <a:cs typeface="Calibri"/>
                <a:sym typeface="Calibri"/>
              </a:rPr>
              <a:t> inferior to CNIII</a:t>
            </a:r>
            <a:r>
              <a:rPr lang="en-US" sz="1200" dirty="0">
                <a:solidFill>
                  <a:schemeClr val="accent1"/>
                </a:solidFill>
                <a:latin typeface="+mn-lt"/>
                <a:ea typeface="Calibri"/>
                <a:cs typeface="Calibri"/>
                <a:sym typeface="Calibri"/>
              </a:rPr>
              <a:t>.</a:t>
            </a:r>
          </a:p>
          <a:p>
            <a:pPr marL="0" marR="0" lvl="0" indent="0" algn="l" defTabSz="914400" rtl="0" eaLnBrk="1" fontAlgn="base" latinLnBrk="0" hangingPunct="1">
              <a:lnSpc>
                <a:spcPct val="100000"/>
              </a:lnSpc>
              <a:spcBef>
                <a:spcPts val="0"/>
              </a:spcBef>
              <a:spcAft>
                <a:spcPct val="0"/>
              </a:spcAft>
              <a:buClrTx/>
              <a:buSzTx/>
              <a:buFontTx/>
              <a:buNone/>
              <a:tabLst/>
              <a:defRPr/>
            </a:pPr>
            <a:endParaRPr lang="en-US" sz="1200" dirty="0">
              <a:solidFill>
                <a:schemeClr val="accent1"/>
              </a:solidFill>
              <a:latin typeface="+mn-lt"/>
              <a:ea typeface="Calibri"/>
              <a:cs typeface="Calibri"/>
              <a:sym typeface="Calibri"/>
            </a:endParaRPr>
          </a:p>
          <a:p>
            <a:pPr lvl="0">
              <a:spcBef>
                <a:spcPts val="0"/>
              </a:spcBef>
              <a:buNone/>
            </a:pPr>
            <a:r>
              <a:rPr lang="en-US" dirty="0">
                <a:solidFill>
                  <a:schemeClr val="accent1"/>
                </a:solidFill>
                <a:latin typeface="Trebuchet MS" pitchFamily="34" charset="0"/>
              </a:rPr>
              <a:t>Images are author owned</a:t>
            </a:r>
            <a:endParaRPr dirty="0"/>
          </a:p>
        </p:txBody>
      </p:sp>
      <p:sp>
        <p:nvSpPr>
          <p:cNvPr id="219" name="Shape 21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82449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dirty="0">
                <a:latin typeface="+mn-lt"/>
                <a:ea typeface="Calibri"/>
                <a:cs typeface="Calibri"/>
                <a:sym typeface="Calibri"/>
              </a:rPr>
              <a:t>In the cavernous sinus , the expected</a:t>
            </a:r>
            <a:r>
              <a:rPr lang="en-US" sz="1200" baseline="0" dirty="0">
                <a:latin typeface="+mn-lt"/>
                <a:ea typeface="Calibri"/>
                <a:cs typeface="Calibri"/>
                <a:sym typeface="Calibri"/>
              </a:rPr>
              <a:t> location of the </a:t>
            </a:r>
            <a:r>
              <a:rPr lang="en-US" sz="1200" dirty="0">
                <a:latin typeface="+mn-lt"/>
                <a:ea typeface="Calibri"/>
                <a:cs typeface="Calibri"/>
                <a:sym typeface="Calibri"/>
              </a:rPr>
              <a:t>trochlear nerve (</a:t>
            </a:r>
            <a:r>
              <a:rPr lang="en-US" sz="1200" dirty="0">
                <a:solidFill>
                  <a:srgbClr val="FFFF00"/>
                </a:solidFill>
                <a:latin typeface="+mn-lt"/>
                <a:ea typeface="Calibri"/>
                <a:cs typeface="Calibri"/>
                <a:sym typeface="Calibri"/>
              </a:rPr>
              <a:t>yellow dot)</a:t>
            </a:r>
            <a:r>
              <a:rPr lang="en-US" sz="1200" dirty="0">
                <a:solidFill>
                  <a:schemeClr val="accent1"/>
                </a:solidFill>
                <a:latin typeface="+mn-lt"/>
                <a:ea typeface="Calibri"/>
                <a:cs typeface="Calibri"/>
                <a:sym typeface="Calibri"/>
              </a:rPr>
              <a:t>  is </a:t>
            </a:r>
            <a:r>
              <a:rPr lang="en-US" sz="1200" dirty="0">
                <a:latin typeface="+mn-lt"/>
                <a:ea typeface="Calibri"/>
                <a:cs typeface="Calibri"/>
                <a:sym typeface="Calibri"/>
              </a:rPr>
              <a:t>just below the oculomotor nerve (blue</a:t>
            </a:r>
            <a:r>
              <a:rPr lang="en-US" sz="1200" baseline="0" dirty="0">
                <a:latin typeface="+mn-lt"/>
                <a:ea typeface="Calibri"/>
                <a:cs typeface="Calibri"/>
                <a:sym typeface="Calibri"/>
              </a:rPr>
              <a:t> </a:t>
            </a:r>
            <a:r>
              <a:rPr lang="en-US" sz="1200" dirty="0">
                <a:latin typeface="+mn-lt"/>
                <a:ea typeface="Calibri"/>
                <a:cs typeface="Calibri"/>
                <a:sym typeface="Calibri"/>
              </a:rPr>
              <a:t>arrow) in the lateral wall of the cavernous sinus demonstrated on coronal post contrast</a:t>
            </a:r>
            <a:r>
              <a:rPr lang="en-US" sz="1200" baseline="0" dirty="0">
                <a:latin typeface="+mn-lt"/>
                <a:ea typeface="Calibri"/>
                <a:cs typeface="Calibri"/>
                <a:sym typeface="Calibri"/>
              </a:rPr>
              <a:t> T1</a:t>
            </a:r>
            <a:r>
              <a:rPr lang="en-US" sz="1200" dirty="0">
                <a:latin typeface="+mn-lt"/>
                <a:ea typeface="Calibri"/>
                <a:cs typeface="Calibri"/>
                <a:sym typeface="Calibri"/>
              </a:rPr>
              <a:t>.</a:t>
            </a:r>
            <a:r>
              <a:rPr lang="en-US" sz="1200" dirty="0">
                <a:solidFill>
                  <a:schemeClr val="accent1"/>
                </a:solidFill>
                <a:latin typeface="+mn-lt"/>
                <a:ea typeface="Calibri"/>
                <a:cs typeface="Calibri"/>
                <a:sym typeface="Calibri"/>
              </a:rPr>
              <a:t> The trochlear</a:t>
            </a:r>
            <a:r>
              <a:rPr lang="en-US" sz="1200" baseline="0" dirty="0">
                <a:solidFill>
                  <a:schemeClr val="accent1"/>
                </a:solidFill>
                <a:latin typeface="+mn-lt"/>
                <a:ea typeface="Calibri"/>
                <a:cs typeface="Calibri"/>
                <a:sym typeface="Calibri"/>
              </a:rPr>
              <a:t> nerve i</a:t>
            </a:r>
            <a:r>
              <a:rPr lang="en-US" sz="1200" dirty="0">
                <a:solidFill>
                  <a:schemeClr val="accent1"/>
                </a:solidFill>
                <a:latin typeface="+mn-lt"/>
                <a:ea typeface="Calibri"/>
                <a:cs typeface="Calibri"/>
                <a:sym typeface="Calibri"/>
              </a:rPr>
              <a:t>s often too small to confidently identify by imaging at typically utilized</a:t>
            </a:r>
            <a:r>
              <a:rPr lang="en-US" sz="1200" baseline="0" dirty="0">
                <a:solidFill>
                  <a:schemeClr val="accent1"/>
                </a:solidFill>
                <a:latin typeface="+mn-lt"/>
                <a:ea typeface="Calibri"/>
                <a:cs typeface="Calibri"/>
                <a:sym typeface="Calibri"/>
              </a:rPr>
              <a:t> magnetic field strengths (1.5, 3.0 Tesla)</a:t>
            </a:r>
            <a:r>
              <a:rPr lang="en-US" sz="1200" dirty="0">
                <a:latin typeface="+mn-lt"/>
                <a:ea typeface="Calibri"/>
                <a:cs typeface="Calibri"/>
                <a:sym typeface="Calibri"/>
              </a:rPr>
              <a:t>.</a:t>
            </a:r>
          </a:p>
          <a:p>
            <a:r>
              <a:rPr lang="en-US" dirty="0"/>
              <a:t>Coronal graphic of cavernous sinus demonstrating CNIII, IV, V1 and V2  (oculomotor, trochlear, ophthalmic, maxillary) embedded within the lateral wall of the cavernous sinus within the </a:t>
            </a:r>
            <a:r>
              <a:rPr lang="en-US" dirty="0" err="1"/>
              <a:t>periostic</a:t>
            </a:r>
            <a:r>
              <a:rPr lang="en-US" dirty="0"/>
              <a:t> layer of dura.  CN VI (abducens) is the only cranial nerve which truly passes through the cavernous sinus, i.e. surrounded by venous sinusoids. CN V3 (mandibular) does not enter the cavernous sinus wall.</a:t>
            </a:r>
          </a:p>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5"/>
          </p:nvPr>
        </p:nvSpPr>
        <p:spPr/>
        <p:txBody>
          <a:bodyPr/>
          <a:lstStyle/>
          <a:p>
            <a:pPr>
              <a:defRPr/>
            </a:pPr>
            <a:fld id="{1B1CE854-62F8-416A-946D-8141AB94A7B2}" type="slidenum">
              <a:rPr lang="en-US" smtClean="0"/>
              <a:pPr>
                <a:defRPr/>
              </a:pPr>
              <a:t>20</a:t>
            </a:fld>
            <a:endParaRPr lang="en-US"/>
          </a:p>
        </p:txBody>
      </p:sp>
    </p:spTree>
    <p:extLst>
      <p:ext uri="{BB962C8B-B14F-4D97-AF65-F5344CB8AC3E}">
        <p14:creationId xmlns:p14="http://schemas.microsoft.com/office/powerpoint/2010/main" val="15533849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Shape 24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sz="1200" dirty="0">
                <a:latin typeface="+mn-lt"/>
                <a:ea typeface="Calibri"/>
                <a:cs typeface="Calibri"/>
                <a:sym typeface="Calibri"/>
              </a:rPr>
              <a:t>The trochlear nerve also enters the orbit via the superior orbital fissure (black arrow) and supplies the superior oblique muscle. The superior oblique muscle is innervated by the contralateral trochlear nucleus due to the decussation of the nerve.</a:t>
            </a:r>
          </a:p>
          <a:p>
            <a:pPr lvl="0">
              <a:spcBef>
                <a:spcPts val="0"/>
              </a:spcBef>
              <a:buNone/>
            </a:pPr>
            <a:r>
              <a:rPr lang="en-US" dirty="0">
                <a:solidFill>
                  <a:schemeClr val="accent1"/>
                </a:solidFill>
                <a:latin typeface="Trebuchet MS" pitchFamily="34" charset="0"/>
              </a:rPr>
              <a:t>Images are author owned</a:t>
            </a:r>
            <a:endParaRPr dirty="0"/>
          </a:p>
        </p:txBody>
      </p:sp>
      <p:sp>
        <p:nvSpPr>
          <p:cNvPr id="249" name="Shape 24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14148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Superior orbital fissure conveys CNIII, IV,</a:t>
            </a:r>
            <a:r>
              <a:rPr lang="en-US" baseline="0" dirty="0"/>
              <a:t> ophthalmic (1</a:t>
            </a:r>
            <a:r>
              <a:rPr lang="en-US" baseline="30000" dirty="0"/>
              <a:t>st</a:t>
            </a:r>
            <a:r>
              <a:rPr lang="en-US" baseline="0" dirty="0"/>
              <a:t>) division of CNV and CNVI</a:t>
            </a:r>
          </a:p>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10"/>
          </p:nvPr>
        </p:nvSpPr>
        <p:spPr/>
        <p:txBody>
          <a:bodyPr/>
          <a:lstStyle/>
          <a:p>
            <a:pPr>
              <a:defRPr/>
            </a:pPr>
            <a:fld id="{1B1CE854-62F8-416A-946D-8141AB94A7B2}" type="slidenum">
              <a:rPr lang="en-US" smtClean="0"/>
              <a:pPr>
                <a:defRPr/>
              </a:pPr>
              <a:t>22</a:t>
            </a:fld>
            <a:endParaRPr lang="en-US"/>
          </a:p>
        </p:txBody>
      </p:sp>
    </p:spTree>
    <p:extLst>
      <p:ext uri="{BB962C8B-B14F-4D97-AF65-F5344CB8AC3E}">
        <p14:creationId xmlns:p14="http://schemas.microsoft.com/office/powerpoint/2010/main" val="27776484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Shape 484"/>
          <p:cNvSpPr txBox="1">
            <a:spLocks noGrp="1"/>
          </p:cNvSpPr>
          <p:nvPr>
            <p:ph type="body" idx="1"/>
          </p:nvPr>
        </p:nvSpPr>
        <p:spPr>
          <a:xfrm>
            <a:off x="685800" y="4400550"/>
            <a:ext cx="5486399" cy="3600450"/>
          </a:xfrm>
          <a:prstGeom prst="rect">
            <a:avLst/>
          </a:prstGeom>
          <a:noFill/>
          <a:ln>
            <a:noFill/>
          </a:ln>
        </p:spPr>
        <p:txBody>
          <a:bodyPr lIns="91425" tIns="91425" rIns="91425" bIns="91425" anchor="ctr" anchorCtr="0">
            <a:noAutofit/>
          </a:body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sz="1200" dirty="0">
                <a:solidFill>
                  <a:schemeClr val="accent1"/>
                </a:solidFill>
                <a:latin typeface="+mn-lt"/>
                <a:ea typeface="Calibri"/>
                <a:cs typeface="Calibri"/>
                <a:sym typeface="Calibri"/>
              </a:rPr>
              <a:t>Axial T1 and T1 +C demonstrate a small slightly T1 low signal (black arrow) and enhancing (</a:t>
            </a:r>
            <a:r>
              <a:rPr lang="en-US" sz="1200" dirty="0">
                <a:solidFill>
                  <a:srgbClr val="FFFFFF"/>
                </a:solidFill>
                <a:latin typeface="+mn-lt"/>
                <a:ea typeface="Calibri"/>
                <a:cs typeface="Calibri"/>
                <a:sym typeface="Calibri"/>
              </a:rPr>
              <a:t>white arrow</a:t>
            </a:r>
            <a:r>
              <a:rPr lang="en-US" sz="1200" dirty="0">
                <a:solidFill>
                  <a:schemeClr val="accent1"/>
                </a:solidFill>
                <a:latin typeface="+mn-lt"/>
                <a:ea typeface="Calibri"/>
                <a:cs typeface="Calibri"/>
                <a:sym typeface="Calibri"/>
              </a:rPr>
              <a:t>) lesion located in the left ambient cistern near the tentorial incisura (</a:t>
            </a:r>
            <a:r>
              <a:rPr lang="en-US" sz="1200" dirty="0">
                <a:solidFill>
                  <a:srgbClr val="FF0000"/>
                </a:solidFill>
                <a:latin typeface="+mn-lt"/>
                <a:ea typeface="Calibri"/>
                <a:cs typeface="Calibri"/>
                <a:sym typeface="Calibri"/>
              </a:rPr>
              <a:t>red arrow</a:t>
            </a:r>
            <a:r>
              <a:rPr lang="en-US" sz="1200" dirty="0">
                <a:solidFill>
                  <a:schemeClr val="accent1"/>
                </a:solidFill>
                <a:latin typeface="+mn-lt"/>
                <a:ea typeface="Calibri"/>
                <a:cs typeface="Calibri"/>
                <a:sym typeface="Calibri"/>
              </a:rPr>
              <a:t>).</a:t>
            </a:r>
          </a:p>
          <a:p>
            <a:pPr>
              <a:lnSpc>
                <a:spcPct val="90000"/>
              </a:lnSpc>
              <a:spcBef>
                <a:spcPts val="0"/>
              </a:spcBef>
            </a:pPr>
            <a:r>
              <a:rPr lang="en-US" sz="2700" dirty="0">
                <a:solidFill>
                  <a:schemeClr val="accent1"/>
                </a:solidFill>
                <a:latin typeface="+mn-lt"/>
                <a:ea typeface="Calibri"/>
                <a:cs typeface="Calibri"/>
                <a:sym typeface="Calibri"/>
              </a:rPr>
              <a:t>CN IV </a:t>
            </a:r>
            <a:r>
              <a:rPr lang="en-US" sz="2700" dirty="0" err="1">
                <a:solidFill>
                  <a:schemeClr val="accent1"/>
                </a:solidFill>
                <a:latin typeface="+mn-lt"/>
                <a:ea typeface="Calibri"/>
                <a:cs typeface="Calibri"/>
                <a:sym typeface="Calibri"/>
              </a:rPr>
              <a:t>Schwannoma</a:t>
            </a:r>
            <a:endParaRPr lang="en-US" sz="2700" dirty="0">
              <a:solidFill>
                <a:schemeClr val="accent1"/>
              </a:solidFill>
              <a:latin typeface="+mn-lt"/>
              <a:ea typeface="Calibri"/>
              <a:cs typeface="Calibri"/>
              <a:sym typeface="Calibri"/>
            </a:endParaRPr>
          </a:p>
          <a:p>
            <a:pPr marL="342900"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mn-lt"/>
                <a:ea typeface="Calibri"/>
                <a:cs typeface="Calibri"/>
                <a:sym typeface="Calibri"/>
              </a:rPr>
              <a:t>Benign tumor of nerve sheath origin.</a:t>
            </a:r>
          </a:p>
          <a:p>
            <a:pPr marL="342900"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mn-lt"/>
                <a:ea typeface="Calibri"/>
                <a:cs typeface="Calibri"/>
                <a:sym typeface="Calibri"/>
              </a:rPr>
              <a:t>Relative incidence of CN </a:t>
            </a:r>
            <a:r>
              <a:rPr lang="en-US" dirty="0" err="1">
                <a:solidFill>
                  <a:schemeClr val="accent1"/>
                </a:solidFill>
                <a:latin typeface="+mn-lt"/>
                <a:ea typeface="Calibri"/>
                <a:cs typeface="Calibri"/>
                <a:sym typeface="Calibri"/>
              </a:rPr>
              <a:t>schwannomas</a:t>
            </a:r>
            <a:r>
              <a:rPr lang="en-US" dirty="0">
                <a:solidFill>
                  <a:schemeClr val="accent1"/>
                </a:solidFill>
                <a:latin typeface="+mn-lt"/>
                <a:ea typeface="Calibri"/>
                <a:cs typeface="Calibri"/>
                <a:sym typeface="Calibri"/>
              </a:rPr>
              <a:t>: CN VIII &gt; CN V. All other CN </a:t>
            </a:r>
            <a:r>
              <a:rPr lang="en-US" dirty="0" err="1">
                <a:solidFill>
                  <a:schemeClr val="accent1"/>
                </a:solidFill>
                <a:latin typeface="+mn-lt"/>
                <a:ea typeface="Calibri"/>
                <a:cs typeface="Calibri"/>
                <a:sym typeface="Calibri"/>
              </a:rPr>
              <a:t>schwannomas</a:t>
            </a:r>
            <a:r>
              <a:rPr lang="en-US" dirty="0">
                <a:solidFill>
                  <a:schemeClr val="accent1"/>
                </a:solidFill>
                <a:latin typeface="+mn-lt"/>
                <a:ea typeface="Calibri"/>
                <a:cs typeface="Calibri"/>
                <a:sym typeface="Calibri"/>
              </a:rPr>
              <a:t> are uncommon in patients without Neurofibromatosis Type II.</a:t>
            </a:r>
          </a:p>
          <a:p>
            <a:pPr marL="342900"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mn-lt"/>
                <a:ea typeface="Calibri"/>
                <a:cs typeface="Calibri"/>
                <a:sym typeface="Calibri"/>
              </a:rPr>
              <a:t>Imaging:</a:t>
            </a:r>
          </a:p>
          <a:p>
            <a:pPr marL="685800" lvl="1"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mn-lt"/>
                <a:ea typeface="Calibri"/>
                <a:cs typeface="Calibri"/>
                <a:sym typeface="Calibri"/>
              </a:rPr>
              <a:t>CT: +enhancement, usually </a:t>
            </a:r>
            <a:r>
              <a:rPr lang="en-US" dirty="0" err="1">
                <a:solidFill>
                  <a:schemeClr val="accent1"/>
                </a:solidFill>
                <a:latin typeface="+mn-lt"/>
                <a:ea typeface="Calibri"/>
                <a:cs typeface="Calibri"/>
                <a:sym typeface="Calibri"/>
              </a:rPr>
              <a:t>isodense</a:t>
            </a:r>
            <a:r>
              <a:rPr lang="en-US" dirty="0">
                <a:solidFill>
                  <a:schemeClr val="accent1"/>
                </a:solidFill>
                <a:latin typeface="+mn-lt"/>
                <a:ea typeface="Calibri"/>
                <a:cs typeface="Calibri"/>
                <a:sym typeface="Calibri"/>
              </a:rPr>
              <a:t> to brain.  May demonstrate smooth remodeling of adjacent bone.</a:t>
            </a:r>
          </a:p>
          <a:p>
            <a:pPr marL="685800" lvl="1"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mn-lt"/>
                <a:ea typeface="Calibri"/>
                <a:cs typeface="Calibri"/>
                <a:sym typeface="Calibri"/>
              </a:rPr>
              <a:t>MRI:  T2 </a:t>
            </a:r>
            <a:r>
              <a:rPr lang="en-US" dirty="0" err="1">
                <a:solidFill>
                  <a:schemeClr val="accent1"/>
                </a:solidFill>
                <a:latin typeface="+mn-lt"/>
                <a:ea typeface="Calibri"/>
                <a:cs typeface="Calibri"/>
                <a:sym typeface="Calibri"/>
              </a:rPr>
              <a:t>hyperintense</a:t>
            </a:r>
            <a:r>
              <a:rPr lang="en-US" dirty="0">
                <a:solidFill>
                  <a:schemeClr val="accent1"/>
                </a:solidFill>
                <a:latin typeface="+mn-lt"/>
                <a:ea typeface="Calibri"/>
                <a:cs typeface="Calibri"/>
                <a:sym typeface="Calibri"/>
              </a:rPr>
              <a:t> and avid, sometimes heterogeneously enhancing.  CN III, IV and VI </a:t>
            </a:r>
            <a:r>
              <a:rPr lang="en-US" dirty="0" err="1">
                <a:solidFill>
                  <a:schemeClr val="accent1"/>
                </a:solidFill>
                <a:latin typeface="+mn-lt"/>
                <a:ea typeface="Calibri"/>
                <a:cs typeface="Calibri"/>
                <a:sym typeface="Calibri"/>
              </a:rPr>
              <a:t>schwannomas</a:t>
            </a:r>
            <a:r>
              <a:rPr lang="en-US" dirty="0">
                <a:solidFill>
                  <a:schemeClr val="accent1"/>
                </a:solidFill>
                <a:latin typeface="+mn-lt"/>
                <a:ea typeface="Calibri"/>
                <a:cs typeface="Calibri"/>
                <a:sym typeface="Calibri"/>
              </a:rPr>
              <a:t> tend to be small; however, when other CN </a:t>
            </a:r>
            <a:r>
              <a:rPr lang="en-US" dirty="0" err="1">
                <a:solidFill>
                  <a:schemeClr val="accent1"/>
                </a:solidFill>
                <a:latin typeface="+mn-lt"/>
                <a:ea typeface="Calibri"/>
                <a:cs typeface="Calibri"/>
                <a:sym typeface="Calibri"/>
              </a:rPr>
              <a:t>schwannomas</a:t>
            </a:r>
            <a:r>
              <a:rPr lang="en-US" dirty="0">
                <a:solidFill>
                  <a:schemeClr val="accent1"/>
                </a:solidFill>
                <a:latin typeface="+mn-lt"/>
                <a:ea typeface="Calibri"/>
                <a:cs typeface="Calibri"/>
                <a:sym typeface="Calibri"/>
              </a:rPr>
              <a:t> grow large, they often show heterogeneity from cystic degeneration and/or hemorrhage.</a:t>
            </a:r>
          </a:p>
          <a:p>
            <a:pPr marL="0" marR="0" lvl="0" indent="0" algn="l" defTabSz="914400" rtl="0" eaLnBrk="1" fontAlgn="base" latinLnBrk="0" hangingPunct="1">
              <a:lnSpc>
                <a:spcPct val="100000"/>
              </a:lnSpc>
              <a:spcBef>
                <a:spcPts val="0"/>
              </a:spcBef>
              <a:spcAft>
                <a:spcPct val="0"/>
              </a:spcAft>
              <a:buClrTx/>
              <a:buSzTx/>
              <a:buFontTx/>
              <a:buNone/>
              <a:tabLst/>
              <a:defRPr/>
            </a:pPr>
            <a:endParaRPr lang="en-US" sz="1200" dirty="0">
              <a:solidFill>
                <a:schemeClr val="accent1"/>
              </a:solidFill>
              <a:latin typeface="+mn-lt"/>
              <a:ea typeface="Calibri"/>
              <a:cs typeface="Calibri"/>
              <a:sym typeface="Calibri"/>
            </a:endParaRPr>
          </a:p>
          <a:p>
            <a:pPr lvl="0">
              <a:spcBef>
                <a:spcPts val="0"/>
              </a:spcBef>
              <a:buNone/>
            </a:pPr>
            <a:r>
              <a:rPr lang="en-US" dirty="0">
                <a:solidFill>
                  <a:schemeClr val="accent1"/>
                </a:solidFill>
                <a:latin typeface="Trebuchet MS" pitchFamily="34" charset="0"/>
              </a:rPr>
              <a:t>Images are author owned</a:t>
            </a:r>
            <a:endParaRPr dirty="0"/>
          </a:p>
        </p:txBody>
      </p:sp>
      <p:sp>
        <p:nvSpPr>
          <p:cNvPr id="485" name="Shape 485"/>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55346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10"/>
          </p:nvPr>
        </p:nvSpPr>
        <p:spPr/>
        <p:txBody>
          <a:bodyPr/>
          <a:lstStyle/>
          <a:p>
            <a:fld id="{EDAEB4ED-973E-4D0F-8A52-B23A14273B87}" type="slidenum">
              <a:rPr lang="en-US" smtClean="0"/>
              <a:t>24</a:t>
            </a:fld>
            <a:endParaRPr lang="en-US"/>
          </a:p>
        </p:txBody>
      </p:sp>
    </p:spTree>
    <p:extLst>
      <p:ext uri="{BB962C8B-B14F-4D97-AF65-F5344CB8AC3E}">
        <p14:creationId xmlns:p14="http://schemas.microsoft.com/office/powerpoint/2010/main" val="25955835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10"/>
          </p:nvPr>
        </p:nvSpPr>
        <p:spPr/>
        <p:txBody>
          <a:bodyPr/>
          <a:lstStyle/>
          <a:p>
            <a:fld id="{EDAEB4ED-973E-4D0F-8A52-B23A14273B87}" type="slidenum">
              <a:rPr lang="en-US" smtClean="0"/>
              <a:t>25</a:t>
            </a:fld>
            <a:endParaRPr lang="en-US"/>
          </a:p>
        </p:txBody>
      </p:sp>
    </p:spTree>
    <p:extLst>
      <p:ext uri="{BB962C8B-B14F-4D97-AF65-F5344CB8AC3E}">
        <p14:creationId xmlns:p14="http://schemas.microsoft.com/office/powerpoint/2010/main" val="20914022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5"/>
          </p:nvPr>
        </p:nvSpPr>
        <p:spPr/>
        <p:txBody>
          <a:bodyPr/>
          <a:lstStyle/>
          <a:p>
            <a:pPr>
              <a:defRPr/>
            </a:pPr>
            <a:fld id="{1B1CE854-62F8-416A-946D-8141AB94A7B2}" type="slidenum">
              <a:rPr lang="en-US" smtClean="0"/>
              <a:pPr>
                <a:defRPr/>
              </a:pPr>
              <a:t>26</a:t>
            </a:fld>
            <a:endParaRPr lang="en-US"/>
          </a:p>
        </p:txBody>
      </p:sp>
    </p:spTree>
    <p:extLst>
      <p:ext uri="{BB962C8B-B14F-4D97-AF65-F5344CB8AC3E}">
        <p14:creationId xmlns:p14="http://schemas.microsoft.com/office/powerpoint/2010/main" val="32137112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5"/>
          </p:nvPr>
        </p:nvSpPr>
        <p:spPr/>
        <p:txBody>
          <a:bodyPr/>
          <a:lstStyle/>
          <a:p>
            <a:pPr>
              <a:defRPr/>
            </a:pPr>
            <a:fld id="{1B1CE854-62F8-416A-946D-8141AB94A7B2}" type="slidenum">
              <a:rPr lang="en-US" smtClean="0"/>
              <a:pPr>
                <a:defRPr/>
              </a:pPr>
              <a:t>27</a:t>
            </a:fld>
            <a:endParaRPr lang="en-US"/>
          </a:p>
        </p:txBody>
      </p:sp>
    </p:spTree>
    <p:extLst>
      <p:ext uri="{BB962C8B-B14F-4D97-AF65-F5344CB8AC3E}">
        <p14:creationId xmlns:p14="http://schemas.microsoft.com/office/powerpoint/2010/main" val="17495834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10"/>
          </p:nvPr>
        </p:nvSpPr>
        <p:spPr/>
        <p:txBody>
          <a:bodyPr/>
          <a:lstStyle/>
          <a:p>
            <a:fld id="{EDAEB4ED-973E-4D0F-8A52-B23A14273B87}" type="slidenum">
              <a:rPr lang="en-US" smtClean="0"/>
              <a:t>28</a:t>
            </a:fld>
            <a:endParaRPr lang="en-US"/>
          </a:p>
        </p:txBody>
      </p:sp>
    </p:spTree>
    <p:extLst>
      <p:ext uri="{BB962C8B-B14F-4D97-AF65-F5344CB8AC3E}">
        <p14:creationId xmlns:p14="http://schemas.microsoft.com/office/powerpoint/2010/main" val="30789153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dirty="0"/>
              <a:t>Meckel’s cave is a </a:t>
            </a:r>
            <a:r>
              <a:rPr lang="en-US" sz="1200" dirty="0" err="1"/>
              <a:t>dural</a:t>
            </a:r>
            <a:r>
              <a:rPr lang="en-US" sz="1200" dirty="0"/>
              <a:t> outpouching containing CSF which contains the trigeminal (</a:t>
            </a:r>
            <a:r>
              <a:rPr lang="en-US" sz="1200" dirty="0" err="1"/>
              <a:t>Gasserian</a:t>
            </a:r>
            <a:r>
              <a:rPr lang="en-US" sz="1200" dirty="0"/>
              <a:t>) ganglion. The trigeminal nerve</a:t>
            </a:r>
            <a:r>
              <a:rPr lang="en-US" sz="1200" baseline="0" dirty="0"/>
              <a:t> will branch into three divisions at the ganglion.  V1 is the ophthalmic division, V2 the maxillary division and V3 the mandibular division.</a:t>
            </a:r>
            <a:endParaRPr lang="en-US" sz="1200" dirty="0"/>
          </a:p>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10"/>
          </p:nvPr>
        </p:nvSpPr>
        <p:spPr/>
        <p:txBody>
          <a:bodyPr/>
          <a:lstStyle/>
          <a:p>
            <a:pPr>
              <a:defRPr/>
            </a:pPr>
            <a:fld id="{1B1CE854-62F8-416A-946D-8141AB94A7B2}" type="slidenum">
              <a:rPr lang="en-US" smtClean="0"/>
              <a:pPr>
                <a:defRPr/>
              </a:pPr>
              <a:t>29</a:t>
            </a:fld>
            <a:endParaRPr lang="en-US"/>
          </a:p>
        </p:txBody>
      </p:sp>
    </p:spTree>
    <p:extLst>
      <p:ext uri="{BB962C8B-B14F-4D97-AF65-F5344CB8AC3E}">
        <p14:creationId xmlns:p14="http://schemas.microsoft.com/office/powerpoint/2010/main" val="14711328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rgbClr val="00B0F0"/>
                </a:solidFill>
              </a:rPr>
              <a:t>Ophthalmic Division </a:t>
            </a:r>
            <a:r>
              <a:rPr lang="en-US" sz="1200" dirty="0">
                <a:solidFill>
                  <a:schemeClr val="accent5"/>
                </a:solidFill>
              </a:rPr>
              <a:t>- </a:t>
            </a:r>
            <a:r>
              <a:rPr lang="en-US" sz="1200" dirty="0"/>
              <a:t>Sensory innervation for scalp, forehead, nose, globe</a:t>
            </a:r>
            <a:endParaRPr lang="en-US" sz="1200" dirty="0">
              <a:solidFill>
                <a:srgbClr val="00B0F0"/>
              </a:solidFill>
            </a:endParaRPr>
          </a:p>
          <a:p>
            <a:r>
              <a:rPr lang="en-US" sz="1200" dirty="0"/>
              <a:t>Travels along the lateral wall of the cavernous sinus inferior to CN4 before exiting the skull via the </a:t>
            </a:r>
            <a:r>
              <a:rPr lang="en-US" sz="1200" dirty="0">
                <a:solidFill>
                  <a:srgbClr val="FF0000"/>
                </a:solidFill>
              </a:rPr>
              <a:t>superior orbital fissure</a:t>
            </a:r>
          </a:p>
          <a:p>
            <a:r>
              <a:rPr lang="en-US" dirty="0"/>
              <a:t>Coronal graphic of cavernous sinus demonstrating CNIII, IV, V1 and V2  (oculomotor, trochlear, ophthalmic, maxillary) embedded within the lateral wall of the cavernous sinus within the </a:t>
            </a:r>
            <a:r>
              <a:rPr lang="en-US" dirty="0" err="1"/>
              <a:t>periostic</a:t>
            </a:r>
            <a:r>
              <a:rPr lang="en-US" dirty="0"/>
              <a:t> layer of dura.  CN VI (abducens) is the only cranial nerve which truly passes through the cavernous sinus, i.e. surrounded by venous sinusoids. CN V3 (mandibular) does not enter the cavernous sinus wall.</a:t>
            </a:r>
          </a:p>
          <a:p>
            <a:endParaRPr lang="en-US" dirty="0"/>
          </a:p>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5"/>
          </p:nvPr>
        </p:nvSpPr>
        <p:spPr/>
        <p:txBody>
          <a:bodyPr/>
          <a:lstStyle/>
          <a:p>
            <a:pPr>
              <a:defRPr/>
            </a:pPr>
            <a:fld id="{1B1CE854-62F8-416A-946D-8141AB94A7B2}" type="slidenum">
              <a:rPr lang="en-US" smtClean="0"/>
              <a:pPr>
                <a:defRPr/>
              </a:pPr>
              <a:t>30</a:t>
            </a:fld>
            <a:endParaRPr lang="en-US"/>
          </a:p>
        </p:txBody>
      </p:sp>
    </p:spTree>
    <p:extLst>
      <p:ext uri="{BB962C8B-B14F-4D97-AF65-F5344CB8AC3E}">
        <p14:creationId xmlns:p14="http://schemas.microsoft.com/office/powerpoint/2010/main" val="308991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rgbClr val="00B0F0"/>
                </a:solidFill>
              </a:rPr>
              <a:t>Maxillary Division </a:t>
            </a:r>
            <a:r>
              <a:rPr lang="en-US" sz="1200" dirty="0">
                <a:solidFill>
                  <a:schemeClr val="accent5"/>
                </a:solidFill>
              </a:rPr>
              <a:t>- sensory to cheek and upper teeth</a:t>
            </a:r>
            <a:endParaRPr lang="en-US" sz="1200" dirty="0">
              <a:solidFill>
                <a:srgbClr val="00B0F0"/>
              </a:solidFill>
            </a:endParaRPr>
          </a:p>
          <a:p>
            <a:r>
              <a:rPr lang="en-US" sz="1200" dirty="0"/>
              <a:t>Travels along lateral wall of cavernous sinus inferior to CNV1 before exiting the skull via the </a:t>
            </a:r>
            <a:r>
              <a:rPr lang="en-US" sz="1200" dirty="0">
                <a:solidFill>
                  <a:srgbClr val="FF0000"/>
                </a:solidFill>
              </a:rPr>
              <a:t>foramen rotundum</a:t>
            </a:r>
            <a:r>
              <a:rPr lang="en-US" sz="1200" dirty="0"/>
              <a:t> into the </a:t>
            </a:r>
            <a:r>
              <a:rPr lang="en-US" sz="1200" dirty="0" err="1"/>
              <a:t>pterogopalatine</a:t>
            </a:r>
            <a:r>
              <a:rPr lang="en-US" sz="1200" dirty="0"/>
              <a:t> fossa.</a:t>
            </a:r>
          </a:p>
          <a:p>
            <a:endParaRPr lang="en-US" sz="1200" dirty="0"/>
          </a:p>
          <a:p>
            <a:r>
              <a:rPr lang="en-US" dirty="0"/>
              <a:t>Coronal graphic of cavernous sinus demonstrating CNIII, IV, V1 and V2  (oculomotor, trochlear, ophthalmic, maxillary) embedded within the lateral wall of the cavernous sinus within the </a:t>
            </a:r>
            <a:r>
              <a:rPr lang="en-US" dirty="0" err="1"/>
              <a:t>periostic</a:t>
            </a:r>
            <a:r>
              <a:rPr lang="en-US" dirty="0"/>
              <a:t> layer of dura.  CN VI (abducens) is the only cranial nerve which truly passes through the cavernous sinus</a:t>
            </a:r>
          </a:p>
          <a:p>
            <a:r>
              <a:rPr lang="en-US" dirty="0">
                <a:solidFill>
                  <a:schemeClr val="accent1"/>
                </a:solidFill>
                <a:latin typeface="Trebuchet MS" pitchFamily="34" charset="0"/>
              </a:rPr>
              <a:t>Images are author owned</a:t>
            </a:r>
            <a:r>
              <a:rPr lang="en-US" dirty="0"/>
              <a:t>, i.e. surrounded by venous sinusoids. CN V3 (mandibular) does not enter the cavernous sinus wall.</a:t>
            </a:r>
          </a:p>
        </p:txBody>
      </p:sp>
      <p:sp>
        <p:nvSpPr>
          <p:cNvPr id="4" name="Slide Number Placeholder 3"/>
          <p:cNvSpPr>
            <a:spLocks noGrp="1"/>
          </p:cNvSpPr>
          <p:nvPr>
            <p:ph type="sldNum" sz="quarter" idx="5"/>
          </p:nvPr>
        </p:nvSpPr>
        <p:spPr/>
        <p:txBody>
          <a:bodyPr/>
          <a:lstStyle/>
          <a:p>
            <a:pPr>
              <a:defRPr/>
            </a:pPr>
            <a:fld id="{1B1CE854-62F8-416A-946D-8141AB94A7B2}" type="slidenum">
              <a:rPr lang="en-US" smtClean="0"/>
              <a:pPr>
                <a:defRPr/>
              </a:pPr>
              <a:t>31</a:t>
            </a:fld>
            <a:endParaRPr lang="en-US"/>
          </a:p>
        </p:txBody>
      </p:sp>
    </p:spTree>
    <p:extLst>
      <p:ext uri="{BB962C8B-B14F-4D97-AF65-F5344CB8AC3E}">
        <p14:creationId xmlns:p14="http://schemas.microsoft.com/office/powerpoint/2010/main" val="26247617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rgbClr val="00B0F0"/>
                </a:solidFill>
              </a:rPr>
              <a:t>Mandibular Division </a:t>
            </a:r>
            <a:r>
              <a:rPr lang="en-US" sz="1200" dirty="0">
                <a:solidFill>
                  <a:schemeClr val="accent5"/>
                </a:solidFill>
              </a:rPr>
              <a:t>- carries sensory supply for jaw and motor fibers for mastication. </a:t>
            </a:r>
          </a:p>
          <a:p>
            <a:r>
              <a:rPr lang="en-US" sz="1200" dirty="0"/>
              <a:t>Exits the skull through the </a:t>
            </a:r>
            <a:r>
              <a:rPr lang="en-US" sz="1200" dirty="0">
                <a:solidFill>
                  <a:srgbClr val="FF0000"/>
                </a:solidFill>
              </a:rPr>
              <a:t>foramen </a:t>
            </a:r>
            <a:r>
              <a:rPr lang="en-US" sz="1200" dirty="0" err="1">
                <a:solidFill>
                  <a:srgbClr val="FF0000"/>
                </a:solidFill>
              </a:rPr>
              <a:t>ovale</a:t>
            </a:r>
            <a:r>
              <a:rPr lang="en-US" sz="1200" dirty="0">
                <a:solidFill>
                  <a:srgbClr val="FF0000"/>
                </a:solidFill>
              </a:rPr>
              <a:t> </a:t>
            </a:r>
            <a:r>
              <a:rPr lang="en-US" sz="1200" dirty="0"/>
              <a:t>directly from </a:t>
            </a:r>
            <a:r>
              <a:rPr lang="en-US" sz="1200" dirty="0" err="1">
                <a:solidFill>
                  <a:schemeClr val="accent2">
                    <a:lumMod val="60000"/>
                    <a:lumOff val="40000"/>
                  </a:schemeClr>
                </a:solidFill>
              </a:rPr>
              <a:t>Meckels</a:t>
            </a:r>
            <a:r>
              <a:rPr lang="en-US" sz="1200" dirty="0">
                <a:solidFill>
                  <a:schemeClr val="accent2">
                    <a:lumMod val="60000"/>
                    <a:lumOff val="40000"/>
                  </a:schemeClr>
                </a:solidFill>
              </a:rPr>
              <a:t> cave </a:t>
            </a:r>
            <a:r>
              <a:rPr lang="en-US" sz="1200" dirty="0"/>
              <a:t>(does not enter cavernous sinus)</a:t>
            </a:r>
            <a:endParaRPr lang="en-US" sz="1200" dirty="0">
              <a:solidFill>
                <a:schemeClr val="accent2">
                  <a:lumMod val="60000"/>
                  <a:lumOff val="40000"/>
                </a:schemeClr>
              </a:solidFill>
            </a:endParaRPr>
          </a:p>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10"/>
          </p:nvPr>
        </p:nvSpPr>
        <p:spPr/>
        <p:txBody>
          <a:bodyPr/>
          <a:lstStyle/>
          <a:p>
            <a:pPr>
              <a:defRPr/>
            </a:pPr>
            <a:fld id="{1B1CE854-62F8-416A-946D-8141AB94A7B2}" type="slidenum">
              <a:rPr lang="en-US" smtClean="0"/>
              <a:pPr>
                <a:defRPr/>
              </a:pPr>
              <a:t>32</a:t>
            </a:fld>
            <a:endParaRPr lang="en-US"/>
          </a:p>
        </p:txBody>
      </p:sp>
    </p:spTree>
    <p:extLst>
      <p:ext uri="{BB962C8B-B14F-4D97-AF65-F5344CB8AC3E}">
        <p14:creationId xmlns:p14="http://schemas.microsoft.com/office/powerpoint/2010/main" val="18580506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5"/>
          </p:nvPr>
        </p:nvSpPr>
        <p:spPr/>
        <p:txBody>
          <a:bodyPr/>
          <a:lstStyle/>
          <a:p>
            <a:pPr>
              <a:defRPr/>
            </a:pPr>
            <a:fld id="{1B1CE854-62F8-416A-946D-8141AB94A7B2}" type="slidenum">
              <a:rPr lang="en-US" smtClean="0"/>
              <a:pPr>
                <a:defRPr/>
              </a:pPr>
              <a:t>33</a:t>
            </a:fld>
            <a:endParaRPr lang="en-US"/>
          </a:p>
        </p:txBody>
      </p:sp>
    </p:spTree>
    <p:extLst>
      <p:ext uri="{BB962C8B-B14F-4D97-AF65-F5344CB8AC3E}">
        <p14:creationId xmlns:p14="http://schemas.microsoft.com/office/powerpoint/2010/main" val="7014889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by </a:t>
            </a:r>
            <a:r>
              <a:rPr lang="en-US" b="0" i="0" dirty="0">
                <a:solidFill>
                  <a:srgbClr val="54595D"/>
                </a:solidFill>
                <a:effectLst/>
                <a:latin typeface="Arial"/>
                <a:cs typeface="Arial"/>
              </a:rPr>
              <a:t>Grant, John Charles </a:t>
            </a:r>
            <a:r>
              <a:rPr lang="en-US" b="0" i="0" dirty="0" err="1">
                <a:solidFill>
                  <a:srgbClr val="54595D"/>
                </a:solidFill>
                <a:effectLst/>
                <a:latin typeface="Arial"/>
                <a:cs typeface="Arial"/>
              </a:rPr>
              <a:t>Boileu</a:t>
            </a:r>
            <a:r>
              <a:rPr lang="en-US" b="0" i="0" dirty="0">
                <a:solidFill>
                  <a:srgbClr val="54595D"/>
                </a:solidFill>
                <a:effectLst/>
                <a:latin typeface="Arial"/>
                <a:cs typeface="Arial"/>
              </a:rPr>
              <a:t> - An atlas of anatomy, / by regions 1962 </a:t>
            </a:r>
            <a:r>
              <a:rPr lang="en-US" dirty="0"/>
              <a:t>, retrieved from: https://commons.wikimedia.org/wiki/File:Grant_1962_654.png on 9/4/21.  Creative Commons License associated: N/A.”</a:t>
            </a:r>
          </a:p>
          <a:p>
            <a:endParaRPr lang="en-US" dirty="0">
              <a:solidFill>
                <a:srgbClr val="54595D"/>
              </a:solidFill>
              <a:latin typeface="Arial"/>
              <a:cs typeface="Arial"/>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dirty="0">
                <a:solidFill>
                  <a:srgbClr val="333333"/>
                </a:solidFill>
                <a:effectLst/>
                <a:latin typeface="Arial" panose="020B0604020202020204" pitchFamily="34" charset="0"/>
              </a:rPr>
              <a:t> T</a:t>
            </a:r>
            <a:r>
              <a:rPr lang="en-US" b="0" i="1" dirty="0">
                <a:solidFill>
                  <a:srgbClr val="202122"/>
                </a:solidFill>
                <a:effectLst/>
                <a:latin typeface="Arial" panose="020B0604020202020204" pitchFamily="34" charset="0"/>
              </a:rPr>
              <a:t>his work is in the </a:t>
            </a:r>
            <a:r>
              <a:rPr lang="en-US" b="1" i="1" u="none" strike="noStrike" dirty="0">
                <a:solidFill>
                  <a:srgbClr val="3366BB"/>
                </a:solidFill>
                <a:effectLst/>
                <a:latin typeface="Arial" panose="020B0604020202020204" pitchFamily="34" charset="0"/>
                <a:hlinkClick r:id="rId3" tooltip="w:public domain"/>
              </a:rPr>
              <a:t>public domain</a:t>
            </a:r>
            <a:r>
              <a:rPr lang="en-US" b="0" i="1" dirty="0">
                <a:solidFill>
                  <a:srgbClr val="202122"/>
                </a:solidFill>
                <a:effectLst/>
                <a:latin typeface="Arial" panose="020B0604020202020204" pitchFamily="34" charset="0"/>
              </a:rPr>
              <a:t> because it was published in the United States between 1926 and 1963, and although there may or may not have been a copyright notice, the </a:t>
            </a:r>
            <a:r>
              <a:rPr lang="en-US" b="1" i="1" u="sng" dirty="0">
                <a:solidFill>
                  <a:srgbClr val="3366BB"/>
                </a:solidFill>
                <a:effectLst/>
                <a:latin typeface="Arial" panose="020B0604020202020204" pitchFamily="34" charset="0"/>
                <a:hlinkClick r:id="rId4" tooltip="w:Copyright renewal in the United States"/>
              </a:rPr>
              <a:t>copyright was not renewed</a:t>
            </a:r>
            <a:r>
              <a:rPr lang="en-US" b="0" i="1" dirty="0">
                <a:solidFill>
                  <a:srgbClr val="202122"/>
                </a:solidFill>
                <a:effectLst/>
                <a:latin typeface="Arial" panose="020B0604020202020204" pitchFamily="34" charset="0"/>
              </a:rPr>
              <a:t>. </a:t>
            </a:r>
            <a:endParaRPr lang="en-US" b="0" i="0" dirty="0">
              <a:solidFill>
                <a:srgbClr val="000000"/>
              </a:solidFill>
              <a:effectLst/>
              <a:latin typeface="Calibri" panose="020F0502020204030204" pitchFamily="34" charset="0"/>
            </a:endParaRPr>
          </a:p>
          <a:p>
            <a:r>
              <a:rPr lang="en-US" b="0" i="0" dirty="0">
                <a:solidFill>
                  <a:srgbClr val="54595D"/>
                </a:solidFill>
                <a:effectLst/>
                <a:latin typeface="Arial"/>
                <a:cs typeface="Arial"/>
              </a:rPr>
              <a:t>– public domain</a:t>
            </a:r>
            <a:endParaRPr lang="en-US" dirty="0"/>
          </a:p>
          <a:p>
            <a:endParaRPr lang="en-US" b="0" i="0" dirty="0">
              <a:solidFill>
                <a:srgbClr val="54595D"/>
              </a:solidFill>
              <a:effectLst/>
              <a:latin typeface="Arial" panose="020B0604020202020204" pitchFamily="34" charset="0"/>
            </a:endParaRPr>
          </a:p>
          <a:p>
            <a:endParaRPr lang="en-US" b="0" i="0" dirty="0">
              <a:solidFill>
                <a:srgbClr val="54595D"/>
              </a:solidFill>
              <a:effectLst/>
              <a:latin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“Image by </a:t>
            </a:r>
            <a:r>
              <a:rPr lang="en-US" b="0" i="0" u="none" strike="noStrike" dirty="0">
                <a:solidFill>
                  <a:srgbClr val="0645AD"/>
                </a:solidFill>
                <a:effectLst/>
                <a:latin typeface="Arial" panose="020B0604020202020204" pitchFamily="34" charset="0"/>
                <a:hlinkClick r:id="rId5" tooltip="w:en:Henry Vandyke Carter"/>
              </a:rPr>
              <a:t>Henry Vandyke Carter</a:t>
            </a:r>
            <a:r>
              <a:rPr lang="en-US" b="0" i="0" dirty="0">
                <a:solidFill>
                  <a:srgbClr val="54595D"/>
                </a:solidFill>
                <a:effectLst/>
                <a:latin typeface="Arial" panose="020B0604020202020204" pitchFamily="34" charset="0"/>
              </a:rPr>
              <a:t> and </a:t>
            </a:r>
            <a:r>
              <a:rPr lang="en-US" b="0" i="0" u="none" strike="noStrike" dirty="0">
                <a:solidFill>
                  <a:srgbClr val="0645AD"/>
                </a:solidFill>
                <a:effectLst/>
                <a:latin typeface="Arial" panose="020B0604020202020204" pitchFamily="34" charset="0"/>
                <a:hlinkClick r:id="rId6"/>
              </a:rPr>
              <a:t>one more author</a:t>
            </a:r>
            <a:r>
              <a:rPr lang="en-US" b="0" i="0" dirty="0">
                <a:solidFill>
                  <a:srgbClr val="54595D"/>
                </a:solidFill>
                <a:effectLst/>
                <a:latin typeface="Arial" panose="020B0604020202020204" pitchFamily="34" charset="0"/>
              </a:rPr>
              <a:t> - </a:t>
            </a:r>
            <a:r>
              <a:rPr lang="en-US" b="0" i="0" u="none" strike="noStrike" dirty="0">
                <a:solidFill>
                  <a:srgbClr val="0645AD"/>
                </a:solidFill>
                <a:effectLst/>
                <a:latin typeface="Arial" panose="020B0604020202020204" pitchFamily="34" charset="0"/>
                <a:hlinkClick r:id="rId7" tooltip="en:Henry Gray"/>
              </a:rPr>
              <a:t>Henry Gray</a:t>
            </a:r>
            <a:r>
              <a:rPr lang="en-US" b="0" i="0" dirty="0">
                <a:solidFill>
                  <a:srgbClr val="54595D"/>
                </a:solidFill>
                <a:effectLst/>
                <a:latin typeface="Arial" panose="020B0604020202020204" pitchFamily="34" charset="0"/>
              </a:rPr>
              <a:t> (1918) </a:t>
            </a:r>
            <a:r>
              <a:rPr lang="en-US" b="0" i="1" dirty="0">
                <a:solidFill>
                  <a:srgbClr val="54595D"/>
                </a:solidFill>
                <a:effectLst/>
                <a:latin typeface="Arial" panose="020B0604020202020204" pitchFamily="34" charset="0"/>
              </a:rPr>
              <a:t>Anatomy of the Human Body</a:t>
            </a:r>
            <a:r>
              <a:rPr lang="en-US" b="0" i="0" dirty="0">
                <a:solidFill>
                  <a:srgbClr val="54595D"/>
                </a:solidFill>
                <a:effectLst/>
                <a:latin typeface="Arial" panose="020B0604020202020204" pitchFamily="34" charset="0"/>
              </a:rPr>
              <a:t> </a:t>
            </a:r>
            <a:r>
              <a:rPr lang="en-US" dirty="0"/>
              <a:t>retrieved from: https://commons.wikimedia.org/wiki/File:Gray784.png.  Creative Commons License associated: N/A.”</a:t>
            </a:r>
          </a:p>
          <a:p>
            <a:r>
              <a:rPr lang="en-US" b="0" i="0" dirty="0">
                <a:solidFill>
                  <a:srgbClr val="54595D"/>
                </a:solidFill>
                <a:effectLst/>
                <a:latin typeface="Arial" panose="020B0604020202020204" pitchFamily="34" charset="0"/>
              </a:rPr>
              <a:t> </a:t>
            </a:r>
            <a:r>
              <a:rPr lang="en-US" b="0" i="0" dirty="0">
                <a:solidFill>
                  <a:srgbClr val="54595D"/>
                </a:solidFill>
                <a:effectLst/>
                <a:latin typeface="Arial"/>
                <a:cs typeface="Arial"/>
              </a:rPr>
              <a:t>Sensory areas of the head, showing the general distribution of the three divisions of the fifth nerve. (Modified from Testut.) – public domain</a:t>
            </a:r>
          </a:p>
          <a:p>
            <a:pPr algn="l" fontAlgn="t"/>
            <a:r>
              <a:rPr lang="en-US" b="0" i="0" dirty="0">
                <a:solidFill>
                  <a:srgbClr val="54595D"/>
                </a:solidFill>
                <a:effectLst/>
                <a:latin typeface="Arial" panose="020B0604020202020204" pitchFamily="34" charset="0"/>
              </a:rPr>
              <a:t> </a:t>
            </a:r>
          </a:p>
          <a:p>
            <a:pPr algn="l"/>
            <a:r>
              <a:rPr lang="en-US" b="0" i="0" dirty="0">
                <a:solidFill>
                  <a:srgbClr val="202122"/>
                </a:solidFill>
                <a:effectLst/>
                <a:latin typeface="Arial" panose="020B0604020202020204" pitchFamily="34" charset="0"/>
              </a:rPr>
              <a:t>This work is in the </a:t>
            </a:r>
            <a:r>
              <a:rPr lang="en-US" b="1" i="0" u="none" strike="noStrike" dirty="0">
                <a:solidFill>
                  <a:srgbClr val="3366BB"/>
                </a:solidFill>
                <a:effectLst/>
                <a:latin typeface="Arial" panose="020B0604020202020204" pitchFamily="34" charset="0"/>
                <a:hlinkClick r:id="rId3" tooltip="en:public domain"/>
              </a:rPr>
              <a:t>public domain</a:t>
            </a:r>
            <a:r>
              <a:rPr lang="en-US" b="0" i="0" dirty="0">
                <a:solidFill>
                  <a:srgbClr val="202122"/>
                </a:solidFill>
                <a:effectLst/>
                <a:latin typeface="Arial" panose="020B0604020202020204" pitchFamily="34" charset="0"/>
              </a:rPr>
              <a:t> in its country of origin and other countries and areas where the </a:t>
            </a:r>
            <a:r>
              <a:rPr lang="en-US" b="0" i="0" u="none" strike="noStrike" dirty="0">
                <a:solidFill>
                  <a:srgbClr val="3366BB"/>
                </a:solidFill>
                <a:effectLst/>
                <a:latin typeface="Arial" panose="020B0604020202020204" pitchFamily="34" charset="0"/>
                <a:hlinkClick r:id="rId8" tooltip="w:List of countries' copyright lengths"/>
              </a:rPr>
              <a:t>copyright term</a:t>
            </a:r>
            <a:r>
              <a:rPr lang="en-US" b="0" i="0" dirty="0">
                <a:solidFill>
                  <a:srgbClr val="202122"/>
                </a:solidFill>
                <a:effectLst/>
                <a:latin typeface="Arial" panose="020B0604020202020204" pitchFamily="34" charset="0"/>
              </a:rPr>
              <a:t> is the author's </a:t>
            </a:r>
            <a:r>
              <a:rPr lang="en-US" b="1" i="0" dirty="0">
                <a:solidFill>
                  <a:srgbClr val="202122"/>
                </a:solidFill>
                <a:effectLst/>
                <a:latin typeface="Arial" panose="020B0604020202020204" pitchFamily="34" charset="0"/>
              </a:rPr>
              <a:t>life plus 100 years or fewer</a:t>
            </a:r>
            <a:r>
              <a:rPr lang="en-US" b="0" i="0" dirty="0">
                <a:solidFill>
                  <a:srgbClr val="202122"/>
                </a:solidFill>
                <a:effectLst/>
                <a:latin typeface="Arial" panose="020B0604020202020204" pitchFamily="34" charset="0"/>
              </a:rPr>
              <a:t>.</a:t>
            </a:r>
          </a:p>
          <a:p>
            <a:pPr algn="l"/>
            <a:r>
              <a:rPr lang="en-US" b="0" i="0" dirty="0">
                <a:solidFill>
                  <a:srgbClr val="202122"/>
                </a:solidFill>
                <a:effectLst/>
                <a:latin typeface="Arial" panose="020B0604020202020204" pitchFamily="34" charset="0"/>
              </a:rPr>
              <a:t>This work is in the </a:t>
            </a:r>
            <a:r>
              <a:rPr lang="en-US" b="1" i="0" u="none" strike="noStrike" dirty="0">
                <a:solidFill>
                  <a:srgbClr val="3366BB"/>
                </a:solidFill>
                <a:effectLst/>
                <a:latin typeface="Arial" panose="020B0604020202020204" pitchFamily="34" charset="0"/>
                <a:hlinkClick r:id="rId3" tooltip="en:public domain"/>
              </a:rPr>
              <a:t>public domain</a:t>
            </a:r>
            <a:r>
              <a:rPr lang="en-US" b="0" i="0" dirty="0">
                <a:solidFill>
                  <a:srgbClr val="202122"/>
                </a:solidFill>
                <a:effectLst/>
                <a:latin typeface="Arial" panose="020B0604020202020204" pitchFamily="34" charset="0"/>
              </a:rPr>
              <a:t> in the </a:t>
            </a:r>
            <a:r>
              <a:rPr lang="en-US" b="0" i="0" u="none" strike="noStrike" dirty="0">
                <a:solidFill>
                  <a:srgbClr val="3366BB"/>
                </a:solidFill>
                <a:effectLst/>
                <a:latin typeface="Arial" panose="020B0604020202020204" pitchFamily="34" charset="0"/>
                <a:hlinkClick r:id="rId9" tooltip="en:United States"/>
              </a:rPr>
              <a:t>United States</a:t>
            </a:r>
            <a:r>
              <a:rPr lang="en-US" b="0" i="0" dirty="0">
                <a:solidFill>
                  <a:srgbClr val="202122"/>
                </a:solidFill>
                <a:effectLst/>
                <a:latin typeface="Arial" panose="020B0604020202020204" pitchFamily="34" charset="0"/>
              </a:rPr>
              <a:t> because it was </a:t>
            </a:r>
            <a:r>
              <a:rPr lang="en-US" b="0" i="0" u="none" strike="noStrike" dirty="0">
                <a:solidFill>
                  <a:srgbClr val="0645AD"/>
                </a:solidFill>
                <a:effectLst/>
                <a:latin typeface="Arial" panose="020B0604020202020204" pitchFamily="34" charset="0"/>
                <a:hlinkClick r:id="rId10" tooltip="Commons:Publication"/>
              </a:rPr>
              <a:t>published</a:t>
            </a:r>
            <a:r>
              <a:rPr lang="en-US" b="0" i="0" dirty="0">
                <a:solidFill>
                  <a:srgbClr val="202122"/>
                </a:solidFill>
                <a:effectLst/>
                <a:latin typeface="Arial" panose="020B0604020202020204" pitchFamily="34" charset="0"/>
              </a:rPr>
              <a:t> (or registered with the </a:t>
            </a:r>
            <a:r>
              <a:rPr lang="en-US" b="0" i="0" u="none" strike="noStrike" dirty="0">
                <a:solidFill>
                  <a:srgbClr val="3366BB"/>
                </a:solidFill>
                <a:effectLst/>
                <a:latin typeface="Arial" panose="020B0604020202020204" pitchFamily="34" charset="0"/>
                <a:hlinkClick r:id="rId11" tooltip="en:United States Copyright Office"/>
              </a:rPr>
              <a:t>U.S. Copyright Office</a:t>
            </a:r>
            <a:r>
              <a:rPr lang="en-US" b="0" i="0" dirty="0">
                <a:solidFill>
                  <a:srgbClr val="202122"/>
                </a:solidFill>
                <a:effectLst/>
                <a:latin typeface="Arial" panose="020B0604020202020204" pitchFamily="34" charset="0"/>
              </a:rPr>
              <a:t>) before January 1, 1926.</a:t>
            </a:r>
          </a:p>
          <a:p>
            <a:endParaRPr lang="en-US" dirty="0"/>
          </a:p>
        </p:txBody>
      </p:sp>
      <p:sp>
        <p:nvSpPr>
          <p:cNvPr id="4" name="Slide Number Placeholder 3"/>
          <p:cNvSpPr>
            <a:spLocks noGrp="1"/>
          </p:cNvSpPr>
          <p:nvPr>
            <p:ph type="sldNum" sz="quarter" idx="10"/>
          </p:nvPr>
        </p:nvSpPr>
        <p:spPr/>
        <p:txBody>
          <a:bodyPr/>
          <a:lstStyle/>
          <a:p>
            <a:fld id="{EDAEB4ED-973E-4D0F-8A52-B23A14273B87}" type="slidenum">
              <a:rPr lang="en-US" smtClean="0"/>
              <a:t>34</a:t>
            </a:fld>
            <a:endParaRPr lang="en-US"/>
          </a:p>
        </p:txBody>
      </p:sp>
    </p:spTree>
    <p:extLst>
      <p:ext uri="{BB962C8B-B14F-4D97-AF65-F5344CB8AC3E}">
        <p14:creationId xmlns:p14="http://schemas.microsoft.com/office/powerpoint/2010/main" val="3997707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Enhancement and thickening of the </a:t>
            </a:r>
            <a:r>
              <a:rPr lang="en-US" sz="1200" dirty="0" err="1"/>
              <a:t>cisternal</a:t>
            </a:r>
            <a:r>
              <a:rPr lang="en-US" sz="1200" dirty="0"/>
              <a:t> segment of the left trigeminal nerve. </a:t>
            </a:r>
          </a:p>
          <a:p>
            <a:r>
              <a:rPr lang="en-US" sz="1200" dirty="0"/>
              <a:t>Enhancement of the intra-axial segment of the left trigeminal nerve within the pons. </a:t>
            </a:r>
          </a:p>
          <a:p>
            <a:r>
              <a:rPr lang="en-US" sz="1200" dirty="0"/>
              <a:t>Multiple asymmetric ovoid T2/FLAIR </a:t>
            </a:r>
            <a:r>
              <a:rPr lang="en-US" sz="1200" dirty="0" err="1"/>
              <a:t>hyperintense</a:t>
            </a:r>
            <a:r>
              <a:rPr lang="en-US" sz="1200" dirty="0"/>
              <a:t> lesions involving the white matter of bilateral hemispheres. Several of these demonstrated incomplete rim enhancement (not shown)</a:t>
            </a:r>
          </a:p>
          <a:p>
            <a:r>
              <a:rPr lang="en-US" sz="1200" dirty="0"/>
              <a:t>Differential considerations for cranial nerve enhancement would include infectious, inflammatory, neoplastic, and vascular conditions. </a:t>
            </a:r>
          </a:p>
          <a:p>
            <a:r>
              <a:rPr lang="en-US" sz="1200" dirty="0"/>
              <a:t>MS is a chronic, autoimmune, inflammatory, demyelinating disease that typically presents with multiple perpendicular </a:t>
            </a:r>
            <a:r>
              <a:rPr lang="en-US" sz="1200" dirty="0" err="1"/>
              <a:t>callososeptal</a:t>
            </a:r>
            <a:r>
              <a:rPr lang="en-US" sz="1200" dirty="0"/>
              <a:t> T2 </a:t>
            </a:r>
            <a:r>
              <a:rPr lang="en-US" sz="1200" dirty="0" err="1"/>
              <a:t>hyperintense</a:t>
            </a:r>
            <a:r>
              <a:rPr lang="en-US" sz="1200" dirty="0"/>
              <a:t> lesions demonstrating varying degrees of enhancement.</a:t>
            </a:r>
          </a:p>
          <a:p>
            <a:r>
              <a:rPr lang="en-US" sz="1200" dirty="0"/>
              <a:t>Although demyelination is typically seen in the </a:t>
            </a:r>
            <a:r>
              <a:rPr lang="en-US" sz="1200" dirty="0" err="1"/>
              <a:t>supratentorial</a:t>
            </a:r>
            <a:r>
              <a:rPr lang="en-US" sz="1200" dirty="0"/>
              <a:t> white matter, these changes may also occur in the brachium </a:t>
            </a:r>
            <a:r>
              <a:rPr lang="en-US" sz="1200" dirty="0" err="1"/>
              <a:t>pontis</a:t>
            </a:r>
            <a:r>
              <a:rPr lang="en-US" sz="1200" dirty="0"/>
              <a:t>, brainstem, or spinal cord. </a:t>
            </a:r>
            <a:r>
              <a:rPr lang="en-US" sz="1200" dirty="0" err="1"/>
              <a:t>Infratentorial</a:t>
            </a:r>
            <a:r>
              <a:rPr lang="en-US" sz="1200" dirty="0"/>
              <a:t> involvement is seen in &lt;10% of adults with MS.</a:t>
            </a:r>
          </a:p>
          <a:p>
            <a:r>
              <a:rPr lang="en-US" sz="1200" dirty="0"/>
              <a:t>Rarely, cranial nerve roots can be involved. The trigeminal nerve in particular may be involved in up to </a:t>
            </a:r>
            <a:r>
              <a:rPr lang="en-US" sz="1200" i="1" dirty="0"/>
              <a:t>2.8% </a:t>
            </a:r>
            <a:r>
              <a:rPr lang="en-US" sz="1200" dirty="0"/>
              <a:t>of patients with active demyelination. </a:t>
            </a:r>
          </a:p>
          <a:p>
            <a:endParaRPr lang="en-US" sz="1200" dirty="0"/>
          </a:p>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10"/>
          </p:nvPr>
        </p:nvSpPr>
        <p:spPr/>
        <p:txBody>
          <a:bodyPr/>
          <a:lstStyle/>
          <a:p>
            <a:fld id="{EDAEB4ED-973E-4D0F-8A52-B23A14273B87}" type="slidenum">
              <a:rPr lang="en-US" smtClean="0"/>
              <a:t>35</a:t>
            </a:fld>
            <a:endParaRPr lang="en-US"/>
          </a:p>
        </p:txBody>
      </p:sp>
    </p:spTree>
    <p:extLst>
      <p:ext uri="{BB962C8B-B14F-4D97-AF65-F5344CB8AC3E}">
        <p14:creationId xmlns:p14="http://schemas.microsoft.com/office/powerpoint/2010/main" val="36342256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Shape 256"/>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marL="171450" indent="-161925">
              <a:lnSpc>
                <a:spcPct val="90000"/>
              </a:lnSpc>
              <a:spcBef>
                <a:spcPts val="0"/>
              </a:spcBef>
              <a:spcAft>
                <a:spcPts val="0"/>
              </a:spcAft>
              <a:buClr>
                <a:schemeClr val="accent1"/>
              </a:buClr>
              <a:buSzPct val="100000"/>
              <a:buFont typeface="Arial"/>
              <a:buChar char="•"/>
            </a:pPr>
            <a:r>
              <a:rPr lang="en-US" sz="1200" dirty="0">
                <a:latin typeface="+mn-lt"/>
                <a:ea typeface="Calibri"/>
                <a:cs typeface="Calibri"/>
                <a:sym typeface="Calibri"/>
              </a:rPr>
              <a:t>The </a:t>
            </a:r>
            <a:r>
              <a:rPr lang="en-US" sz="1200" dirty="0" err="1">
                <a:latin typeface="+mn-lt"/>
                <a:ea typeface="Calibri"/>
                <a:cs typeface="Calibri"/>
                <a:sym typeface="Calibri"/>
              </a:rPr>
              <a:t>abducens</a:t>
            </a:r>
            <a:r>
              <a:rPr lang="en-US" sz="1200" dirty="0">
                <a:latin typeface="+mn-lt"/>
                <a:ea typeface="Calibri"/>
                <a:cs typeface="Calibri"/>
                <a:sym typeface="Calibri"/>
              </a:rPr>
              <a:t> nucleus (</a:t>
            </a:r>
            <a:r>
              <a:rPr lang="en-US" sz="1200" dirty="0">
                <a:solidFill>
                  <a:srgbClr val="FFFFFF"/>
                </a:solidFill>
                <a:latin typeface="+mn-lt"/>
                <a:ea typeface="Calibri"/>
                <a:cs typeface="Calibri"/>
                <a:sym typeface="Calibri"/>
              </a:rPr>
              <a:t>white circle</a:t>
            </a:r>
            <a:r>
              <a:rPr lang="en-US" sz="1200" dirty="0">
                <a:latin typeface="+mn-lt"/>
                <a:ea typeface="Calibri"/>
                <a:cs typeface="Calibri"/>
                <a:sym typeface="Calibri"/>
              </a:rPr>
              <a:t>) is within the dorsal pons at the facial colliculus.  </a:t>
            </a:r>
          </a:p>
          <a:p>
            <a:pPr marL="171450" marR="0" lvl="0" indent="-161925" algn="l" defTabSz="914400" rtl="0" eaLnBrk="1" fontAlgn="base" latinLnBrk="0" hangingPunct="1">
              <a:lnSpc>
                <a:spcPct val="90000"/>
              </a:lnSpc>
              <a:spcBef>
                <a:spcPts val="750"/>
              </a:spcBef>
              <a:spcAft>
                <a:spcPts val="0"/>
              </a:spcAft>
              <a:buClr>
                <a:schemeClr val="accent1"/>
              </a:buClr>
              <a:buSzPct val="100000"/>
              <a:buFont typeface="Arial"/>
              <a:buChar char="•"/>
              <a:tabLst/>
              <a:defRPr/>
            </a:pPr>
            <a:r>
              <a:rPr lang="en-US" sz="1200" dirty="0">
                <a:latin typeface="+mn-lt"/>
                <a:ea typeface="Calibri"/>
                <a:cs typeface="Calibri"/>
                <a:sym typeface="Calibri"/>
              </a:rPr>
              <a:t>The </a:t>
            </a:r>
            <a:r>
              <a:rPr lang="en-US" sz="1200" dirty="0" err="1">
                <a:latin typeface="+mn-lt"/>
                <a:ea typeface="Calibri"/>
                <a:cs typeface="Calibri"/>
                <a:sym typeface="Calibri"/>
              </a:rPr>
              <a:t>abducens</a:t>
            </a:r>
            <a:r>
              <a:rPr lang="en-US" sz="1200" dirty="0">
                <a:latin typeface="+mn-lt"/>
                <a:ea typeface="Calibri"/>
                <a:cs typeface="Calibri"/>
                <a:sym typeface="Calibri"/>
              </a:rPr>
              <a:t> nerve courses inferiorly and anteriorly before it exits at the </a:t>
            </a:r>
            <a:r>
              <a:rPr lang="en-US" sz="1200" dirty="0" err="1">
                <a:latin typeface="+mn-lt"/>
                <a:ea typeface="Calibri"/>
                <a:cs typeface="Calibri"/>
                <a:sym typeface="Calibri"/>
              </a:rPr>
              <a:t>ponto</a:t>
            </a:r>
            <a:r>
              <a:rPr lang="en-US" sz="1200" dirty="0">
                <a:latin typeface="+mn-lt"/>
                <a:ea typeface="Calibri"/>
                <a:cs typeface="Calibri"/>
                <a:sym typeface="Calibri"/>
              </a:rPr>
              <a:t>-medullary junction into the </a:t>
            </a:r>
            <a:r>
              <a:rPr lang="en-US" sz="1200" dirty="0" err="1">
                <a:latin typeface="+mn-lt"/>
                <a:ea typeface="Calibri"/>
                <a:cs typeface="Calibri"/>
                <a:sym typeface="Calibri"/>
              </a:rPr>
              <a:t>prepontine</a:t>
            </a:r>
            <a:r>
              <a:rPr lang="en-US" sz="1200" dirty="0">
                <a:latin typeface="+mn-lt"/>
                <a:ea typeface="Calibri"/>
                <a:cs typeface="Calibri"/>
                <a:sym typeface="Calibri"/>
              </a:rPr>
              <a:t> cistern. It then courses superiorly and anteriorly and pierces </a:t>
            </a:r>
            <a:r>
              <a:rPr lang="en-US" sz="1200" dirty="0" err="1">
                <a:latin typeface="+mn-lt"/>
                <a:ea typeface="Calibri"/>
                <a:cs typeface="Calibri"/>
                <a:sym typeface="Calibri"/>
              </a:rPr>
              <a:t>Dorello’s</a:t>
            </a:r>
            <a:r>
              <a:rPr lang="en-US" sz="1200" dirty="0">
                <a:latin typeface="+mn-lt"/>
                <a:ea typeface="Calibri"/>
                <a:cs typeface="Calibri"/>
                <a:sym typeface="Calibri"/>
              </a:rPr>
              <a:t> canal, located at the medial most aspect of the petrous apex.</a:t>
            </a:r>
          </a:p>
          <a:p>
            <a:pPr marL="171450" indent="-161925">
              <a:lnSpc>
                <a:spcPct val="90000"/>
              </a:lnSpc>
              <a:spcBef>
                <a:spcPts val="750"/>
              </a:spcBef>
              <a:buClr>
                <a:schemeClr val="accent1"/>
              </a:buClr>
              <a:buSzPct val="100000"/>
              <a:buFont typeface="Arial"/>
              <a:buChar char="•"/>
            </a:pPr>
            <a:r>
              <a:rPr lang="en-US" sz="1200" dirty="0">
                <a:latin typeface="+mn-lt"/>
                <a:ea typeface="Calibri"/>
                <a:cs typeface="Calibri"/>
                <a:sym typeface="Calibri"/>
              </a:rPr>
              <a:t>Of note, the seventh nerve nucleus (</a:t>
            </a:r>
            <a:r>
              <a:rPr lang="en-US" sz="1200" dirty="0">
                <a:solidFill>
                  <a:srgbClr val="FF0000"/>
                </a:solidFill>
                <a:latin typeface="+mn-lt"/>
                <a:ea typeface="Calibri"/>
                <a:cs typeface="Calibri"/>
                <a:sym typeface="Calibri"/>
              </a:rPr>
              <a:t>red circle</a:t>
            </a:r>
            <a:r>
              <a:rPr lang="en-US" sz="1200" dirty="0">
                <a:latin typeface="+mn-lt"/>
                <a:ea typeface="Calibri"/>
                <a:cs typeface="Calibri"/>
                <a:sym typeface="Calibri"/>
              </a:rPr>
              <a:t>) and nerve (red line) courses around the </a:t>
            </a:r>
            <a:r>
              <a:rPr lang="en-US" sz="1200" dirty="0" err="1">
                <a:latin typeface="+mn-lt"/>
                <a:ea typeface="Calibri"/>
                <a:cs typeface="Calibri"/>
                <a:sym typeface="Calibri"/>
              </a:rPr>
              <a:t>abducens</a:t>
            </a:r>
            <a:r>
              <a:rPr lang="en-US" sz="1200" dirty="0">
                <a:latin typeface="+mn-lt"/>
                <a:ea typeface="Calibri"/>
                <a:cs typeface="Calibri"/>
                <a:sym typeface="Calibri"/>
              </a:rPr>
              <a:t> nucleus before exiting laterally and more superiorly. Thus, pathology affecting the </a:t>
            </a:r>
            <a:r>
              <a:rPr lang="en-US" sz="1200" dirty="0" err="1">
                <a:latin typeface="+mn-lt"/>
                <a:ea typeface="Calibri"/>
                <a:cs typeface="Calibri"/>
                <a:sym typeface="Calibri"/>
              </a:rPr>
              <a:t>abducens</a:t>
            </a:r>
            <a:r>
              <a:rPr lang="en-US" sz="1200" dirty="0">
                <a:latin typeface="+mn-lt"/>
                <a:ea typeface="Calibri"/>
                <a:cs typeface="Calibri"/>
                <a:sym typeface="Calibri"/>
              </a:rPr>
              <a:t> nucleus will often also affect the facial nerve.</a:t>
            </a:r>
          </a:p>
          <a:p>
            <a:pPr lvl="0">
              <a:spcBef>
                <a:spcPts val="0"/>
              </a:spcBef>
              <a:buNone/>
            </a:pPr>
            <a:r>
              <a:rPr lang="en-US" dirty="0">
                <a:solidFill>
                  <a:schemeClr val="accent1"/>
                </a:solidFill>
                <a:latin typeface="Trebuchet MS" pitchFamily="34" charset="0"/>
              </a:rPr>
              <a:t>Images are author owned</a:t>
            </a:r>
            <a:endParaRPr dirty="0"/>
          </a:p>
        </p:txBody>
      </p:sp>
      <p:sp>
        <p:nvSpPr>
          <p:cNvPr id="257" name="Shape 2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12599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Shape 269"/>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marL="171450" indent="-152400">
              <a:lnSpc>
                <a:spcPct val="90000"/>
              </a:lnSpc>
              <a:spcBef>
                <a:spcPts val="0"/>
              </a:spcBef>
              <a:spcAft>
                <a:spcPts val="0"/>
              </a:spcAft>
              <a:buClr>
                <a:schemeClr val="accent1"/>
              </a:buClr>
              <a:buSzPct val="100000"/>
              <a:buFont typeface="Arial"/>
              <a:buChar char="•"/>
            </a:pPr>
            <a:r>
              <a:rPr lang="en-US" sz="1200" dirty="0">
                <a:latin typeface="+mn-lt"/>
                <a:ea typeface="Calibri"/>
                <a:cs typeface="Calibri"/>
                <a:sym typeface="Calibri"/>
              </a:rPr>
              <a:t>The </a:t>
            </a:r>
            <a:r>
              <a:rPr lang="en-US" sz="1200" dirty="0" err="1">
                <a:latin typeface="+mn-lt"/>
                <a:ea typeface="Calibri"/>
                <a:cs typeface="Calibri"/>
                <a:sym typeface="Calibri"/>
              </a:rPr>
              <a:t>abducens</a:t>
            </a:r>
            <a:r>
              <a:rPr lang="en-US" sz="1200" dirty="0">
                <a:latin typeface="+mn-lt"/>
                <a:ea typeface="Calibri"/>
                <a:cs typeface="Calibri"/>
                <a:sym typeface="Calibri"/>
              </a:rPr>
              <a:t> nerve (black arrow) exits at the </a:t>
            </a:r>
            <a:r>
              <a:rPr lang="en-US" sz="1200" dirty="0" err="1">
                <a:latin typeface="+mn-lt"/>
                <a:ea typeface="Calibri"/>
                <a:cs typeface="Calibri"/>
                <a:sym typeface="Calibri"/>
              </a:rPr>
              <a:t>ponto</a:t>
            </a:r>
            <a:r>
              <a:rPr lang="en-US" sz="1200" dirty="0">
                <a:latin typeface="+mn-lt"/>
                <a:ea typeface="Calibri"/>
                <a:cs typeface="Calibri"/>
                <a:sym typeface="Calibri"/>
              </a:rPr>
              <a:t>-medullary junction (blue arrow) into the </a:t>
            </a:r>
            <a:r>
              <a:rPr lang="en-US" sz="1200" dirty="0" err="1">
                <a:latin typeface="+mn-lt"/>
                <a:ea typeface="Calibri"/>
                <a:cs typeface="Calibri"/>
                <a:sym typeface="Calibri"/>
              </a:rPr>
              <a:t>prepontine</a:t>
            </a:r>
            <a:r>
              <a:rPr lang="en-US" sz="1200" dirty="0">
                <a:latin typeface="+mn-lt"/>
                <a:ea typeface="Calibri"/>
                <a:cs typeface="Calibri"/>
                <a:sym typeface="Calibri"/>
              </a:rPr>
              <a:t> cistern.</a:t>
            </a:r>
          </a:p>
          <a:p>
            <a:pPr marL="171450" indent="-152400">
              <a:lnSpc>
                <a:spcPct val="90000"/>
              </a:lnSpc>
              <a:spcBef>
                <a:spcPts val="750"/>
              </a:spcBef>
              <a:buClr>
                <a:schemeClr val="accent1"/>
              </a:buClr>
              <a:buSzPct val="100000"/>
              <a:buFont typeface="Arial"/>
              <a:buChar char="•"/>
            </a:pPr>
            <a:r>
              <a:rPr lang="en-US" sz="1200" dirty="0">
                <a:latin typeface="+mn-lt"/>
                <a:ea typeface="Calibri"/>
                <a:cs typeface="Calibri"/>
                <a:sym typeface="Calibri"/>
              </a:rPr>
              <a:t>It then courses superiorly and anteriorly and pierces </a:t>
            </a:r>
            <a:r>
              <a:rPr lang="en-US" sz="1200" dirty="0" err="1">
                <a:latin typeface="+mn-lt"/>
                <a:ea typeface="Calibri"/>
                <a:cs typeface="Calibri"/>
                <a:sym typeface="Calibri"/>
              </a:rPr>
              <a:t>Dorello’s</a:t>
            </a:r>
            <a:r>
              <a:rPr lang="en-US" sz="1200" dirty="0">
                <a:latin typeface="+mn-lt"/>
                <a:ea typeface="Calibri"/>
                <a:cs typeface="Calibri"/>
                <a:sym typeface="Calibri"/>
              </a:rPr>
              <a:t> canal (</a:t>
            </a:r>
            <a:r>
              <a:rPr lang="en-US" sz="1200" dirty="0">
                <a:solidFill>
                  <a:srgbClr val="FF0000"/>
                </a:solidFill>
                <a:latin typeface="+mn-lt"/>
                <a:ea typeface="Calibri"/>
                <a:cs typeface="Calibri"/>
                <a:sym typeface="Calibri"/>
              </a:rPr>
              <a:t>red arrow</a:t>
            </a:r>
            <a:r>
              <a:rPr lang="en-US" sz="1200" dirty="0">
                <a:latin typeface="+mn-lt"/>
                <a:ea typeface="Calibri"/>
                <a:cs typeface="Calibri"/>
                <a:sym typeface="Calibri"/>
              </a:rPr>
              <a:t>).</a:t>
            </a:r>
          </a:p>
          <a:p>
            <a:pPr marL="171450" indent="-152400">
              <a:lnSpc>
                <a:spcPct val="90000"/>
              </a:lnSpc>
              <a:spcBef>
                <a:spcPts val="750"/>
              </a:spcBef>
              <a:buClr>
                <a:schemeClr val="accent1"/>
              </a:buClr>
              <a:buSzPct val="100000"/>
              <a:buFont typeface="Arial"/>
              <a:buChar char="•"/>
            </a:pPr>
            <a:endParaRPr lang="en-US" sz="1200" dirty="0">
              <a:latin typeface="+mn-lt"/>
              <a:ea typeface="Calibri"/>
              <a:cs typeface="Calibri"/>
              <a:sym typeface="Calibri"/>
            </a:endParaRPr>
          </a:p>
          <a:p>
            <a:pPr lvl="0">
              <a:spcBef>
                <a:spcPts val="0"/>
              </a:spcBef>
              <a:buNone/>
            </a:pPr>
            <a:r>
              <a:rPr lang="en-US" dirty="0">
                <a:solidFill>
                  <a:schemeClr val="accent1"/>
                </a:solidFill>
                <a:latin typeface="Trebuchet MS" pitchFamily="34" charset="0"/>
              </a:rPr>
              <a:t>Images are author owned</a:t>
            </a:r>
            <a:endParaRPr dirty="0"/>
          </a:p>
        </p:txBody>
      </p:sp>
      <p:sp>
        <p:nvSpPr>
          <p:cNvPr id="270" name="Shape 2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11615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sz="1200" dirty="0">
                <a:latin typeface="+mn-lt"/>
                <a:ea typeface="Calibri"/>
                <a:cs typeface="Calibri"/>
                <a:sym typeface="Calibri"/>
              </a:rPr>
              <a:t>The abducens nerve travels within </a:t>
            </a:r>
            <a:r>
              <a:rPr lang="en-US" sz="1200" dirty="0" err="1">
                <a:latin typeface="+mn-lt"/>
                <a:ea typeface="Calibri"/>
                <a:cs typeface="Calibri"/>
                <a:sym typeface="Calibri"/>
              </a:rPr>
              <a:t>Dorello’s</a:t>
            </a:r>
            <a:r>
              <a:rPr lang="en-US" sz="1200" dirty="0">
                <a:latin typeface="+mn-lt"/>
                <a:ea typeface="Calibri"/>
                <a:cs typeface="Calibri"/>
                <a:sym typeface="Calibri"/>
              </a:rPr>
              <a:t> canal to the cavernous sinus.  In the cavernous sinus, the abducens nerve is the most medial nerve. </a:t>
            </a:r>
          </a:p>
          <a:p>
            <a:pPr marL="0" marR="0" lvl="0" indent="0" algn="l" defTabSz="914400" rtl="0" eaLnBrk="1" fontAlgn="base" latinLnBrk="0" hangingPunct="1">
              <a:lnSpc>
                <a:spcPct val="100000"/>
              </a:lnSpc>
              <a:spcBef>
                <a:spcPts val="0"/>
              </a:spcBef>
              <a:spcAft>
                <a:spcPct val="0"/>
              </a:spcAft>
              <a:buClrTx/>
              <a:buSzTx/>
              <a:buFontTx/>
              <a:buNone/>
              <a:tabLst/>
              <a:defRPr/>
            </a:pPr>
            <a:r>
              <a:rPr lang="en-US" sz="1200" dirty="0">
                <a:solidFill>
                  <a:schemeClr val="accent1"/>
                </a:solidFill>
                <a:latin typeface="+mn-lt"/>
                <a:ea typeface="Calibri"/>
                <a:cs typeface="Calibri"/>
                <a:sym typeface="Calibri"/>
              </a:rPr>
              <a:t>The</a:t>
            </a:r>
            <a:r>
              <a:rPr lang="en-US" sz="1200" dirty="0">
                <a:solidFill>
                  <a:srgbClr val="FFFF00"/>
                </a:solidFill>
                <a:latin typeface="+mn-lt"/>
                <a:ea typeface="Calibri"/>
                <a:cs typeface="Calibri"/>
                <a:sym typeface="Calibri"/>
              </a:rPr>
              <a:t> yellow circle</a:t>
            </a:r>
            <a:r>
              <a:rPr lang="en-US" sz="1200" dirty="0">
                <a:solidFill>
                  <a:schemeClr val="accent1"/>
                </a:solidFill>
                <a:latin typeface="+mn-lt"/>
                <a:ea typeface="Calibri"/>
                <a:cs typeface="Calibri"/>
                <a:sym typeface="Calibri"/>
              </a:rPr>
              <a:t> marks the expected location of the abducens nerve in the cavernous sinus, which is often too small to confidently identify.</a:t>
            </a:r>
          </a:p>
          <a:p>
            <a:r>
              <a:rPr lang="en-US" dirty="0"/>
              <a:t>Coronal graphic of cavernous sinus demonstrating CNIII, IV, V1 and V2  (oculomotor, trochlear, ophthalmic, maxillary) embedded within the lateral wall of the cavernous sinus within the </a:t>
            </a:r>
            <a:r>
              <a:rPr lang="en-US" dirty="0" err="1"/>
              <a:t>periostic</a:t>
            </a:r>
            <a:r>
              <a:rPr lang="en-US" dirty="0"/>
              <a:t> layer of dura.  CN VI (abducens) is the only cranial nerve which truly passes through the cavernous sinus, i.e. surrounded by venous sinusoids. CN V3 (mandibular) does not enter the cavernous sinus wall.</a:t>
            </a:r>
          </a:p>
          <a:p>
            <a:endParaRPr lang="en-US" dirty="0"/>
          </a:p>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5"/>
          </p:nvPr>
        </p:nvSpPr>
        <p:spPr/>
        <p:txBody>
          <a:bodyPr/>
          <a:lstStyle/>
          <a:p>
            <a:pPr>
              <a:defRPr/>
            </a:pPr>
            <a:fld id="{1B1CE854-62F8-416A-946D-8141AB94A7B2}" type="slidenum">
              <a:rPr lang="en-US" smtClean="0"/>
              <a:pPr>
                <a:defRPr/>
              </a:pPr>
              <a:t>38</a:t>
            </a:fld>
            <a:endParaRPr lang="en-US"/>
          </a:p>
        </p:txBody>
      </p:sp>
    </p:spTree>
    <p:extLst>
      <p:ext uri="{BB962C8B-B14F-4D97-AF65-F5344CB8AC3E}">
        <p14:creationId xmlns:p14="http://schemas.microsoft.com/office/powerpoint/2010/main" val="16973838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Shape 29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sz="1200" dirty="0">
                <a:latin typeface="+mn-lt"/>
                <a:ea typeface="Calibri"/>
                <a:cs typeface="Calibri"/>
                <a:sym typeface="Calibri"/>
              </a:rPr>
              <a:t>The </a:t>
            </a:r>
            <a:r>
              <a:rPr lang="en-US" sz="1200" dirty="0" err="1">
                <a:latin typeface="+mn-lt"/>
                <a:ea typeface="Calibri"/>
                <a:cs typeface="Calibri"/>
                <a:sym typeface="Calibri"/>
              </a:rPr>
              <a:t>abducens</a:t>
            </a:r>
            <a:r>
              <a:rPr lang="en-US" sz="1200" dirty="0">
                <a:latin typeface="+mn-lt"/>
                <a:ea typeface="Calibri"/>
                <a:cs typeface="Calibri"/>
                <a:sym typeface="Calibri"/>
              </a:rPr>
              <a:t> nerve also enters the orbit via the superior orbital fissure (black arrow) and innervates the lateral rectus muscle.</a:t>
            </a:r>
          </a:p>
          <a:p>
            <a:pPr lvl="0">
              <a:spcBef>
                <a:spcPts val="0"/>
              </a:spcBef>
              <a:buNone/>
            </a:pPr>
            <a:r>
              <a:rPr lang="en-US" dirty="0">
                <a:solidFill>
                  <a:schemeClr val="accent1"/>
                </a:solidFill>
                <a:latin typeface="Trebuchet MS" pitchFamily="34" charset="0"/>
              </a:rPr>
              <a:t>Images are author owned</a:t>
            </a:r>
            <a:endParaRPr dirty="0"/>
          </a:p>
        </p:txBody>
      </p:sp>
      <p:sp>
        <p:nvSpPr>
          <p:cNvPr id="299" name="Shape 29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39442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T1,</a:t>
            </a:r>
            <a:r>
              <a:rPr lang="en-US" baseline="0" dirty="0"/>
              <a:t> T1 post contrast, coronal and axial FLAIR demonstrate symmetric non-enhancing FLAIR </a:t>
            </a:r>
            <a:r>
              <a:rPr lang="en-US" baseline="0" dirty="0" err="1"/>
              <a:t>hyperintense</a:t>
            </a:r>
            <a:r>
              <a:rPr lang="en-US" baseline="0" dirty="0"/>
              <a:t> lesions involving the bilateral facial colliculi in the expected region of the </a:t>
            </a:r>
            <a:r>
              <a:rPr lang="en-US" baseline="0" dirty="0" err="1"/>
              <a:t>abducens</a:t>
            </a:r>
            <a:r>
              <a:rPr lang="en-US" baseline="0" dirty="0"/>
              <a:t> nuclei.  Initial presentation for patient subsequently diagnosed with multiple sclerosis.</a:t>
            </a:r>
          </a:p>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10"/>
          </p:nvPr>
        </p:nvSpPr>
        <p:spPr/>
        <p:txBody>
          <a:bodyPr/>
          <a:lstStyle/>
          <a:p>
            <a:pPr>
              <a:defRPr/>
            </a:pPr>
            <a:fld id="{1B1CE854-62F8-416A-946D-8141AB94A7B2}" type="slidenum">
              <a:rPr lang="en-US" smtClean="0"/>
              <a:pPr>
                <a:defRPr/>
              </a:pPr>
              <a:t>40</a:t>
            </a:fld>
            <a:endParaRPr lang="en-US"/>
          </a:p>
        </p:txBody>
      </p:sp>
    </p:spTree>
    <p:extLst>
      <p:ext uri="{BB962C8B-B14F-4D97-AF65-F5344CB8AC3E}">
        <p14:creationId xmlns:p14="http://schemas.microsoft.com/office/powerpoint/2010/main" val="24093039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Shape 648"/>
          <p:cNvSpPr txBox="1">
            <a:spLocks noGrp="1"/>
          </p:cNvSpPr>
          <p:nvPr>
            <p:ph type="body" idx="1"/>
          </p:nvPr>
        </p:nvSpPr>
        <p:spPr>
          <a:xfrm>
            <a:off x="685800" y="4400550"/>
            <a:ext cx="5486399" cy="3600450"/>
          </a:xfrm>
          <a:prstGeom prst="rect">
            <a:avLst/>
          </a:prstGeom>
          <a:noFill/>
          <a:ln>
            <a:noFill/>
          </a:ln>
        </p:spPr>
        <p:txBody>
          <a:bodyPr lIns="91425" tIns="91425" rIns="91425" bIns="91425" anchor="ctr" anchorCtr="0">
            <a:noAutofit/>
          </a:body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sz="1200" dirty="0">
                <a:solidFill>
                  <a:schemeClr val="accent1"/>
                </a:solidFill>
                <a:latin typeface="+mn-lt"/>
                <a:ea typeface="Calibri"/>
                <a:cs typeface="Calibri"/>
                <a:sym typeface="Calibri"/>
              </a:rPr>
              <a:t>Axial T1 and axial and coronal T1 +C sequences demonstrate a T1 isointense, homogeneously enhancing mass involving the anterior right middle cranial fossa and right cavernous sinus. The mass invades the superior orbital fissure (</a:t>
            </a:r>
            <a:r>
              <a:rPr lang="en-US" sz="1200" dirty="0">
                <a:solidFill>
                  <a:srgbClr val="FFFFFF"/>
                </a:solidFill>
                <a:latin typeface="+mn-lt"/>
                <a:ea typeface="Calibri"/>
                <a:cs typeface="Calibri"/>
                <a:sym typeface="Calibri"/>
              </a:rPr>
              <a:t>white arrow</a:t>
            </a:r>
            <a:r>
              <a:rPr lang="en-US" sz="1200" dirty="0">
                <a:solidFill>
                  <a:schemeClr val="accent1"/>
                </a:solidFill>
                <a:latin typeface="+mn-lt"/>
                <a:ea typeface="Calibri"/>
                <a:cs typeface="Calibri"/>
                <a:sym typeface="Calibri"/>
              </a:rPr>
              <a:t>). Note hyperostosis of right sphenoid wing (</a:t>
            </a:r>
            <a:r>
              <a:rPr lang="en-US" sz="1200" dirty="0">
                <a:solidFill>
                  <a:srgbClr val="FF0000"/>
                </a:solidFill>
                <a:latin typeface="+mn-lt"/>
                <a:ea typeface="Calibri"/>
                <a:cs typeface="Calibri"/>
                <a:sym typeface="Calibri"/>
              </a:rPr>
              <a:t>red arrow</a:t>
            </a:r>
            <a:r>
              <a:rPr lang="en-US" sz="1200" dirty="0">
                <a:solidFill>
                  <a:schemeClr val="accent1"/>
                </a:solidFill>
                <a:latin typeface="+mn-lt"/>
                <a:ea typeface="Calibri"/>
                <a:cs typeface="Calibri"/>
                <a:sym typeface="Calibri"/>
              </a:rPr>
              <a:t>).</a:t>
            </a:r>
          </a:p>
          <a:p>
            <a:pPr>
              <a:lnSpc>
                <a:spcPct val="90000"/>
              </a:lnSpc>
              <a:spcBef>
                <a:spcPts val="0"/>
              </a:spcBef>
              <a:spcAft>
                <a:spcPts val="0"/>
              </a:spcAft>
            </a:pPr>
            <a:r>
              <a:rPr lang="en-US" sz="2700" dirty="0">
                <a:solidFill>
                  <a:schemeClr val="accent1"/>
                </a:solidFill>
                <a:latin typeface="+mn-lt"/>
                <a:ea typeface="Calibri"/>
                <a:cs typeface="Calibri"/>
                <a:sym typeface="Calibri"/>
              </a:rPr>
              <a:t>Sphenoid Wing Meningioma </a:t>
            </a:r>
            <a:r>
              <a:rPr lang="en-US" dirty="0">
                <a:solidFill>
                  <a:schemeClr val="accent1"/>
                </a:solidFill>
                <a:latin typeface="+mn-lt"/>
                <a:ea typeface="Calibri"/>
                <a:cs typeface="Calibri"/>
                <a:sym typeface="Calibri"/>
              </a:rPr>
              <a:t>(with involvement of the cavernous sinus and superior orbital fissure)</a:t>
            </a:r>
          </a:p>
          <a:p>
            <a:pPr marL="342900"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mn-lt"/>
                <a:ea typeface="Calibri"/>
                <a:cs typeface="Calibri"/>
                <a:sym typeface="Calibri"/>
              </a:rPr>
              <a:t>Imaging:</a:t>
            </a:r>
          </a:p>
          <a:p>
            <a:pPr marL="685800" lvl="1"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mn-lt"/>
                <a:ea typeface="Calibri"/>
                <a:cs typeface="Calibri"/>
                <a:sym typeface="Calibri"/>
              </a:rPr>
              <a:t>Dural-based, diffusely enhancing mass</a:t>
            </a:r>
          </a:p>
          <a:p>
            <a:pPr marL="685800" lvl="1"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mn-lt"/>
                <a:ea typeface="Calibri"/>
                <a:cs typeface="Calibri"/>
                <a:sym typeface="Calibri"/>
              </a:rPr>
              <a:t>Extra-axial: CSF cleft around the mass confirms extra-axial location</a:t>
            </a:r>
          </a:p>
          <a:p>
            <a:pPr marL="685800" lvl="1"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mn-lt"/>
                <a:ea typeface="Calibri"/>
                <a:cs typeface="Calibri"/>
                <a:sym typeface="Calibri"/>
              </a:rPr>
              <a:t>Ca++ are common (high density on CT and susceptibility artifact on SWI/gradient MR imaging)</a:t>
            </a:r>
          </a:p>
          <a:p>
            <a:pPr marL="685800" lvl="1"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mn-lt"/>
                <a:ea typeface="Calibri"/>
                <a:cs typeface="Calibri"/>
                <a:sym typeface="Calibri"/>
              </a:rPr>
              <a:t>May have hyperostosis of adjacent skull (as seen in this case)</a:t>
            </a:r>
          </a:p>
          <a:p>
            <a:pPr marL="342900"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mn-lt"/>
                <a:ea typeface="Calibri"/>
                <a:cs typeface="Calibri"/>
                <a:sym typeface="Calibri"/>
              </a:rPr>
              <a:t>Differential for Meningioma</a:t>
            </a:r>
          </a:p>
          <a:p>
            <a:pPr marL="685800" lvl="1"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mn-lt"/>
                <a:ea typeface="Calibri"/>
                <a:cs typeface="Calibri"/>
                <a:sym typeface="Calibri"/>
              </a:rPr>
              <a:t>Dural based metastasis</a:t>
            </a:r>
          </a:p>
          <a:p>
            <a:pPr marL="685800" lvl="1"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mn-lt"/>
                <a:ea typeface="Calibri"/>
                <a:cs typeface="Calibri"/>
                <a:sym typeface="Calibri"/>
              </a:rPr>
              <a:t>Granulomatous Disease (sarcoid, TB)</a:t>
            </a:r>
          </a:p>
          <a:p>
            <a:pPr marL="685800" lvl="1"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mn-lt"/>
                <a:ea typeface="Calibri"/>
                <a:cs typeface="Calibri"/>
                <a:sym typeface="Calibri"/>
              </a:rPr>
              <a:t>Lymphoma</a:t>
            </a:r>
          </a:p>
          <a:p>
            <a:pPr marL="342900"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mn-lt"/>
                <a:ea typeface="Calibri"/>
                <a:cs typeface="Calibri"/>
                <a:sym typeface="Calibri"/>
              </a:rPr>
              <a:t>Note: Lesions of the superior orbital fissure or cavernous sinus can result in CN III, IV, V1, and VI palsies (as in this case).</a:t>
            </a:r>
          </a:p>
          <a:p>
            <a:pPr marL="342900" indent="-285750">
              <a:lnSpc>
                <a:spcPct val="90000"/>
              </a:lnSpc>
              <a:spcBef>
                <a:spcPts val="0"/>
              </a:spcBef>
              <a:spcAft>
                <a:spcPts val="0"/>
              </a:spcAft>
              <a:buClr>
                <a:schemeClr val="accent1"/>
              </a:buClr>
              <a:buSzPct val="100000"/>
              <a:buFont typeface="Calibri"/>
              <a:buChar char="●"/>
            </a:pPr>
            <a:endParaRPr lang="en-US" dirty="0">
              <a:solidFill>
                <a:schemeClr val="accent1"/>
              </a:solidFill>
              <a:latin typeface="+mn-lt"/>
              <a:ea typeface="Calibri"/>
              <a:cs typeface="Calibri"/>
              <a:sym typeface="Calibri"/>
            </a:endParaRPr>
          </a:p>
          <a:p>
            <a:pPr marL="342900" indent="-285750">
              <a:lnSpc>
                <a:spcPct val="90000"/>
              </a:lnSpc>
              <a:spcBef>
                <a:spcPts val="0"/>
              </a:spcBef>
              <a:spcAft>
                <a:spcPts val="0"/>
              </a:spcAft>
              <a:buClr>
                <a:schemeClr val="accent1"/>
              </a:buClr>
              <a:buSzPct val="100000"/>
              <a:buFont typeface="Calibri"/>
              <a:buChar char="●"/>
            </a:pPr>
            <a:r>
              <a:rPr lang="en-US" dirty="0">
                <a:solidFill>
                  <a:schemeClr val="accent1"/>
                </a:solidFill>
                <a:latin typeface="Trebuchet MS" pitchFamily="34" charset="0"/>
              </a:rPr>
              <a:t>Images are author owned</a:t>
            </a:r>
            <a:endParaRPr lang="en-US" dirty="0">
              <a:solidFill>
                <a:schemeClr val="accent1"/>
              </a:solidFill>
              <a:latin typeface="+mn-lt"/>
              <a:ea typeface="Calibri"/>
              <a:cs typeface="Calibri"/>
              <a:sym typeface="Calibri"/>
            </a:endParaRPr>
          </a:p>
          <a:p>
            <a:pPr marL="0" marR="0" lvl="0" indent="0" algn="l" defTabSz="914400" rtl="0" eaLnBrk="1" fontAlgn="base" latinLnBrk="0" hangingPunct="1">
              <a:lnSpc>
                <a:spcPct val="100000"/>
              </a:lnSpc>
              <a:spcBef>
                <a:spcPts val="0"/>
              </a:spcBef>
              <a:spcAft>
                <a:spcPct val="0"/>
              </a:spcAft>
              <a:buClrTx/>
              <a:buSzTx/>
              <a:buFontTx/>
              <a:buNone/>
              <a:tabLst/>
              <a:defRPr/>
            </a:pPr>
            <a:endParaRPr lang="en-US" sz="1200" dirty="0">
              <a:solidFill>
                <a:schemeClr val="accent1"/>
              </a:solidFill>
              <a:latin typeface="+mn-lt"/>
              <a:ea typeface="Calibri"/>
              <a:cs typeface="Calibri"/>
              <a:sym typeface="Calibri"/>
            </a:endParaRPr>
          </a:p>
          <a:p>
            <a:pPr lvl="0">
              <a:spcBef>
                <a:spcPts val="0"/>
              </a:spcBef>
              <a:buNone/>
            </a:pPr>
            <a:endParaRPr dirty="0"/>
          </a:p>
        </p:txBody>
      </p:sp>
      <p:sp>
        <p:nvSpPr>
          <p:cNvPr id="649" name="Shape 649"/>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4691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5"/>
          </p:nvPr>
        </p:nvSpPr>
        <p:spPr/>
        <p:txBody>
          <a:bodyPr/>
          <a:lstStyle/>
          <a:p>
            <a:pPr>
              <a:defRPr/>
            </a:pPr>
            <a:fld id="{1B1CE854-62F8-416A-946D-8141AB94A7B2}" type="slidenum">
              <a:rPr lang="en-US" smtClean="0"/>
              <a:pPr>
                <a:defRPr/>
              </a:pPr>
              <a:t>42</a:t>
            </a:fld>
            <a:endParaRPr lang="en-US"/>
          </a:p>
        </p:txBody>
      </p:sp>
    </p:spTree>
    <p:extLst>
      <p:ext uri="{BB962C8B-B14F-4D97-AF65-F5344CB8AC3E}">
        <p14:creationId xmlns:p14="http://schemas.microsoft.com/office/powerpoint/2010/main" val="98773658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10"/>
          </p:nvPr>
        </p:nvSpPr>
        <p:spPr/>
        <p:txBody>
          <a:bodyPr/>
          <a:lstStyle/>
          <a:p>
            <a:fld id="{EC10CF03-2F4A-4C32-B789-8B2CF929F8FC}" type="slidenum">
              <a:rPr lang="en-US" smtClean="0"/>
              <a:t>43</a:t>
            </a:fld>
            <a:endParaRPr lang="en-US"/>
          </a:p>
        </p:txBody>
      </p:sp>
    </p:spTree>
    <p:extLst>
      <p:ext uri="{BB962C8B-B14F-4D97-AF65-F5344CB8AC3E}">
        <p14:creationId xmlns:p14="http://schemas.microsoft.com/office/powerpoint/2010/main" val="409308269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Shape 256"/>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marL="171450" indent="-161925">
              <a:lnSpc>
                <a:spcPct val="90000"/>
              </a:lnSpc>
              <a:spcBef>
                <a:spcPts val="0"/>
              </a:spcBef>
              <a:spcAft>
                <a:spcPts val="0"/>
              </a:spcAft>
              <a:buClr>
                <a:schemeClr val="accent1"/>
              </a:buClr>
              <a:buSzPct val="100000"/>
              <a:buFont typeface="Arial"/>
              <a:buChar char="•"/>
            </a:pPr>
            <a:r>
              <a:rPr lang="en-US" sz="1200" dirty="0">
                <a:latin typeface="+mn-lt"/>
                <a:ea typeface="Calibri"/>
                <a:cs typeface="Calibri"/>
                <a:sym typeface="Calibri"/>
              </a:rPr>
              <a:t>The </a:t>
            </a:r>
            <a:r>
              <a:rPr lang="en-US" sz="1200" dirty="0" err="1">
                <a:latin typeface="+mn-lt"/>
                <a:ea typeface="Calibri"/>
                <a:cs typeface="Calibri"/>
                <a:sym typeface="Calibri"/>
              </a:rPr>
              <a:t>abducens</a:t>
            </a:r>
            <a:r>
              <a:rPr lang="en-US" sz="1200" dirty="0">
                <a:latin typeface="+mn-lt"/>
                <a:ea typeface="Calibri"/>
                <a:cs typeface="Calibri"/>
                <a:sym typeface="Calibri"/>
              </a:rPr>
              <a:t> nucleus (</a:t>
            </a:r>
            <a:r>
              <a:rPr lang="en-US" sz="1200" dirty="0">
                <a:solidFill>
                  <a:srgbClr val="FFFFFF"/>
                </a:solidFill>
                <a:latin typeface="+mn-lt"/>
                <a:ea typeface="Calibri"/>
                <a:cs typeface="Calibri"/>
                <a:sym typeface="Calibri"/>
              </a:rPr>
              <a:t>white circle</a:t>
            </a:r>
            <a:r>
              <a:rPr lang="en-US" sz="1200" dirty="0">
                <a:latin typeface="+mn-lt"/>
                <a:ea typeface="Calibri"/>
                <a:cs typeface="Calibri"/>
                <a:sym typeface="Calibri"/>
              </a:rPr>
              <a:t>) is within the dorsal pons at the facial colliculus.  </a:t>
            </a:r>
          </a:p>
          <a:p>
            <a:pPr marL="171450" marR="0" lvl="0" indent="-161925" algn="l" defTabSz="914400" rtl="0" eaLnBrk="1" fontAlgn="base" latinLnBrk="0" hangingPunct="1">
              <a:lnSpc>
                <a:spcPct val="90000"/>
              </a:lnSpc>
              <a:spcBef>
                <a:spcPts val="750"/>
              </a:spcBef>
              <a:spcAft>
                <a:spcPts val="0"/>
              </a:spcAft>
              <a:buClr>
                <a:schemeClr val="accent1"/>
              </a:buClr>
              <a:buSzPct val="100000"/>
              <a:buFont typeface="Arial"/>
              <a:buChar char="•"/>
              <a:tabLst/>
              <a:defRPr/>
            </a:pPr>
            <a:r>
              <a:rPr lang="en-US" sz="1200" dirty="0">
                <a:latin typeface="+mn-lt"/>
                <a:ea typeface="Calibri"/>
                <a:cs typeface="Calibri"/>
                <a:sym typeface="Calibri"/>
              </a:rPr>
              <a:t>The seventh nerve nucleus (</a:t>
            </a:r>
            <a:r>
              <a:rPr lang="en-US" sz="1200" dirty="0">
                <a:solidFill>
                  <a:srgbClr val="FF0000"/>
                </a:solidFill>
                <a:latin typeface="+mn-lt"/>
                <a:ea typeface="Calibri"/>
                <a:cs typeface="Calibri"/>
                <a:sym typeface="Calibri"/>
              </a:rPr>
              <a:t>red circle</a:t>
            </a:r>
            <a:r>
              <a:rPr lang="en-US" sz="1200" dirty="0">
                <a:latin typeface="+mn-lt"/>
                <a:ea typeface="Calibri"/>
                <a:cs typeface="Calibri"/>
                <a:sym typeface="Calibri"/>
              </a:rPr>
              <a:t>) and central course nerve (red line) courses around the </a:t>
            </a:r>
            <a:r>
              <a:rPr lang="en-US" sz="1200" dirty="0" err="1">
                <a:latin typeface="+mn-lt"/>
                <a:ea typeface="Calibri"/>
                <a:cs typeface="Calibri"/>
                <a:sym typeface="Calibri"/>
              </a:rPr>
              <a:t>abducens</a:t>
            </a:r>
            <a:r>
              <a:rPr lang="en-US" sz="1200" dirty="0">
                <a:latin typeface="+mn-lt"/>
                <a:ea typeface="Calibri"/>
                <a:cs typeface="Calibri"/>
                <a:sym typeface="Calibri"/>
              </a:rPr>
              <a:t> nucleus before exiting as</a:t>
            </a:r>
            <a:r>
              <a:rPr lang="en-US" sz="1200" baseline="0" dirty="0">
                <a:latin typeface="+mn-lt"/>
                <a:ea typeface="Calibri"/>
                <a:cs typeface="Calibri"/>
                <a:sym typeface="Calibri"/>
              </a:rPr>
              <a:t> the </a:t>
            </a:r>
            <a:r>
              <a:rPr lang="en-US" sz="1200" baseline="0" dirty="0" err="1">
                <a:latin typeface="+mn-lt"/>
                <a:ea typeface="Calibri"/>
                <a:cs typeface="Calibri"/>
                <a:sym typeface="Calibri"/>
              </a:rPr>
              <a:t>cisternal</a:t>
            </a:r>
            <a:r>
              <a:rPr lang="en-US" sz="1200" baseline="0" dirty="0">
                <a:latin typeface="+mn-lt"/>
                <a:ea typeface="Calibri"/>
                <a:cs typeface="Calibri"/>
                <a:sym typeface="Calibri"/>
              </a:rPr>
              <a:t> segment (yellow)</a:t>
            </a:r>
            <a:r>
              <a:rPr lang="en-US" sz="1200" dirty="0">
                <a:latin typeface="+mn-lt"/>
                <a:ea typeface="Calibri"/>
                <a:cs typeface="Calibri"/>
                <a:sym typeface="Calibri"/>
              </a:rPr>
              <a:t>. Pathology affecting the </a:t>
            </a:r>
            <a:r>
              <a:rPr lang="en-US" sz="1200" dirty="0" err="1">
                <a:latin typeface="+mn-lt"/>
                <a:ea typeface="Calibri"/>
                <a:cs typeface="Calibri"/>
                <a:sym typeface="Calibri"/>
              </a:rPr>
              <a:t>abducens</a:t>
            </a:r>
            <a:r>
              <a:rPr lang="en-US" sz="1200" dirty="0">
                <a:latin typeface="+mn-lt"/>
                <a:ea typeface="Calibri"/>
                <a:cs typeface="Calibri"/>
                <a:sym typeface="Calibri"/>
              </a:rPr>
              <a:t> nucleus will often also affect the facial nerve.</a:t>
            </a:r>
          </a:p>
          <a:p>
            <a:pPr lvl="0">
              <a:spcBef>
                <a:spcPts val="0"/>
              </a:spcBef>
              <a:buNone/>
            </a:pPr>
            <a:r>
              <a:rPr lang="en-US" dirty="0">
                <a:solidFill>
                  <a:schemeClr val="accent1"/>
                </a:solidFill>
                <a:latin typeface="Trebuchet MS" pitchFamily="34" charset="0"/>
              </a:rPr>
              <a:t>Images are author owned</a:t>
            </a:r>
            <a:endParaRPr dirty="0"/>
          </a:p>
        </p:txBody>
      </p:sp>
      <p:sp>
        <p:nvSpPr>
          <p:cNvPr id="257" name="Shape 2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99515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5"/>
          </p:nvPr>
        </p:nvSpPr>
        <p:spPr/>
        <p:txBody>
          <a:bodyPr/>
          <a:lstStyle/>
          <a:p>
            <a:pPr>
              <a:defRPr/>
            </a:pPr>
            <a:fld id="{1B1CE854-62F8-416A-946D-8141AB94A7B2}" type="slidenum">
              <a:rPr lang="en-US" smtClean="0"/>
              <a:pPr>
                <a:defRPr/>
              </a:pPr>
              <a:t>45</a:t>
            </a:fld>
            <a:endParaRPr lang="en-US"/>
          </a:p>
        </p:txBody>
      </p:sp>
    </p:spTree>
    <p:extLst>
      <p:ext uri="{BB962C8B-B14F-4D97-AF65-F5344CB8AC3E}">
        <p14:creationId xmlns:p14="http://schemas.microsoft.com/office/powerpoint/2010/main" val="396383623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dirty="0">
                <a:solidFill>
                  <a:schemeClr val="accent1"/>
                </a:solidFill>
                <a:latin typeface="Times New Roman" charset="0"/>
                <a:ea typeface="Times New Roman" charset="0"/>
                <a:cs typeface="Times New Roman" charset="0"/>
              </a:rPr>
              <a:t>Normal bony appearance of the </a:t>
            </a:r>
            <a:r>
              <a:rPr lang="en-US" sz="1200" dirty="0" err="1">
                <a:solidFill>
                  <a:schemeClr val="accent1"/>
                </a:solidFill>
                <a:latin typeface="Times New Roman" charset="0"/>
                <a:ea typeface="Times New Roman" charset="0"/>
                <a:cs typeface="Times New Roman" charset="0"/>
              </a:rPr>
              <a:t>stylomastoid</a:t>
            </a:r>
            <a:r>
              <a:rPr lang="en-US" sz="1200" dirty="0">
                <a:solidFill>
                  <a:schemeClr val="accent1"/>
                </a:solidFill>
                <a:latin typeface="Times New Roman" charset="0"/>
                <a:ea typeface="Times New Roman" charset="0"/>
                <a:cs typeface="Times New Roman" charset="0"/>
              </a:rPr>
              <a:t> foramen (</a:t>
            </a:r>
            <a:r>
              <a:rPr lang="en-US" sz="1200" dirty="0">
                <a:solidFill>
                  <a:srgbClr val="FF0000"/>
                </a:solidFill>
                <a:latin typeface="Times New Roman" charset="0"/>
                <a:ea typeface="Times New Roman" charset="0"/>
                <a:cs typeface="Times New Roman" charset="0"/>
              </a:rPr>
              <a:t>red arrow</a:t>
            </a:r>
            <a:r>
              <a:rPr lang="en-US" sz="1200" dirty="0">
                <a:solidFill>
                  <a:schemeClr val="accent1"/>
                </a:solidFill>
                <a:latin typeface="Times New Roman" charset="0"/>
                <a:ea typeface="Times New Roman" charset="0"/>
                <a:cs typeface="Times New Roman" charset="0"/>
              </a:rPr>
              <a:t>) and normal fat density/intensity (</a:t>
            </a:r>
            <a:r>
              <a:rPr lang="en-US" sz="1200" dirty="0">
                <a:solidFill>
                  <a:schemeClr val="tx2"/>
                </a:solidFill>
                <a:latin typeface="Times New Roman" charset="0"/>
                <a:ea typeface="Times New Roman" charset="0"/>
                <a:cs typeface="Times New Roman" charset="0"/>
              </a:rPr>
              <a:t>gold arrows</a:t>
            </a:r>
            <a:r>
              <a:rPr lang="en-US" sz="1200" dirty="0">
                <a:solidFill>
                  <a:schemeClr val="accent5"/>
                </a:solidFill>
                <a:latin typeface="Times New Roman" charset="0"/>
                <a:ea typeface="Times New Roman" charset="0"/>
                <a:cs typeface="Times New Roman" charset="0"/>
              </a:rPr>
              <a:t>).</a:t>
            </a:r>
            <a:endParaRPr lang="en-US" sz="1200" dirty="0">
              <a:solidFill>
                <a:schemeClr val="tx2"/>
              </a:solidFill>
              <a:latin typeface="Times New Roman" charset="0"/>
              <a:ea typeface="Times New Roman" charset="0"/>
              <a:cs typeface="Times New Roman" charset="0"/>
            </a:endParaRPr>
          </a:p>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10"/>
          </p:nvPr>
        </p:nvSpPr>
        <p:spPr/>
        <p:txBody>
          <a:bodyPr/>
          <a:lstStyle/>
          <a:p>
            <a:pPr>
              <a:defRPr/>
            </a:pPr>
            <a:fld id="{1B1CE854-62F8-416A-946D-8141AB94A7B2}" type="slidenum">
              <a:rPr lang="en-US" smtClean="0"/>
              <a:pPr>
                <a:defRPr/>
              </a:pPr>
              <a:t>46</a:t>
            </a:fld>
            <a:endParaRPr lang="en-US"/>
          </a:p>
        </p:txBody>
      </p:sp>
    </p:spTree>
    <p:extLst>
      <p:ext uri="{BB962C8B-B14F-4D97-AF65-F5344CB8AC3E}">
        <p14:creationId xmlns:p14="http://schemas.microsoft.com/office/powerpoint/2010/main" val="32214871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dirty="0">
                <a:solidFill>
                  <a:schemeClr val="accent5"/>
                </a:solidFill>
                <a:latin typeface="Times New Roman" charset="0"/>
                <a:ea typeface="Times New Roman" charset="0"/>
                <a:cs typeface="Times New Roman" charset="0"/>
              </a:rPr>
              <a:t>Axial T1 MRI post contrast through the parotid gland demonstrates relationship of the main motor division of the </a:t>
            </a:r>
            <a:r>
              <a:rPr lang="en-US" sz="1200" dirty="0">
                <a:solidFill>
                  <a:srgbClr val="0070C0"/>
                </a:solidFill>
                <a:latin typeface="Times New Roman" charset="0"/>
                <a:ea typeface="Times New Roman" charset="0"/>
                <a:cs typeface="Times New Roman" charset="0"/>
              </a:rPr>
              <a:t>facial nerve </a:t>
            </a:r>
            <a:r>
              <a:rPr lang="en-US" sz="1200" dirty="0">
                <a:solidFill>
                  <a:schemeClr val="accent5"/>
                </a:solidFill>
                <a:latin typeface="Times New Roman" charset="0"/>
                <a:ea typeface="Times New Roman" charset="0"/>
                <a:cs typeface="Times New Roman" charset="0"/>
              </a:rPr>
              <a:t>and the</a:t>
            </a:r>
            <a:r>
              <a:rPr lang="en-US" sz="1200" dirty="0">
                <a:solidFill>
                  <a:schemeClr val="tx2"/>
                </a:solidFill>
                <a:latin typeface="Times New Roman" charset="0"/>
                <a:ea typeface="Times New Roman" charset="0"/>
                <a:cs typeface="Times New Roman" charset="0"/>
              </a:rPr>
              <a:t> </a:t>
            </a:r>
            <a:r>
              <a:rPr lang="en-US" sz="1200" dirty="0">
                <a:solidFill>
                  <a:srgbClr val="FF0000"/>
                </a:solidFill>
                <a:latin typeface="Times New Roman" charset="0"/>
                <a:ea typeface="Times New Roman" charset="0"/>
                <a:cs typeface="Times New Roman" charset="0"/>
              </a:rPr>
              <a:t>retromandibular vein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dirty="0">
              <a:solidFill>
                <a:schemeClr val="tx2"/>
              </a:solidFill>
              <a:latin typeface="Times New Roman" charset="0"/>
              <a:ea typeface="Times New Roman" charset="0"/>
              <a:cs typeface="Times New Roman" charset="0"/>
            </a:endParaRPr>
          </a:p>
          <a:p>
            <a:r>
              <a:rPr lang="en-US" sz="1200" dirty="0"/>
              <a:t>1</a:t>
            </a:r>
            <a:r>
              <a:rPr lang="en-US" sz="1200" baseline="30000" dirty="0"/>
              <a:t>st</a:t>
            </a:r>
            <a:r>
              <a:rPr lang="en-US" sz="1200" dirty="0"/>
              <a:t> </a:t>
            </a:r>
            <a:r>
              <a:rPr lang="en-US" sz="1200" dirty="0" err="1"/>
              <a:t>extracranial</a:t>
            </a:r>
            <a:r>
              <a:rPr lang="en-US" sz="1200" dirty="0"/>
              <a:t> branch = posterior auricular nerve – motor to muscles around ear</a:t>
            </a:r>
          </a:p>
          <a:p>
            <a:r>
              <a:rPr lang="en-US" sz="1200" dirty="0"/>
              <a:t>Next are motor branches to posterior belly of digastric and stylohyoid muscles</a:t>
            </a:r>
          </a:p>
          <a:p>
            <a:r>
              <a:rPr lang="en-US" sz="1200" dirty="0"/>
              <a:t>Beyond this is main motor trunk coursing through the parotid gland, which runs just superficial to the retromandibular vein</a:t>
            </a:r>
          </a:p>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10"/>
          </p:nvPr>
        </p:nvSpPr>
        <p:spPr/>
        <p:txBody>
          <a:bodyPr/>
          <a:lstStyle/>
          <a:p>
            <a:fld id="{EC10CF03-2F4A-4C32-B789-8B2CF929F8FC}" type="slidenum">
              <a:rPr lang="en-US" smtClean="0"/>
              <a:t>47</a:t>
            </a:fld>
            <a:endParaRPr lang="en-US"/>
          </a:p>
        </p:txBody>
      </p:sp>
    </p:spTree>
    <p:extLst>
      <p:ext uri="{BB962C8B-B14F-4D97-AF65-F5344CB8AC3E}">
        <p14:creationId xmlns:p14="http://schemas.microsoft.com/office/powerpoint/2010/main" val="13371409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sz="1200" b="0" i="0" kern="1200" dirty="0">
                <a:solidFill>
                  <a:schemeClr val="tx1"/>
                </a:solidFill>
                <a:effectLst/>
                <a:latin typeface="+mn-lt"/>
                <a:ea typeface="+mn-ea"/>
                <a:cs typeface="+mn-cs"/>
              </a:rPr>
              <a:t>Terminal </a:t>
            </a:r>
            <a:r>
              <a:rPr lang="sv-SE" sz="1200" b="0" i="0" kern="1200" dirty="0" err="1">
                <a:solidFill>
                  <a:schemeClr val="tx1"/>
                </a:solidFill>
                <a:effectLst/>
                <a:latin typeface="+mn-lt"/>
                <a:ea typeface="+mn-ea"/>
                <a:cs typeface="+mn-cs"/>
              </a:rPr>
              <a:t>branching</a:t>
            </a:r>
            <a:r>
              <a:rPr lang="sv-SE" sz="1200" b="0" i="0" kern="1200" dirty="0">
                <a:solidFill>
                  <a:schemeClr val="tx1"/>
                </a:solidFill>
                <a:effectLst/>
                <a:latin typeface="+mn-lt"/>
                <a:ea typeface="+mn-ea"/>
                <a:cs typeface="+mn-cs"/>
              </a:rPr>
              <a:t> </a:t>
            </a:r>
            <a:r>
              <a:rPr lang="sv-SE" sz="1200" b="0" i="0" kern="1200" dirty="0" err="1">
                <a:solidFill>
                  <a:schemeClr val="tx1"/>
                </a:solidFill>
                <a:effectLst/>
                <a:latin typeface="+mn-lt"/>
                <a:ea typeface="+mn-ea"/>
                <a:cs typeface="+mn-cs"/>
              </a:rPr>
              <a:t>of</a:t>
            </a:r>
            <a:r>
              <a:rPr lang="sv-SE" sz="1200" b="0" i="0" kern="1200" dirty="0">
                <a:solidFill>
                  <a:schemeClr val="tx1"/>
                </a:solidFill>
                <a:effectLst/>
                <a:latin typeface="+mn-lt"/>
                <a:ea typeface="+mn-ea"/>
                <a:cs typeface="+mn-cs"/>
              </a:rPr>
              <a:t> the </a:t>
            </a:r>
            <a:r>
              <a:rPr lang="sv-SE" sz="1200" b="0" i="0" kern="1200" dirty="0" err="1">
                <a:solidFill>
                  <a:schemeClr val="tx1"/>
                </a:solidFill>
                <a:effectLst/>
                <a:latin typeface="+mn-lt"/>
                <a:ea typeface="+mn-ea"/>
                <a:cs typeface="+mn-cs"/>
              </a:rPr>
              <a:t>facial</a:t>
            </a:r>
            <a:r>
              <a:rPr lang="sv-SE" sz="1200" b="0" i="0" kern="1200" dirty="0">
                <a:solidFill>
                  <a:schemeClr val="tx1"/>
                </a:solidFill>
                <a:effectLst/>
                <a:latin typeface="+mn-lt"/>
                <a:ea typeface="+mn-ea"/>
                <a:cs typeface="+mn-cs"/>
              </a:rPr>
              <a:t> </a:t>
            </a:r>
            <a:r>
              <a:rPr lang="sv-SE" sz="1200" b="0" i="0" kern="1200" dirty="0" err="1">
                <a:solidFill>
                  <a:schemeClr val="tx1"/>
                </a:solidFill>
                <a:effectLst/>
                <a:latin typeface="+mn-lt"/>
                <a:ea typeface="+mn-ea"/>
                <a:cs typeface="+mn-cs"/>
              </a:rPr>
              <a:t>nerve</a:t>
            </a:r>
            <a:r>
              <a:rPr lang="sv-SE" sz="1200" b="0" i="0" kern="1200" dirty="0">
                <a:solidFill>
                  <a:schemeClr val="tx1"/>
                </a:solidFill>
                <a:effectLst/>
                <a:latin typeface="+mn-lt"/>
                <a:ea typeface="+mn-ea"/>
                <a:cs typeface="+mn-cs"/>
              </a:rPr>
              <a:t> </a:t>
            </a:r>
            <a:r>
              <a:rPr lang="sv-SE" sz="1200" b="0" i="0" kern="1200" dirty="0" err="1">
                <a:solidFill>
                  <a:schemeClr val="tx1"/>
                </a:solidFill>
                <a:effectLst/>
                <a:latin typeface="+mn-lt"/>
                <a:ea typeface="+mn-ea"/>
                <a:cs typeface="+mn-cs"/>
              </a:rPr>
              <a:t>within</a:t>
            </a:r>
            <a:r>
              <a:rPr lang="sv-SE" sz="1200" b="0" i="0" kern="1200" dirty="0">
                <a:solidFill>
                  <a:schemeClr val="tx1"/>
                </a:solidFill>
                <a:effectLst/>
                <a:latin typeface="+mn-lt"/>
                <a:ea typeface="+mn-ea"/>
                <a:cs typeface="+mn-cs"/>
              </a:rPr>
              <a:t> the </a:t>
            </a:r>
            <a:r>
              <a:rPr lang="sv-SE" sz="1200" b="0" i="0" kern="1200" dirty="0" err="1">
                <a:solidFill>
                  <a:schemeClr val="tx1"/>
                </a:solidFill>
                <a:effectLst/>
                <a:latin typeface="+mn-lt"/>
                <a:ea typeface="+mn-ea"/>
                <a:cs typeface="+mn-cs"/>
              </a:rPr>
              <a:t>parotid</a:t>
            </a:r>
            <a:r>
              <a:rPr lang="sv-SE" sz="1200" b="0" i="0" kern="1200" dirty="0">
                <a:solidFill>
                  <a:schemeClr val="tx1"/>
                </a:solidFill>
                <a:effectLst/>
                <a:latin typeface="+mn-lt"/>
                <a:ea typeface="+mn-ea"/>
                <a:cs typeface="+mn-cs"/>
              </a:rPr>
              <a:t> </a:t>
            </a:r>
            <a:r>
              <a:rPr lang="sv-SE" sz="1200" b="0" i="0" kern="1200" dirty="0" err="1">
                <a:solidFill>
                  <a:schemeClr val="tx1"/>
                </a:solidFill>
                <a:effectLst/>
                <a:latin typeface="+mn-lt"/>
                <a:ea typeface="+mn-ea"/>
                <a:cs typeface="+mn-cs"/>
              </a:rPr>
              <a:t>gland</a:t>
            </a:r>
            <a:endParaRPr lang="sv-SE" sz="1200" b="0" i="0" kern="1200" dirty="0">
              <a:solidFill>
                <a:schemeClr val="tx1"/>
              </a:solidFill>
              <a:effectLst/>
              <a:latin typeface="+mn-lt"/>
              <a:ea typeface="+mn-ea"/>
              <a:cs typeface="+mn-cs"/>
            </a:endParaRPr>
          </a:p>
          <a:p>
            <a:endParaRPr lang="sv-SE" sz="1200" b="0" i="0" kern="1200" dirty="0">
              <a:solidFill>
                <a:schemeClr val="tx1"/>
              </a:solidFill>
              <a:effectLst/>
              <a:latin typeface="+mn-lt"/>
              <a:ea typeface="+mn-ea"/>
              <a:cs typeface="+mn-cs"/>
            </a:endParaRPr>
          </a:p>
          <a:p>
            <a:r>
              <a:rPr lang="en-US" sz="1200" b="0" i="0" dirty="0">
                <a:solidFill>
                  <a:srgbClr val="333333"/>
                </a:solidFill>
                <a:effectLst/>
                <a:latin typeface="Arial" panose="020B0604020202020204" pitchFamily="34" charset="0"/>
              </a:rPr>
              <a:t>Image by </a:t>
            </a:r>
            <a:r>
              <a:rPr lang="sv-SE" sz="1200" b="0" i="0" kern="1200" dirty="0">
                <a:solidFill>
                  <a:schemeClr val="tx1"/>
                </a:solidFill>
                <a:effectLst/>
                <a:latin typeface="+mn-lt"/>
                <a:ea typeface="+mn-ea"/>
                <a:cs typeface="+mn-cs"/>
              </a:rPr>
              <a:t>Patrick J. Lynch, </a:t>
            </a:r>
            <a:r>
              <a:rPr lang="sv-SE" sz="1200" b="0" i="0" kern="1200" dirty="0" err="1">
                <a:solidFill>
                  <a:schemeClr val="tx1"/>
                </a:solidFill>
                <a:effectLst/>
                <a:latin typeface="+mn-lt"/>
                <a:ea typeface="+mn-ea"/>
                <a:cs typeface="+mn-cs"/>
              </a:rPr>
              <a:t>medical</a:t>
            </a:r>
            <a:r>
              <a:rPr lang="sv-SE" sz="1200" b="0" i="0" kern="1200" dirty="0">
                <a:solidFill>
                  <a:schemeClr val="tx1"/>
                </a:solidFill>
                <a:effectLst/>
                <a:latin typeface="+mn-lt"/>
                <a:ea typeface="+mn-ea"/>
                <a:cs typeface="+mn-cs"/>
              </a:rPr>
              <a:t> </a:t>
            </a:r>
            <a:r>
              <a:rPr lang="sv-SE" sz="1200" b="0" i="0" kern="1200" dirty="0" err="1">
                <a:solidFill>
                  <a:schemeClr val="tx1"/>
                </a:solidFill>
                <a:effectLst/>
                <a:latin typeface="+mn-lt"/>
                <a:ea typeface="+mn-ea"/>
                <a:cs typeface="+mn-cs"/>
              </a:rPr>
              <a:t>illustrator</a:t>
            </a:r>
            <a:r>
              <a:rPr lang="sv-SE" sz="1200" b="0" i="0" kern="1200" dirty="0">
                <a:solidFill>
                  <a:schemeClr val="tx1"/>
                </a:solidFill>
                <a:effectLst/>
                <a:latin typeface="+mn-lt"/>
                <a:ea typeface="+mn-ea"/>
                <a:cs typeface="+mn-cs"/>
              </a:rPr>
              <a:t>; C. Carl </a:t>
            </a:r>
            <a:r>
              <a:rPr lang="sv-SE" sz="1200" b="0" i="0" kern="1200" dirty="0" err="1">
                <a:solidFill>
                  <a:schemeClr val="tx1"/>
                </a:solidFill>
                <a:effectLst/>
                <a:latin typeface="+mn-lt"/>
                <a:ea typeface="+mn-ea"/>
                <a:cs typeface="+mn-cs"/>
              </a:rPr>
              <a:t>Jaffe</a:t>
            </a:r>
            <a:r>
              <a:rPr lang="sv-SE" sz="1200" b="0" i="0" kern="1200" dirty="0">
                <a:solidFill>
                  <a:schemeClr val="tx1"/>
                </a:solidFill>
                <a:effectLst/>
                <a:latin typeface="+mn-lt"/>
                <a:ea typeface="+mn-ea"/>
                <a:cs typeface="+mn-cs"/>
              </a:rPr>
              <a:t>, MD, </a:t>
            </a:r>
            <a:r>
              <a:rPr lang="sv-SE" sz="1200" b="0" i="0" kern="1200" dirty="0" err="1">
                <a:solidFill>
                  <a:schemeClr val="tx1"/>
                </a:solidFill>
                <a:effectLst/>
                <a:latin typeface="+mn-lt"/>
                <a:ea typeface="+mn-ea"/>
                <a:cs typeface="+mn-cs"/>
              </a:rPr>
              <a:t>cardiologist</a:t>
            </a:r>
            <a:r>
              <a:rPr lang="sv-SE" sz="1200" b="0" i="0" kern="1200" dirty="0">
                <a:solidFill>
                  <a:schemeClr val="tx1"/>
                </a:solidFill>
                <a:effectLst/>
                <a:latin typeface="+mn-lt"/>
                <a:ea typeface="+mn-ea"/>
                <a:cs typeface="+mn-cs"/>
              </a:rPr>
              <a:t>. </a:t>
            </a:r>
            <a:r>
              <a:rPr lang="en-US" sz="1200" b="0" i="0" dirty="0">
                <a:solidFill>
                  <a:srgbClr val="333333"/>
                </a:solidFill>
                <a:effectLst/>
                <a:latin typeface="Arial" panose="020B0604020202020204" pitchFamily="34" charset="0"/>
              </a:rPr>
              <a:t>retrieved from: https://en.wikipedia.org/wiki/Facial_nerve#/media/File:Head_facial_nerve_branches.jpg on 9/4/21.  </a:t>
            </a:r>
            <a:r>
              <a:rPr lang="en-US" b="0" i="0" dirty="0">
                <a:solidFill>
                  <a:srgbClr val="202122"/>
                </a:solidFill>
                <a:effectLst/>
                <a:latin typeface="Arial" panose="020B0604020202020204" pitchFamily="34" charset="0"/>
              </a:rPr>
              <a:t>Creative Commons Attribution 2.5 License 2006</a:t>
            </a:r>
          </a:p>
          <a:p>
            <a:endParaRPr lang="en-US" b="0" i="0" dirty="0">
              <a:solidFill>
                <a:srgbClr val="000000"/>
              </a:solidFill>
              <a:effectLst/>
              <a:latin typeface="Calibri" panose="020F0502020204030204" pitchFamily="34" charset="0"/>
            </a:endParaRPr>
          </a:p>
          <a:p>
            <a:r>
              <a:rPr lang="sv-SE" sz="1200" b="0" i="0" u="none" strike="noStrike" kern="1200" dirty="0">
                <a:solidFill>
                  <a:schemeClr val="tx1"/>
                </a:solidFill>
                <a:effectLst/>
                <a:latin typeface="+mn-lt"/>
                <a:ea typeface="+mn-ea"/>
                <a:cs typeface="+mn-cs"/>
                <a:hlinkClick r:id="rId3"/>
              </a:rPr>
              <a:t>https://creativecommons.org/licenses/by/2.5/</a:t>
            </a:r>
            <a:endParaRPr lang="sv-SE" sz="1200" b="0" i="0" u="none" strike="noStrike" kern="1200" dirty="0">
              <a:solidFill>
                <a:schemeClr val="tx1"/>
              </a:solidFill>
              <a:effectLst/>
              <a:latin typeface="+mn-lt"/>
              <a:ea typeface="+mn-ea"/>
              <a:cs typeface="+mn-cs"/>
            </a:endParaRPr>
          </a:p>
          <a:p>
            <a:endParaRPr lang="sv-SE" sz="1200" b="0" i="0" u="none" strike="noStrike" kern="1200" dirty="0">
              <a:solidFill>
                <a:schemeClr val="tx1"/>
              </a:solidFill>
              <a:effectLst/>
              <a:latin typeface="+mn-lt"/>
              <a:ea typeface="+mn-ea"/>
              <a:cs typeface="+mn-cs"/>
            </a:endParaRPr>
          </a:p>
          <a:p>
            <a:r>
              <a:rPr lang="sv-SE" sz="1200" b="0" i="0" u="none" strike="noStrike" kern="1200" dirty="0">
                <a:solidFill>
                  <a:schemeClr val="tx1"/>
                </a:solidFill>
                <a:effectLst/>
                <a:latin typeface="+mn-lt"/>
                <a:ea typeface="+mn-ea"/>
                <a:cs typeface="+mn-cs"/>
              </a:rPr>
              <a:t>To Zanzibar By Motor Car is a </a:t>
            </a:r>
            <a:r>
              <a:rPr lang="sv-SE" sz="1200" b="0" i="0" u="none" strike="noStrike" kern="1200" dirty="0" err="1">
                <a:solidFill>
                  <a:schemeClr val="tx1"/>
                </a:solidFill>
                <a:effectLst/>
                <a:latin typeface="+mn-lt"/>
                <a:ea typeface="+mn-ea"/>
                <a:cs typeface="+mn-cs"/>
              </a:rPr>
              <a:t>mnemonic</a:t>
            </a:r>
            <a:r>
              <a:rPr lang="sv-SE" sz="1200" b="0" i="0" u="none" strike="noStrike" kern="1200" dirty="0">
                <a:solidFill>
                  <a:schemeClr val="tx1"/>
                </a:solidFill>
                <a:effectLst/>
                <a:latin typeface="+mn-lt"/>
                <a:ea typeface="+mn-ea"/>
                <a:cs typeface="+mn-cs"/>
              </a:rPr>
              <a:t> </a:t>
            </a:r>
            <a:r>
              <a:rPr lang="sv-SE" sz="1200" b="0" i="0" u="none" strike="noStrike" kern="1200" dirty="0" err="1">
                <a:solidFill>
                  <a:schemeClr val="tx1"/>
                </a:solidFill>
                <a:effectLst/>
                <a:latin typeface="+mn-lt"/>
                <a:ea typeface="+mn-ea"/>
                <a:cs typeface="+mn-cs"/>
              </a:rPr>
              <a:t>useful</a:t>
            </a:r>
            <a:r>
              <a:rPr lang="sv-SE" sz="1200" b="0" i="0" u="none" strike="noStrike" kern="1200" dirty="0">
                <a:solidFill>
                  <a:schemeClr val="tx1"/>
                </a:solidFill>
                <a:effectLst/>
                <a:latin typeface="+mn-lt"/>
                <a:ea typeface="+mn-ea"/>
                <a:cs typeface="+mn-cs"/>
              </a:rPr>
              <a:t> to </a:t>
            </a:r>
            <a:r>
              <a:rPr lang="sv-SE" sz="1200" b="0" i="0" u="none" strike="noStrike" kern="1200" dirty="0" err="1">
                <a:solidFill>
                  <a:schemeClr val="tx1"/>
                </a:solidFill>
                <a:effectLst/>
                <a:latin typeface="+mn-lt"/>
                <a:ea typeface="+mn-ea"/>
                <a:cs typeface="+mn-cs"/>
              </a:rPr>
              <a:t>remember</a:t>
            </a:r>
            <a:r>
              <a:rPr lang="sv-SE" sz="1200" b="0" i="0" u="none" strike="noStrike" kern="1200" dirty="0">
                <a:solidFill>
                  <a:schemeClr val="tx1"/>
                </a:solidFill>
                <a:effectLst/>
                <a:latin typeface="+mn-lt"/>
                <a:ea typeface="+mn-ea"/>
                <a:cs typeface="+mn-cs"/>
              </a:rPr>
              <a:t> the terminal </a:t>
            </a:r>
            <a:r>
              <a:rPr lang="sv-SE" sz="1200" b="0" i="0" u="none" strike="noStrike" kern="1200" dirty="0" err="1">
                <a:solidFill>
                  <a:schemeClr val="tx1"/>
                </a:solidFill>
                <a:effectLst/>
                <a:latin typeface="+mn-lt"/>
                <a:ea typeface="+mn-ea"/>
                <a:cs typeface="+mn-cs"/>
              </a:rPr>
              <a:t>branches</a:t>
            </a:r>
            <a:r>
              <a:rPr lang="sv-SE" sz="1200" b="0" i="0" u="none" strike="noStrike" kern="1200" dirty="0">
                <a:solidFill>
                  <a:schemeClr val="tx1"/>
                </a:solidFill>
                <a:effectLst/>
                <a:latin typeface="+mn-lt"/>
                <a:ea typeface="+mn-ea"/>
                <a:cs typeface="+mn-cs"/>
              </a:rPr>
              <a:t> </a:t>
            </a:r>
            <a:r>
              <a:rPr lang="sv-SE" sz="1200" b="0" i="0" u="none" strike="noStrike" kern="1200" dirty="0" err="1">
                <a:solidFill>
                  <a:schemeClr val="tx1"/>
                </a:solidFill>
                <a:effectLst/>
                <a:latin typeface="+mn-lt"/>
                <a:ea typeface="+mn-ea"/>
                <a:cs typeface="+mn-cs"/>
              </a:rPr>
              <a:t>of</a:t>
            </a:r>
            <a:r>
              <a:rPr lang="sv-SE" sz="1200" b="0" i="0" u="none" strike="noStrike" kern="1200" dirty="0">
                <a:solidFill>
                  <a:schemeClr val="tx1"/>
                </a:solidFill>
                <a:effectLst/>
                <a:latin typeface="+mn-lt"/>
                <a:ea typeface="+mn-ea"/>
                <a:cs typeface="+mn-cs"/>
              </a:rPr>
              <a:t> the </a:t>
            </a:r>
            <a:r>
              <a:rPr lang="sv-SE" sz="1200" b="0" i="0" u="none" strike="noStrike" kern="1200" dirty="0" err="1">
                <a:solidFill>
                  <a:schemeClr val="tx1"/>
                </a:solidFill>
                <a:effectLst/>
                <a:latin typeface="+mn-lt"/>
                <a:ea typeface="+mn-ea"/>
                <a:cs typeface="+mn-cs"/>
              </a:rPr>
              <a:t>facial</a:t>
            </a:r>
            <a:r>
              <a:rPr lang="sv-SE" sz="1200" b="0" i="0" u="none" strike="noStrike" kern="1200" dirty="0">
                <a:solidFill>
                  <a:schemeClr val="tx1"/>
                </a:solidFill>
                <a:effectLst/>
                <a:latin typeface="+mn-lt"/>
                <a:ea typeface="+mn-ea"/>
                <a:cs typeface="+mn-cs"/>
              </a:rPr>
              <a:t> </a:t>
            </a:r>
            <a:r>
              <a:rPr lang="sv-SE" sz="1200" b="0" i="0" u="none" strike="noStrike" kern="1200" dirty="0" err="1">
                <a:solidFill>
                  <a:schemeClr val="tx1"/>
                </a:solidFill>
                <a:effectLst/>
                <a:latin typeface="+mn-lt"/>
                <a:ea typeface="+mn-ea"/>
                <a:cs typeface="+mn-cs"/>
              </a:rPr>
              <a:t>nerve</a:t>
            </a:r>
            <a:endParaRPr lang="en-US" dirty="0"/>
          </a:p>
        </p:txBody>
      </p:sp>
      <p:sp>
        <p:nvSpPr>
          <p:cNvPr id="4" name="Slide Number Placeholder 3"/>
          <p:cNvSpPr>
            <a:spLocks noGrp="1"/>
          </p:cNvSpPr>
          <p:nvPr>
            <p:ph type="sldNum" sz="quarter" idx="10"/>
          </p:nvPr>
        </p:nvSpPr>
        <p:spPr/>
        <p:txBody>
          <a:bodyPr/>
          <a:lstStyle/>
          <a:p>
            <a:fld id="{EC10CF03-2F4A-4C32-B789-8B2CF929F8FC}" type="slidenum">
              <a:rPr lang="en-US" smtClean="0"/>
              <a:t>48</a:t>
            </a:fld>
            <a:endParaRPr lang="en-US"/>
          </a:p>
        </p:txBody>
      </p:sp>
    </p:spTree>
    <p:extLst>
      <p:ext uri="{BB962C8B-B14F-4D97-AF65-F5344CB8AC3E}">
        <p14:creationId xmlns:p14="http://schemas.microsoft.com/office/powerpoint/2010/main" val="269672924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sz="1200" b="0" i="0" u="none" strike="noStrike" baseline="0" dirty="0"/>
            </a:br>
            <a:r>
              <a:rPr lang="en-US" sz="1200" b="0" i="0" u="none" strike="noStrike" baseline="0" dirty="0"/>
              <a:t>Image #1: </a:t>
            </a:r>
            <a:r>
              <a:rPr lang="en-US" dirty="0"/>
              <a:t>Axial FLAIR shows edema within the dorsal pons corresponding to the facial nerve and </a:t>
            </a:r>
            <a:r>
              <a:rPr lang="en-US" dirty="0" err="1"/>
              <a:t>abducens</a:t>
            </a:r>
            <a:r>
              <a:rPr lang="en-US" dirty="0"/>
              <a:t> nuclei (</a:t>
            </a:r>
            <a:r>
              <a:rPr lang="en-US" dirty="0">
                <a:solidFill>
                  <a:schemeClr val="tx2"/>
                </a:solidFill>
              </a:rPr>
              <a:t>gold arrow</a:t>
            </a:r>
            <a:r>
              <a:rPr lang="en-US" dirty="0"/>
              <a:t>)</a:t>
            </a:r>
          </a:p>
          <a:p>
            <a:endParaRPr lang="en-US" dirty="0"/>
          </a:p>
          <a:p>
            <a:r>
              <a:rPr lang="en-US" dirty="0"/>
              <a:t>Image</a:t>
            </a:r>
            <a:r>
              <a:rPr lang="en-US" baseline="0" dirty="0"/>
              <a:t> #2: </a:t>
            </a:r>
            <a:r>
              <a:rPr lang="en-US" dirty="0"/>
              <a:t>Axial T1+C shows demonstrates a corresponding focal, solid enhancing lesion (</a:t>
            </a:r>
            <a:r>
              <a:rPr lang="en-US" dirty="0">
                <a:solidFill>
                  <a:srgbClr val="FF0000"/>
                </a:solidFill>
              </a:rPr>
              <a:t>red arrows</a:t>
            </a:r>
            <a:r>
              <a:rPr lang="en-US" dirty="0"/>
              <a:t>)</a:t>
            </a:r>
          </a:p>
          <a:p>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dirty="0">
                <a:solidFill>
                  <a:schemeClr val="accent5"/>
                </a:solidFill>
                <a:latin typeface="Times New Roman" charset="0"/>
                <a:ea typeface="Times New Roman" charset="0"/>
                <a:cs typeface="Times New Roman" charset="0"/>
              </a:rPr>
              <a:t>Axial T1+C images show multiple enhancing lesions in the left thalamus (image</a:t>
            </a:r>
            <a:r>
              <a:rPr lang="en-US" sz="1200" baseline="0" dirty="0">
                <a:solidFill>
                  <a:schemeClr val="accent5"/>
                </a:solidFill>
                <a:latin typeface="Times New Roman" charset="0"/>
                <a:ea typeface="Times New Roman" charset="0"/>
                <a:cs typeface="Times New Roman" charset="0"/>
              </a:rPr>
              <a:t> #3) </a:t>
            </a:r>
            <a:r>
              <a:rPr lang="en-US" sz="1200" dirty="0">
                <a:solidFill>
                  <a:schemeClr val="accent5"/>
                </a:solidFill>
                <a:latin typeface="Times New Roman" charset="0"/>
                <a:ea typeface="Times New Roman" charset="0"/>
                <a:cs typeface="Times New Roman" charset="0"/>
              </a:rPr>
              <a:t>and bilateral cerebellum (image #4)</a:t>
            </a:r>
          </a:p>
          <a:p>
            <a:endParaRPr lang="en-US" dirty="0"/>
          </a:p>
          <a:p>
            <a:r>
              <a:rPr lang="en-US" dirty="0">
                <a:solidFill>
                  <a:schemeClr val="accent1"/>
                </a:solidFill>
                <a:latin typeface="Trebuchet MS" pitchFamily="34" charset="0"/>
              </a:rPr>
              <a:t>Images are author owned</a:t>
            </a:r>
            <a:endParaRPr lang="en-US" dirty="0"/>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baseline="0" dirty="0"/>
          </a:p>
          <a:p>
            <a:endParaRPr lang="en-US" dirty="0"/>
          </a:p>
        </p:txBody>
      </p:sp>
      <p:sp>
        <p:nvSpPr>
          <p:cNvPr id="4" name="Slide Number Placeholder 3"/>
          <p:cNvSpPr>
            <a:spLocks noGrp="1"/>
          </p:cNvSpPr>
          <p:nvPr>
            <p:ph type="sldNum" sz="quarter" idx="10"/>
          </p:nvPr>
        </p:nvSpPr>
        <p:spPr/>
        <p:txBody>
          <a:bodyPr/>
          <a:lstStyle/>
          <a:p>
            <a:fld id="{EC10CF03-2F4A-4C32-B789-8B2CF929F8FC}" type="slidenum">
              <a:rPr lang="en-US" smtClean="0"/>
              <a:t>49</a:t>
            </a:fld>
            <a:endParaRPr lang="en-US"/>
          </a:p>
        </p:txBody>
      </p:sp>
    </p:spTree>
    <p:extLst>
      <p:ext uri="{BB962C8B-B14F-4D97-AF65-F5344CB8AC3E}">
        <p14:creationId xmlns:p14="http://schemas.microsoft.com/office/powerpoint/2010/main" val="182260476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Cochlear nuclei</a:t>
            </a:r>
            <a:r>
              <a:rPr lang="en-US" baseline="0" dirty="0"/>
              <a:t> (red dots) within inferior cerebellar peduncles (restiform body) adjacent to foramen of Luschka (yellow arrow)</a:t>
            </a:r>
          </a:p>
          <a:p>
            <a:endParaRPr lang="en-US" baseline="0" dirty="0"/>
          </a:p>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10"/>
          </p:nvPr>
        </p:nvSpPr>
        <p:spPr/>
        <p:txBody>
          <a:bodyPr/>
          <a:lstStyle/>
          <a:p>
            <a:pPr>
              <a:defRPr/>
            </a:pPr>
            <a:fld id="{1B1CE854-62F8-416A-946D-8141AB94A7B2}" type="slidenum">
              <a:rPr lang="en-US" smtClean="0"/>
              <a:pPr>
                <a:defRPr/>
              </a:pPr>
              <a:t>50</a:t>
            </a:fld>
            <a:endParaRPr lang="en-US"/>
          </a:p>
        </p:txBody>
      </p:sp>
    </p:spTree>
    <p:extLst>
      <p:ext uri="{BB962C8B-B14F-4D97-AF65-F5344CB8AC3E}">
        <p14:creationId xmlns:p14="http://schemas.microsoft.com/office/powerpoint/2010/main" val="139675856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0" dirty="0">
                <a:solidFill>
                  <a:schemeClr val="accent5"/>
                </a:solidFill>
                <a:latin typeface="Times New Roman" charset="0"/>
                <a:ea typeface="Times New Roman" charset="0"/>
                <a:cs typeface="Times New Roman" charset="0"/>
              </a:rPr>
              <a:t>The</a:t>
            </a:r>
            <a:r>
              <a:rPr lang="en-US" sz="1200" kern="0" dirty="0">
                <a:solidFill>
                  <a:schemeClr val="tx2"/>
                </a:solidFill>
                <a:latin typeface="Times New Roman" charset="0"/>
                <a:ea typeface="Times New Roman" charset="0"/>
                <a:cs typeface="Times New Roman" charset="0"/>
              </a:rPr>
              <a:t> </a:t>
            </a:r>
            <a:r>
              <a:rPr lang="en-US" sz="1200" kern="0" dirty="0">
                <a:solidFill>
                  <a:srgbClr val="FF0000"/>
                </a:solidFill>
                <a:latin typeface="Times New Roman" charset="0"/>
                <a:ea typeface="Times New Roman" charset="0"/>
                <a:cs typeface="Times New Roman" charset="0"/>
              </a:rPr>
              <a:t>cochlear </a:t>
            </a:r>
            <a:r>
              <a:rPr lang="en-US" sz="1200" kern="0" dirty="0">
                <a:solidFill>
                  <a:schemeClr val="accent5"/>
                </a:solidFill>
                <a:latin typeface="Times New Roman" charset="0"/>
                <a:ea typeface="Times New Roman" charset="0"/>
                <a:cs typeface="Times New Roman" charset="0"/>
              </a:rPr>
              <a:t>and</a:t>
            </a:r>
            <a:r>
              <a:rPr lang="en-US" sz="1200" kern="0" dirty="0">
                <a:solidFill>
                  <a:schemeClr val="tx2"/>
                </a:solidFill>
                <a:latin typeface="Times New Roman" charset="0"/>
                <a:ea typeface="Times New Roman" charset="0"/>
                <a:cs typeface="Times New Roman" charset="0"/>
              </a:rPr>
              <a:t> </a:t>
            </a:r>
            <a:r>
              <a:rPr lang="en-US" sz="1200" kern="0" dirty="0">
                <a:solidFill>
                  <a:srgbClr val="FFFF00"/>
                </a:solidFill>
                <a:latin typeface="Times New Roman" charset="0"/>
                <a:ea typeface="Times New Roman" charset="0"/>
                <a:cs typeface="Times New Roman" charset="0"/>
              </a:rPr>
              <a:t>vestibular </a:t>
            </a:r>
            <a:r>
              <a:rPr lang="en-US" sz="1200" kern="0" dirty="0">
                <a:solidFill>
                  <a:schemeClr val="accent5"/>
                </a:solidFill>
                <a:latin typeface="Times New Roman" charset="0"/>
                <a:ea typeface="Times New Roman" charset="0"/>
                <a:cs typeface="Times New Roman" charset="0"/>
              </a:rPr>
              <a:t>nuclei of CN VIII are located in the superior aspect of the medulla and adjacent inferior</a:t>
            </a:r>
            <a:r>
              <a:rPr lang="en-US" sz="1200" kern="0" baseline="0" dirty="0">
                <a:solidFill>
                  <a:schemeClr val="accent5"/>
                </a:solidFill>
                <a:latin typeface="Times New Roman" charset="0"/>
                <a:ea typeface="Times New Roman" charset="0"/>
                <a:cs typeface="Times New Roman" charset="0"/>
              </a:rPr>
              <a:t> </a:t>
            </a:r>
            <a:r>
              <a:rPr lang="en-US" sz="1200" kern="0" dirty="0">
                <a:solidFill>
                  <a:schemeClr val="accent5"/>
                </a:solidFill>
                <a:latin typeface="Times New Roman" charset="0"/>
                <a:ea typeface="Times New Roman" charset="0"/>
                <a:cs typeface="Times New Roman" charset="0"/>
              </a:rPr>
              <a:t>pons, respectively. The nerve emerges from the pontomedullary junction as the cisternal segment (yellow),</a:t>
            </a:r>
            <a:r>
              <a:rPr lang="en-US" sz="1200" kern="0" baseline="0" dirty="0">
                <a:solidFill>
                  <a:schemeClr val="accent5"/>
                </a:solidFill>
                <a:latin typeface="Times New Roman" charset="0"/>
                <a:ea typeface="Times New Roman" charset="0"/>
                <a:cs typeface="Times New Roman" charset="0"/>
              </a:rPr>
              <a:t> dividing into the cochlear nerve, inferior vestibular nerve and superior vestibular nerve in the region of the </a:t>
            </a:r>
            <a:r>
              <a:rPr lang="en-US" sz="1200" kern="0" baseline="0" dirty="0" err="1">
                <a:solidFill>
                  <a:schemeClr val="accent5"/>
                </a:solidFill>
                <a:latin typeface="Times New Roman" charset="0"/>
                <a:ea typeface="Times New Roman" charset="0"/>
                <a:cs typeface="Times New Roman" charset="0"/>
              </a:rPr>
              <a:t>porus</a:t>
            </a:r>
            <a:r>
              <a:rPr lang="en-US" sz="1200" kern="0" baseline="0" dirty="0">
                <a:solidFill>
                  <a:schemeClr val="accent5"/>
                </a:solidFill>
                <a:latin typeface="Times New Roman" charset="0"/>
                <a:ea typeface="Times New Roman" charset="0"/>
                <a:cs typeface="Times New Roman" charset="0"/>
              </a:rPr>
              <a:t> </a:t>
            </a:r>
            <a:r>
              <a:rPr lang="en-US" sz="1200" kern="0" baseline="0" dirty="0" err="1">
                <a:solidFill>
                  <a:schemeClr val="accent5"/>
                </a:solidFill>
                <a:latin typeface="Times New Roman" charset="0"/>
                <a:ea typeface="Times New Roman" charset="0"/>
                <a:cs typeface="Times New Roman" charset="0"/>
              </a:rPr>
              <a:t>austicus</a:t>
            </a:r>
            <a:r>
              <a:rPr lang="en-US" sz="1200" kern="0" baseline="0" dirty="0">
                <a:solidFill>
                  <a:schemeClr val="accent5"/>
                </a:solidFill>
                <a:latin typeface="Times New Roman" charset="0"/>
                <a:ea typeface="Times New Roman" charset="0"/>
                <a:cs typeface="Times New Roman" charset="0"/>
              </a:rPr>
              <a:t>, or opening to the internal auditory canal (IAC).</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10"/>
          </p:nvPr>
        </p:nvSpPr>
        <p:spPr/>
        <p:txBody>
          <a:bodyPr/>
          <a:lstStyle/>
          <a:p>
            <a:fld id="{EC10CF03-2F4A-4C32-B789-8B2CF929F8FC}" type="slidenum">
              <a:rPr lang="en-US" smtClean="0"/>
              <a:t>51</a:t>
            </a:fld>
            <a:endParaRPr lang="en-US"/>
          </a:p>
        </p:txBody>
      </p:sp>
    </p:spTree>
    <p:extLst>
      <p:ext uri="{BB962C8B-B14F-4D97-AF65-F5344CB8AC3E}">
        <p14:creationId xmlns:p14="http://schemas.microsoft.com/office/powerpoint/2010/main" val="271883669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Vestibulocochlear nerve splits into cochlear and vestibular divisions at </a:t>
            </a:r>
            <a:r>
              <a:rPr lang="en-US" dirty="0" err="1"/>
              <a:t>porus</a:t>
            </a:r>
            <a:r>
              <a:rPr lang="en-US" dirty="0"/>
              <a:t> </a:t>
            </a:r>
            <a:r>
              <a:rPr lang="en-US" dirty="0" err="1"/>
              <a:t>acusticus</a:t>
            </a:r>
            <a:endParaRPr lang="en-US" dirty="0"/>
          </a:p>
          <a:p>
            <a:endParaRPr lang="en-US" dirty="0"/>
          </a:p>
          <a:p>
            <a:r>
              <a:rPr lang="en-US" dirty="0"/>
              <a:t>Carries special sensory afferent neurons for hearing (cochlear division) and balance (vestibular divisions)</a:t>
            </a:r>
          </a:p>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10"/>
          </p:nvPr>
        </p:nvSpPr>
        <p:spPr/>
        <p:txBody>
          <a:bodyPr/>
          <a:lstStyle/>
          <a:p>
            <a:pPr>
              <a:defRPr/>
            </a:pPr>
            <a:fld id="{1B1CE854-62F8-416A-946D-8141AB94A7B2}" type="slidenum">
              <a:rPr lang="en-US" smtClean="0"/>
              <a:pPr>
                <a:defRPr/>
              </a:pPr>
              <a:t>52</a:t>
            </a:fld>
            <a:endParaRPr lang="en-US"/>
          </a:p>
        </p:txBody>
      </p:sp>
    </p:spTree>
    <p:extLst>
      <p:ext uri="{BB962C8B-B14F-4D97-AF65-F5344CB8AC3E}">
        <p14:creationId xmlns:p14="http://schemas.microsoft.com/office/powerpoint/2010/main" val="299068126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5"/>
          </p:nvPr>
        </p:nvSpPr>
        <p:spPr/>
        <p:txBody>
          <a:bodyPr/>
          <a:lstStyle/>
          <a:p>
            <a:pPr>
              <a:defRPr/>
            </a:pPr>
            <a:fld id="{1B1CE854-62F8-416A-946D-8141AB94A7B2}" type="slidenum">
              <a:rPr lang="en-US" smtClean="0"/>
              <a:pPr>
                <a:defRPr/>
              </a:pPr>
              <a:t>53</a:t>
            </a:fld>
            <a:endParaRPr lang="en-US"/>
          </a:p>
        </p:txBody>
      </p:sp>
    </p:spTree>
    <p:extLst>
      <p:ext uri="{BB962C8B-B14F-4D97-AF65-F5344CB8AC3E}">
        <p14:creationId xmlns:p14="http://schemas.microsoft.com/office/powerpoint/2010/main" val="226297776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cochlear nerve passes through</a:t>
            </a:r>
            <a:r>
              <a:rPr lang="en-US" baseline="0" dirty="0"/>
              <a:t> the </a:t>
            </a:r>
            <a:r>
              <a:rPr lang="en-US" baseline="0" dirty="0">
                <a:solidFill>
                  <a:srgbClr val="FF0000"/>
                </a:solidFill>
              </a:rPr>
              <a:t>cochlear aperture (red) </a:t>
            </a:r>
            <a:r>
              <a:rPr lang="en-US" baseline="0" dirty="0"/>
              <a:t>at the IAC fundus to enter the cochlear.</a:t>
            </a:r>
          </a:p>
          <a:p>
            <a:endParaRPr lang="en-US" baseline="0" dirty="0"/>
          </a:p>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10"/>
          </p:nvPr>
        </p:nvSpPr>
        <p:spPr/>
        <p:txBody>
          <a:bodyPr/>
          <a:lstStyle/>
          <a:p>
            <a:pPr>
              <a:defRPr/>
            </a:pPr>
            <a:fld id="{1B1CE854-62F8-416A-946D-8141AB94A7B2}" type="slidenum">
              <a:rPr lang="en-US" smtClean="0"/>
              <a:pPr>
                <a:defRPr/>
              </a:pPr>
              <a:t>54</a:t>
            </a:fld>
            <a:endParaRPr lang="en-US"/>
          </a:p>
        </p:txBody>
      </p:sp>
    </p:spTree>
    <p:extLst>
      <p:ext uri="{BB962C8B-B14F-4D97-AF65-F5344CB8AC3E}">
        <p14:creationId xmlns:p14="http://schemas.microsoft.com/office/powerpoint/2010/main" val="392394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Medullary pyramid</a:t>
            </a:r>
            <a:r>
              <a:rPr lang="en-US" baseline="0" dirty="0"/>
              <a:t>: orange arrow</a:t>
            </a:r>
          </a:p>
          <a:p>
            <a:pPr marL="0" marR="0" indent="0" algn="l" defTabSz="914400" rtl="0" eaLnBrk="1" fontAlgn="base" latinLnBrk="0" hangingPunct="1">
              <a:lnSpc>
                <a:spcPct val="100000"/>
              </a:lnSpc>
              <a:spcBef>
                <a:spcPct val="30000"/>
              </a:spcBef>
              <a:spcAft>
                <a:spcPct val="0"/>
              </a:spcAft>
              <a:buClrTx/>
              <a:buSzTx/>
              <a:buFontTx/>
              <a:buNone/>
              <a:tabLst/>
              <a:defRPr/>
            </a:pPr>
            <a:r>
              <a:rPr lang="en-US" baseline="0" dirty="0"/>
              <a:t>Pre-</a:t>
            </a:r>
            <a:r>
              <a:rPr lang="en-US" baseline="0" dirty="0" err="1"/>
              <a:t>olivary</a:t>
            </a:r>
            <a:r>
              <a:rPr lang="en-US" baseline="0" dirty="0"/>
              <a:t> sulcus: green arrow (CN XII)</a:t>
            </a:r>
            <a:endParaRPr lang="en-US" dirty="0"/>
          </a:p>
          <a:p>
            <a:r>
              <a:rPr lang="en-US" baseline="0" dirty="0"/>
              <a:t>Olive: yellow arrow</a:t>
            </a:r>
          </a:p>
          <a:p>
            <a:r>
              <a:rPr lang="en-US" baseline="0" dirty="0"/>
              <a:t>Post-</a:t>
            </a:r>
            <a:r>
              <a:rPr lang="en-US" baseline="0" dirty="0" err="1"/>
              <a:t>olivary</a:t>
            </a:r>
            <a:r>
              <a:rPr lang="en-US" baseline="0" dirty="0"/>
              <a:t> sulcus: blue arrow (CN IX, X, bulbar component of XI)</a:t>
            </a:r>
            <a:endParaRPr lang="en-US" dirty="0"/>
          </a:p>
        </p:txBody>
      </p:sp>
      <p:sp>
        <p:nvSpPr>
          <p:cNvPr id="4" name="Slide Number Placeholder 3"/>
          <p:cNvSpPr>
            <a:spLocks noGrp="1"/>
          </p:cNvSpPr>
          <p:nvPr>
            <p:ph type="sldNum" sz="quarter" idx="10"/>
          </p:nvPr>
        </p:nvSpPr>
        <p:spPr/>
        <p:txBody>
          <a:bodyPr/>
          <a:lstStyle/>
          <a:p>
            <a:pPr>
              <a:defRPr/>
            </a:pPr>
            <a:fld id="{1B1CE854-62F8-416A-946D-8141AB94A7B2}" type="slidenum">
              <a:rPr lang="en-US" smtClean="0"/>
              <a:pPr>
                <a:defRPr/>
              </a:pPr>
              <a:t>55</a:t>
            </a:fld>
            <a:endParaRPr lang="en-US"/>
          </a:p>
        </p:txBody>
      </p:sp>
    </p:spTree>
    <p:extLst>
      <p:ext uri="{BB962C8B-B14F-4D97-AF65-F5344CB8AC3E}">
        <p14:creationId xmlns:p14="http://schemas.microsoft.com/office/powerpoint/2010/main" val="197303891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Jugular foramen</a:t>
            </a:r>
          </a:p>
          <a:p>
            <a:pPr lvl="1"/>
            <a:r>
              <a:rPr lang="en-US" dirty="0"/>
              <a:t>Pars nervosa</a:t>
            </a:r>
          </a:p>
          <a:p>
            <a:pPr lvl="2"/>
            <a:r>
              <a:rPr lang="en-US" dirty="0"/>
              <a:t>CN IX and the inferior petrosal sinus</a:t>
            </a:r>
          </a:p>
          <a:p>
            <a:pPr lvl="1"/>
            <a:r>
              <a:rPr lang="en-US" dirty="0"/>
              <a:t>Pars </a:t>
            </a:r>
            <a:r>
              <a:rPr lang="en-US" dirty="0" err="1"/>
              <a:t>vascularis</a:t>
            </a:r>
            <a:endParaRPr lang="en-US" dirty="0"/>
          </a:p>
          <a:p>
            <a:pPr lvl="2"/>
            <a:r>
              <a:rPr lang="en-US" dirty="0"/>
              <a:t>CN X, CN XI and the jugular bulb</a:t>
            </a:r>
          </a:p>
          <a:p>
            <a:r>
              <a:rPr lang="en-US" dirty="0"/>
              <a:t>Hypoglossal canal</a:t>
            </a:r>
          </a:p>
          <a:p>
            <a:pPr lvl="1"/>
            <a:r>
              <a:rPr lang="en-US" dirty="0"/>
              <a:t>CN XII</a:t>
            </a:r>
          </a:p>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10"/>
          </p:nvPr>
        </p:nvSpPr>
        <p:spPr/>
        <p:txBody>
          <a:bodyPr/>
          <a:lstStyle/>
          <a:p>
            <a:fld id="{A78D16C5-BF4C-4966-AB08-C2144FE8F1D0}" type="slidenum">
              <a:rPr lang="en-US" smtClean="0"/>
              <a:t>56</a:t>
            </a:fld>
            <a:endParaRPr lang="en-US" dirty="0"/>
          </a:p>
        </p:txBody>
      </p:sp>
    </p:spTree>
    <p:extLst>
      <p:ext uri="{BB962C8B-B14F-4D97-AF65-F5344CB8AC3E}">
        <p14:creationId xmlns:p14="http://schemas.microsoft.com/office/powerpoint/2010/main" val="167930627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10"/>
          </p:nvPr>
        </p:nvSpPr>
        <p:spPr/>
        <p:txBody>
          <a:bodyPr/>
          <a:lstStyle/>
          <a:p>
            <a:fld id="{A78D16C5-BF4C-4966-AB08-C2144FE8F1D0}" type="slidenum">
              <a:rPr lang="en-US" smtClean="0"/>
              <a:t>57</a:t>
            </a:fld>
            <a:endParaRPr lang="en-US" dirty="0"/>
          </a:p>
        </p:txBody>
      </p:sp>
    </p:spTree>
    <p:extLst>
      <p:ext uri="{BB962C8B-B14F-4D97-AF65-F5344CB8AC3E}">
        <p14:creationId xmlns:p14="http://schemas.microsoft.com/office/powerpoint/2010/main" val="222106261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10"/>
          </p:nvPr>
        </p:nvSpPr>
        <p:spPr/>
        <p:txBody>
          <a:bodyPr/>
          <a:lstStyle/>
          <a:p>
            <a:fld id="{A78D16C5-BF4C-4966-AB08-C2144FE8F1D0}" type="slidenum">
              <a:rPr lang="en-US" smtClean="0"/>
              <a:t>58</a:t>
            </a:fld>
            <a:endParaRPr lang="en-US" dirty="0"/>
          </a:p>
        </p:txBody>
      </p:sp>
    </p:spTree>
    <p:extLst>
      <p:ext uri="{BB962C8B-B14F-4D97-AF65-F5344CB8AC3E}">
        <p14:creationId xmlns:p14="http://schemas.microsoft.com/office/powerpoint/2010/main" val="382857568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10"/>
          </p:nvPr>
        </p:nvSpPr>
        <p:spPr/>
        <p:txBody>
          <a:bodyPr/>
          <a:lstStyle/>
          <a:p>
            <a:fld id="{A78D16C5-BF4C-4966-AB08-C2144FE8F1D0}" type="slidenum">
              <a:rPr lang="en-US" smtClean="0"/>
              <a:t>59</a:t>
            </a:fld>
            <a:endParaRPr lang="en-US" dirty="0"/>
          </a:p>
        </p:txBody>
      </p:sp>
    </p:spTree>
    <p:extLst>
      <p:ext uri="{BB962C8B-B14F-4D97-AF65-F5344CB8AC3E}">
        <p14:creationId xmlns:p14="http://schemas.microsoft.com/office/powerpoint/2010/main" val="49156943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10"/>
          </p:nvPr>
        </p:nvSpPr>
        <p:spPr/>
        <p:txBody>
          <a:bodyPr/>
          <a:lstStyle/>
          <a:p>
            <a:fld id="{A78D16C5-BF4C-4966-AB08-C2144FE8F1D0}" type="slidenum">
              <a:rPr lang="en-US" smtClean="0"/>
              <a:t>60</a:t>
            </a:fld>
            <a:endParaRPr lang="en-US" dirty="0"/>
          </a:p>
        </p:txBody>
      </p:sp>
    </p:spTree>
    <p:extLst>
      <p:ext uri="{BB962C8B-B14F-4D97-AF65-F5344CB8AC3E}">
        <p14:creationId xmlns:p14="http://schemas.microsoft.com/office/powerpoint/2010/main" val="264710729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Trapezius and sternocleidomastoid muscle atrophy from iatrogenic CN XI injury</a:t>
            </a:r>
          </a:p>
          <a:p>
            <a:pPr lvl="1"/>
            <a:r>
              <a:rPr lang="en-US" sz="2000" dirty="0"/>
              <a:t>Iatrogenic CN XI injury in posterior triangle lymph node biopsy has been reported in 3-10% of patients.</a:t>
            </a:r>
          </a:p>
          <a:p>
            <a:pPr lvl="1"/>
            <a:r>
              <a:rPr lang="en-US" sz="2000" dirty="0"/>
              <a:t>CN XI is sacrificed in radical neck dissections, resulting in significant upper extremity dysfunction in up to 60% of cases. </a:t>
            </a:r>
          </a:p>
          <a:p>
            <a:pPr lvl="1"/>
            <a:r>
              <a:rPr lang="en-US" sz="2000" dirty="0"/>
              <a:t>If spared in modified or selective neck dissection, CN XI can still undergo traction injury. A case series of 714 patient that underwent nerve-sparing modified radical neck dissection had a 1.68% rate of CN XI paralysis.  </a:t>
            </a:r>
          </a:p>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10"/>
          </p:nvPr>
        </p:nvSpPr>
        <p:spPr/>
        <p:txBody>
          <a:bodyPr/>
          <a:lstStyle/>
          <a:p>
            <a:fld id="{A78D16C5-BF4C-4966-AB08-C2144FE8F1D0}" type="slidenum">
              <a:rPr lang="en-US" smtClean="0"/>
              <a:t>61</a:t>
            </a:fld>
            <a:endParaRPr lang="en-US" dirty="0"/>
          </a:p>
        </p:txBody>
      </p:sp>
    </p:spTree>
    <p:extLst>
      <p:ext uri="{BB962C8B-B14F-4D97-AF65-F5344CB8AC3E}">
        <p14:creationId xmlns:p14="http://schemas.microsoft.com/office/powerpoint/2010/main" val="385653180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10"/>
          </p:nvPr>
        </p:nvSpPr>
        <p:spPr/>
        <p:txBody>
          <a:bodyPr/>
          <a:lstStyle/>
          <a:p>
            <a:fld id="{A78D16C5-BF4C-4966-AB08-C2144FE8F1D0}" type="slidenum">
              <a:rPr lang="en-US" smtClean="0"/>
              <a:t>62</a:t>
            </a:fld>
            <a:endParaRPr lang="en-US" dirty="0"/>
          </a:p>
        </p:txBody>
      </p:sp>
    </p:spTree>
    <p:extLst>
      <p:ext uri="{BB962C8B-B14F-4D97-AF65-F5344CB8AC3E}">
        <p14:creationId xmlns:p14="http://schemas.microsoft.com/office/powerpoint/2010/main" val="277853221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0" dirty="0"/>
              <a:t>Axial MRI demonstrating</a:t>
            </a:r>
            <a:r>
              <a:rPr lang="en-US" sz="1200" kern="0" baseline="0" dirty="0"/>
              <a:t> the </a:t>
            </a:r>
            <a:r>
              <a:rPr lang="en-US" sz="1200" kern="0" dirty="0"/>
              <a:t>hypoglossal nerve exiting the medulla from the </a:t>
            </a:r>
            <a:r>
              <a:rPr lang="en-US" sz="1200" kern="0" dirty="0">
                <a:solidFill>
                  <a:srgbClr val="00B0F0"/>
                </a:solidFill>
              </a:rPr>
              <a:t>pre-</a:t>
            </a:r>
            <a:r>
              <a:rPr lang="en-US" sz="1200" kern="0" dirty="0" err="1">
                <a:solidFill>
                  <a:srgbClr val="00B0F0"/>
                </a:solidFill>
              </a:rPr>
              <a:t>olivary</a:t>
            </a:r>
            <a:r>
              <a:rPr lang="en-US" sz="1200" kern="0" dirty="0">
                <a:solidFill>
                  <a:srgbClr val="00B0F0"/>
                </a:solidFill>
              </a:rPr>
              <a:t> sulcus</a:t>
            </a:r>
            <a:r>
              <a:rPr lang="en-US" sz="1200" kern="0" dirty="0"/>
              <a:t>, coursing posterior to the </a:t>
            </a:r>
            <a:r>
              <a:rPr lang="en-US" sz="1200" kern="0" dirty="0">
                <a:solidFill>
                  <a:srgbClr val="FF0000"/>
                </a:solidFill>
              </a:rPr>
              <a:t>vertebral artery </a:t>
            </a:r>
            <a:r>
              <a:rPr lang="en-US" sz="1200" kern="0" dirty="0"/>
              <a:t>and entering the hypoglossal canal</a:t>
            </a:r>
          </a:p>
          <a:p>
            <a:r>
              <a:rPr lang="en-US" dirty="0">
                <a:solidFill>
                  <a:schemeClr val="accent1"/>
                </a:solidFill>
                <a:latin typeface="Trebuchet MS" pitchFamily="34" charset="0"/>
              </a:rPr>
              <a:t>Images are author owned</a:t>
            </a:r>
            <a:endParaRPr lang="en-US" dirty="0"/>
          </a:p>
        </p:txBody>
      </p:sp>
      <p:sp>
        <p:nvSpPr>
          <p:cNvPr id="4" name="Slide Number Placeholder 3"/>
          <p:cNvSpPr>
            <a:spLocks noGrp="1"/>
          </p:cNvSpPr>
          <p:nvPr>
            <p:ph type="sldNum" sz="quarter" idx="10"/>
          </p:nvPr>
        </p:nvSpPr>
        <p:spPr/>
        <p:txBody>
          <a:bodyPr/>
          <a:lstStyle/>
          <a:p>
            <a:fld id="{A78D16C5-BF4C-4966-AB08-C2144FE8F1D0}" type="slidenum">
              <a:rPr lang="en-US" smtClean="0"/>
              <a:t>63</a:t>
            </a:fld>
            <a:endParaRPr lang="en-US" dirty="0"/>
          </a:p>
        </p:txBody>
      </p:sp>
    </p:spTree>
    <p:extLst>
      <p:ext uri="{BB962C8B-B14F-4D97-AF65-F5344CB8AC3E}">
        <p14:creationId xmlns:p14="http://schemas.microsoft.com/office/powerpoint/2010/main" val="20751809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1205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52386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914400" y="971553"/>
            <a:ext cx="7772400" cy="23243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9"/>
            <a:ext cx="7772400" cy="1021556"/>
          </a:xfrm>
        </p:spPr>
        <p:txBody>
          <a:bodyPr anchor="t"/>
          <a:lstStyle>
            <a:lvl1pPr algn="l">
              <a:defRPr sz="4000" b="1" cap="all"/>
            </a:lvl1pPr>
          </a:lstStyle>
          <a:p>
            <a:r>
              <a:rPr lang="en-US"/>
              <a:t>Click to edit Master title style</a:t>
            </a:r>
            <a:endParaRPr lang="en-US" dirty="0"/>
          </a:p>
        </p:txBody>
      </p:sp>
      <p:sp>
        <p:nvSpPr>
          <p:cNvPr id="3" name="Text Placeholder 2"/>
          <p:cNvSpPr>
            <a:spLocks noGrp="1"/>
          </p:cNvSpPr>
          <p:nvPr>
            <p:ph type="body" idx="1"/>
          </p:nvPr>
        </p:nvSpPr>
        <p:spPr>
          <a:xfrm>
            <a:off x="722313" y="2904423"/>
            <a:ext cx="7772400" cy="400752"/>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
            <a:ext cx="8229600" cy="8572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978973"/>
            <a:ext cx="4040188" cy="83163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810614"/>
            <a:ext cx="4040188" cy="220893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33" y="978973"/>
            <a:ext cx="4041775" cy="83163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3" y="1810614"/>
            <a:ext cx="4041775" cy="220893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1205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52386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52386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6"/>
          <p:cNvSpPr>
            <a:spLocks noGrp="1"/>
          </p:cNvSpPr>
          <p:nvPr>
            <p:ph type="dt" sz="half" idx="10"/>
          </p:nvPr>
        </p:nvSpPr>
        <p:spPr/>
        <p:txBody>
          <a:bodyPr/>
          <a:lstStyle>
            <a:lvl1pPr>
              <a:defRPr/>
            </a:lvl1pPr>
          </a:lstStyle>
          <a:p>
            <a:pPr>
              <a:defRPr/>
            </a:pPr>
            <a:endParaRPr lang="en-US"/>
          </a:p>
        </p:txBody>
      </p:sp>
      <p:sp>
        <p:nvSpPr>
          <p:cNvPr id="5" name="Footer Placeholder 7"/>
          <p:cNvSpPr>
            <a:spLocks noGrp="1"/>
          </p:cNvSpPr>
          <p:nvPr>
            <p:ph type="ftr" sz="quarter" idx="11"/>
          </p:nvPr>
        </p:nvSpPr>
        <p:spPr/>
        <p:txBody>
          <a:bodyPr/>
          <a:lstStyle>
            <a:lvl1pPr>
              <a:defRPr/>
            </a:lvl1pPr>
          </a:lstStyle>
          <a:p>
            <a:pPr>
              <a:defRPr/>
            </a:pPr>
            <a:endParaRPr lang="en-US"/>
          </a:p>
        </p:txBody>
      </p:sp>
      <p:sp>
        <p:nvSpPr>
          <p:cNvPr id="6" name="Slide Number Placeholder 8"/>
          <p:cNvSpPr>
            <a:spLocks noGrp="1"/>
          </p:cNvSpPr>
          <p:nvPr>
            <p:ph type="sldNum" sz="quarter" idx="12"/>
          </p:nvPr>
        </p:nvSpPr>
        <p:spPr/>
        <p:txBody>
          <a:bodyPr/>
          <a:lstStyle>
            <a:lvl1pPr>
              <a:defRPr/>
            </a:lvl1pPr>
          </a:lstStyle>
          <a:p>
            <a:pPr>
              <a:defRPr/>
            </a:pPr>
            <a:fld id="{FCAC52FE-7A54-4EE6-84DE-24DA1B687A4B}" type="slidenum">
              <a:rPr lang="en-US" altLang="en-US"/>
              <a:pPr>
                <a:defRPr/>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914400" y="1047750"/>
            <a:ext cx="7772400" cy="23243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p:cNvSpPr>
            <a:spLocks noGrp="1"/>
          </p:cNvSpPr>
          <p:nvPr>
            <p:ph type="dt" sz="half" idx="10"/>
          </p:nvPr>
        </p:nvSpPr>
        <p:spPr/>
        <p:txBody>
          <a:bodyPr/>
          <a:lstStyle>
            <a:lvl1pPr>
              <a:defRPr/>
            </a:lvl1pPr>
          </a:lstStyle>
          <a:p>
            <a:pPr>
              <a:defRPr/>
            </a:pPr>
            <a:endParaRPr lang="en-US"/>
          </a:p>
        </p:txBody>
      </p:sp>
      <p:sp>
        <p:nvSpPr>
          <p:cNvPr id="5" name="Footer Placeholder 7"/>
          <p:cNvSpPr>
            <a:spLocks noGrp="1"/>
          </p:cNvSpPr>
          <p:nvPr>
            <p:ph type="ftr" sz="quarter" idx="11"/>
          </p:nvPr>
        </p:nvSpPr>
        <p:spPr/>
        <p:txBody>
          <a:bodyPr/>
          <a:lstStyle>
            <a:lvl1pPr>
              <a:defRPr/>
            </a:lvl1pPr>
          </a:lstStyle>
          <a:p>
            <a:pPr>
              <a:defRPr/>
            </a:pPr>
            <a:endParaRPr lang="en-US"/>
          </a:p>
        </p:txBody>
      </p:sp>
      <p:sp>
        <p:nvSpPr>
          <p:cNvPr id="6" name="Slide Number Placeholder 8"/>
          <p:cNvSpPr>
            <a:spLocks noGrp="1"/>
          </p:cNvSpPr>
          <p:nvPr>
            <p:ph type="sldNum" sz="quarter" idx="12"/>
          </p:nvPr>
        </p:nvSpPr>
        <p:spPr/>
        <p:txBody>
          <a:bodyPr/>
          <a:lstStyle>
            <a:lvl1pPr>
              <a:defRPr/>
            </a:lvl1pPr>
          </a:lstStyle>
          <a:p>
            <a:pPr>
              <a:defRPr/>
            </a:pPr>
            <a:fld id="{213F7E15-4C2B-45D2-95B9-122827FD7DBF}" type="slidenum">
              <a:rPr lang="en-US" altLang="en-US"/>
              <a:pPr>
                <a:defRPr/>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9"/>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4423"/>
            <a:ext cx="7772400" cy="400752"/>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6"/>
          <p:cNvSpPr>
            <a:spLocks noGrp="1"/>
          </p:cNvSpPr>
          <p:nvPr>
            <p:ph type="dt" sz="half" idx="10"/>
          </p:nvPr>
        </p:nvSpPr>
        <p:spPr/>
        <p:txBody>
          <a:bodyPr/>
          <a:lstStyle>
            <a:lvl1pPr>
              <a:defRPr/>
            </a:lvl1pPr>
          </a:lstStyle>
          <a:p>
            <a:pPr>
              <a:defRPr/>
            </a:pPr>
            <a:endParaRPr lang="en-US"/>
          </a:p>
        </p:txBody>
      </p:sp>
      <p:sp>
        <p:nvSpPr>
          <p:cNvPr id="5" name="Footer Placeholder 7"/>
          <p:cNvSpPr>
            <a:spLocks noGrp="1"/>
          </p:cNvSpPr>
          <p:nvPr>
            <p:ph type="ftr" sz="quarter" idx="11"/>
          </p:nvPr>
        </p:nvSpPr>
        <p:spPr/>
        <p:txBody>
          <a:bodyPr/>
          <a:lstStyle>
            <a:lvl1pPr>
              <a:defRPr/>
            </a:lvl1pPr>
          </a:lstStyle>
          <a:p>
            <a:pPr>
              <a:defRPr/>
            </a:pPr>
            <a:endParaRPr lang="en-US"/>
          </a:p>
        </p:txBody>
      </p:sp>
      <p:sp>
        <p:nvSpPr>
          <p:cNvPr id="6" name="Slide Number Placeholder 8"/>
          <p:cNvSpPr>
            <a:spLocks noGrp="1"/>
          </p:cNvSpPr>
          <p:nvPr>
            <p:ph type="sldNum" sz="quarter" idx="12"/>
          </p:nvPr>
        </p:nvSpPr>
        <p:spPr/>
        <p:txBody>
          <a:bodyPr/>
          <a:lstStyle>
            <a:lvl1pPr>
              <a:defRPr/>
            </a:lvl1pPr>
          </a:lstStyle>
          <a:p>
            <a:pPr>
              <a:defRPr/>
            </a:pPr>
            <a:fld id="{789B548E-614F-44F5-9055-C5BFD03F3140}" type="slidenum">
              <a:rPr lang="en-US" altLang="en-US"/>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4400" y="1047750"/>
            <a:ext cx="3810000" cy="25321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76800" y="1047750"/>
            <a:ext cx="3810000" cy="25321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6"/>
          <p:cNvSpPr>
            <a:spLocks noGrp="1"/>
          </p:cNvSpPr>
          <p:nvPr>
            <p:ph type="dt" sz="half" idx="10"/>
          </p:nvPr>
        </p:nvSpPr>
        <p:spPr/>
        <p:txBody>
          <a:bodyPr/>
          <a:lstStyle>
            <a:lvl1pPr>
              <a:defRPr/>
            </a:lvl1pPr>
          </a:lstStyle>
          <a:p>
            <a:pPr>
              <a:defRPr/>
            </a:pPr>
            <a:endParaRPr lang="en-US"/>
          </a:p>
        </p:txBody>
      </p:sp>
      <p:sp>
        <p:nvSpPr>
          <p:cNvPr id="6" name="Footer Placeholder 7"/>
          <p:cNvSpPr>
            <a:spLocks noGrp="1"/>
          </p:cNvSpPr>
          <p:nvPr>
            <p:ph type="ftr" sz="quarter" idx="11"/>
          </p:nvPr>
        </p:nvSpPr>
        <p:spPr/>
        <p:txBody>
          <a:bodyPr/>
          <a:lstStyle>
            <a:lvl1pPr>
              <a:defRPr/>
            </a:lvl1pPr>
          </a:lstStyle>
          <a:p>
            <a:pPr>
              <a:defRPr/>
            </a:pPr>
            <a:endParaRPr lang="en-US"/>
          </a:p>
        </p:txBody>
      </p:sp>
      <p:sp>
        <p:nvSpPr>
          <p:cNvPr id="7" name="Slide Number Placeholder 8"/>
          <p:cNvSpPr>
            <a:spLocks noGrp="1"/>
          </p:cNvSpPr>
          <p:nvPr>
            <p:ph type="sldNum" sz="quarter" idx="12"/>
          </p:nvPr>
        </p:nvSpPr>
        <p:spPr/>
        <p:txBody>
          <a:bodyPr/>
          <a:lstStyle>
            <a:lvl1pPr>
              <a:defRPr/>
            </a:lvl1pPr>
          </a:lstStyle>
          <a:p>
            <a:pPr>
              <a:defRPr/>
            </a:pPr>
            <a:fld id="{22945628-415F-4857-8027-D977DC761176}" type="slidenum">
              <a:rPr lang="en-US" altLang="en-US"/>
              <a:pPr>
                <a:defRPr/>
              </a:pPr>
              <a:t>‹#›</a:t>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
            <a:ext cx="8229600" cy="8572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978973"/>
            <a:ext cx="4040188" cy="83163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810615"/>
            <a:ext cx="4040188" cy="220893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33" y="978973"/>
            <a:ext cx="4041775" cy="83163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3" y="1810615"/>
            <a:ext cx="4041775" cy="220893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pPr>
              <a:defRPr/>
            </a:pPr>
            <a:endParaRPr lang="en-US"/>
          </a:p>
        </p:txBody>
      </p:sp>
      <p:sp>
        <p:nvSpPr>
          <p:cNvPr id="8" name="Footer Placeholder 7"/>
          <p:cNvSpPr>
            <a:spLocks noGrp="1"/>
          </p:cNvSpPr>
          <p:nvPr>
            <p:ph type="ftr" sz="quarter" idx="11"/>
          </p:nvPr>
        </p:nvSpPr>
        <p:spPr/>
        <p:txBody>
          <a:bodyPr/>
          <a:lstStyle>
            <a:lvl1pPr>
              <a:defRPr/>
            </a:lvl1pPr>
          </a:lstStyle>
          <a:p>
            <a:pPr>
              <a:defRPr/>
            </a:pPr>
            <a:endParaRPr lang="en-US"/>
          </a:p>
        </p:txBody>
      </p:sp>
      <p:sp>
        <p:nvSpPr>
          <p:cNvPr id="9" name="Slide Number Placeholder 8"/>
          <p:cNvSpPr>
            <a:spLocks noGrp="1"/>
          </p:cNvSpPr>
          <p:nvPr>
            <p:ph type="sldNum" sz="quarter" idx="12"/>
          </p:nvPr>
        </p:nvSpPr>
        <p:spPr/>
        <p:txBody>
          <a:bodyPr/>
          <a:lstStyle>
            <a:lvl1pPr>
              <a:defRPr/>
            </a:lvl1pPr>
          </a:lstStyle>
          <a:p>
            <a:pPr>
              <a:defRPr/>
            </a:pPr>
            <a:fld id="{58F50E4B-2C6C-4433-9AEA-C8DB71A815E6}" type="slidenum">
              <a:rPr lang="en-US" altLang="en-US"/>
              <a:pPr>
                <a:defRPr/>
              </a:pPr>
              <a:t>‹#›</a:t>
            </a:fld>
            <a:endParaRPr lang="en-US"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6"/>
          <p:cNvSpPr>
            <a:spLocks noGrp="1"/>
          </p:cNvSpPr>
          <p:nvPr>
            <p:ph type="dt" sz="half" idx="10"/>
          </p:nvPr>
        </p:nvSpPr>
        <p:spPr/>
        <p:txBody>
          <a:bodyPr/>
          <a:lstStyle>
            <a:lvl1pPr>
              <a:defRPr/>
            </a:lvl1pPr>
          </a:lstStyle>
          <a:p>
            <a:pPr>
              <a:defRPr/>
            </a:pPr>
            <a:endParaRPr lang="en-US"/>
          </a:p>
        </p:txBody>
      </p:sp>
      <p:sp>
        <p:nvSpPr>
          <p:cNvPr id="4" name="Footer Placeholder 7"/>
          <p:cNvSpPr>
            <a:spLocks noGrp="1"/>
          </p:cNvSpPr>
          <p:nvPr>
            <p:ph type="ftr" sz="quarter" idx="11"/>
          </p:nvPr>
        </p:nvSpPr>
        <p:spPr/>
        <p:txBody>
          <a:bodyPr/>
          <a:lstStyle>
            <a:lvl1pPr>
              <a:defRPr/>
            </a:lvl1pPr>
          </a:lstStyle>
          <a:p>
            <a:pPr>
              <a:defRPr/>
            </a:pPr>
            <a:endParaRPr lang="en-US"/>
          </a:p>
        </p:txBody>
      </p:sp>
      <p:sp>
        <p:nvSpPr>
          <p:cNvPr id="5" name="Slide Number Placeholder 8"/>
          <p:cNvSpPr>
            <a:spLocks noGrp="1"/>
          </p:cNvSpPr>
          <p:nvPr>
            <p:ph type="sldNum" sz="quarter" idx="12"/>
          </p:nvPr>
        </p:nvSpPr>
        <p:spPr/>
        <p:txBody>
          <a:bodyPr/>
          <a:lstStyle>
            <a:lvl1pPr>
              <a:defRPr/>
            </a:lvl1pPr>
          </a:lstStyle>
          <a:p>
            <a:pPr>
              <a:defRPr/>
            </a:pPr>
            <a:fld id="{FF4CBD6A-D10C-4352-8E95-4B28D147E3FC}" type="slidenum">
              <a:rPr lang="en-US" altLang="en-US"/>
              <a:pPr>
                <a:defRPr/>
              </a:pPr>
              <a:t>‹#›</a:t>
            </a:fld>
            <a:endParaRPr lang="en-US"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6"/>
          <p:cNvSpPr>
            <a:spLocks noGrp="1"/>
          </p:cNvSpPr>
          <p:nvPr>
            <p:ph type="dt" sz="half" idx="10"/>
          </p:nvPr>
        </p:nvSpPr>
        <p:spPr/>
        <p:txBody>
          <a:bodyPr/>
          <a:lstStyle>
            <a:lvl1pPr>
              <a:defRPr/>
            </a:lvl1pPr>
          </a:lstStyle>
          <a:p>
            <a:pPr>
              <a:defRPr/>
            </a:pPr>
            <a:endParaRPr lang="en-US"/>
          </a:p>
        </p:txBody>
      </p:sp>
      <p:sp>
        <p:nvSpPr>
          <p:cNvPr id="3" name="Footer Placeholder 7"/>
          <p:cNvSpPr>
            <a:spLocks noGrp="1"/>
          </p:cNvSpPr>
          <p:nvPr>
            <p:ph type="ftr" sz="quarter" idx="11"/>
          </p:nvPr>
        </p:nvSpPr>
        <p:spPr/>
        <p:txBody>
          <a:bodyPr/>
          <a:lstStyle>
            <a:lvl1pPr>
              <a:defRPr/>
            </a:lvl1pPr>
          </a:lstStyle>
          <a:p>
            <a:pPr>
              <a:defRPr/>
            </a:pPr>
            <a:endParaRPr lang="en-US"/>
          </a:p>
        </p:txBody>
      </p:sp>
      <p:sp>
        <p:nvSpPr>
          <p:cNvPr id="4" name="Slide Number Placeholder 8"/>
          <p:cNvSpPr>
            <a:spLocks noGrp="1"/>
          </p:cNvSpPr>
          <p:nvPr>
            <p:ph type="sldNum" sz="quarter" idx="12"/>
          </p:nvPr>
        </p:nvSpPr>
        <p:spPr/>
        <p:txBody>
          <a:bodyPr/>
          <a:lstStyle>
            <a:lvl1pPr>
              <a:defRPr/>
            </a:lvl1pPr>
          </a:lstStyle>
          <a:p>
            <a:pPr>
              <a:defRPr/>
            </a:pPr>
            <a:fld id="{56F4E702-D3F6-46C4-8960-CFB96C334C46}" type="slidenum">
              <a:rPr lang="en-US" altLang="en-US"/>
              <a:pPr>
                <a:defRPr/>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4.xml"/><Relationship Id="rId7"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4"/>
          <p:cNvSpPr>
            <a:spLocks noChangeArrowheads="1"/>
          </p:cNvSpPr>
          <p:nvPr/>
        </p:nvSpPr>
        <p:spPr bwMode="auto">
          <a:xfrm>
            <a:off x="0" y="0"/>
            <a:ext cx="457200" cy="5143500"/>
          </a:xfrm>
          <a:prstGeom prst="rect">
            <a:avLst/>
          </a:prstGeom>
          <a:gradFill rotWithShape="0">
            <a:gsLst>
              <a:gs pos="0">
                <a:schemeClr val="tx2"/>
              </a:gs>
              <a:gs pos="100000">
                <a:schemeClr val="accent1"/>
              </a:gs>
            </a:gsLst>
            <a:lin ang="5400000" scaled="1"/>
          </a:gradFill>
          <a:ln>
            <a:noFill/>
          </a:ln>
        </p:spPr>
        <p:txBody>
          <a:bodyPr wrap="none" anchor="ctr"/>
          <a:lstStyle>
            <a:lvl1pPr eaLnBrk="0" hangingPunct="0">
              <a:defRPr>
                <a:solidFill>
                  <a:schemeClr val="tx1"/>
                </a:solidFill>
                <a:latin typeface="Book Antiqua" pitchFamily="18" charset="0"/>
              </a:defRPr>
            </a:lvl1pPr>
            <a:lvl2pPr marL="742950" indent="-285750" eaLnBrk="0" hangingPunct="0">
              <a:defRPr>
                <a:solidFill>
                  <a:schemeClr val="tx1"/>
                </a:solidFill>
                <a:latin typeface="Book Antiqua" pitchFamily="18" charset="0"/>
              </a:defRPr>
            </a:lvl2pPr>
            <a:lvl3pPr marL="1143000" indent="-228600" eaLnBrk="0" hangingPunct="0">
              <a:defRPr>
                <a:solidFill>
                  <a:schemeClr val="tx1"/>
                </a:solidFill>
                <a:latin typeface="Book Antiqua" pitchFamily="18" charset="0"/>
              </a:defRPr>
            </a:lvl3pPr>
            <a:lvl4pPr marL="1600200" indent="-228600" eaLnBrk="0" hangingPunct="0">
              <a:defRPr>
                <a:solidFill>
                  <a:schemeClr val="tx1"/>
                </a:solidFill>
                <a:latin typeface="Book Antiqua" pitchFamily="18" charset="0"/>
              </a:defRPr>
            </a:lvl4pPr>
            <a:lvl5pPr marL="2057400" indent="-228600" eaLnBrk="0" hangingPunct="0">
              <a:defRPr>
                <a:solidFill>
                  <a:schemeClr val="tx1"/>
                </a:solidFill>
                <a:latin typeface="Book Antiqua" pitchFamily="18" charset="0"/>
              </a:defRPr>
            </a:lvl5pPr>
            <a:lvl6pPr marL="2514600" indent="-228600" eaLnBrk="0" fontAlgn="base" hangingPunct="0">
              <a:spcBef>
                <a:spcPct val="0"/>
              </a:spcBef>
              <a:spcAft>
                <a:spcPct val="0"/>
              </a:spcAft>
              <a:defRPr>
                <a:solidFill>
                  <a:schemeClr val="tx1"/>
                </a:solidFill>
                <a:latin typeface="Book Antiqua" pitchFamily="18" charset="0"/>
              </a:defRPr>
            </a:lvl6pPr>
            <a:lvl7pPr marL="2971800" indent="-228600" eaLnBrk="0" fontAlgn="base" hangingPunct="0">
              <a:spcBef>
                <a:spcPct val="0"/>
              </a:spcBef>
              <a:spcAft>
                <a:spcPct val="0"/>
              </a:spcAft>
              <a:defRPr>
                <a:solidFill>
                  <a:schemeClr val="tx1"/>
                </a:solidFill>
                <a:latin typeface="Book Antiqua" pitchFamily="18" charset="0"/>
              </a:defRPr>
            </a:lvl7pPr>
            <a:lvl8pPr marL="3429000" indent="-228600" eaLnBrk="0" fontAlgn="base" hangingPunct="0">
              <a:spcBef>
                <a:spcPct val="0"/>
              </a:spcBef>
              <a:spcAft>
                <a:spcPct val="0"/>
              </a:spcAft>
              <a:defRPr>
                <a:solidFill>
                  <a:schemeClr val="tx1"/>
                </a:solidFill>
                <a:latin typeface="Book Antiqua" pitchFamily="18" charset="0"/>
              </a:defRPr>
            </a:lvl8pPr>
            <a:lvl9pPr marL="3886200" indent="-228600" eaLnBrk="0" fontAlgn="base" hangingPunct="0">
              <a:spcBef>
                <a:spcPct val="0"/>
              </a:spcBef>
              <a:spcAft>
                <a:spcPct val="0"/>
              </a:spcAft>
              <a:defRPr>
                <a:solidFill>
                  <a:schemeClr val="tx1"/>
                </a:solidFill>
                <a:latin typeface="Book Antiqua" pitchFamily="18" charset="0"/>
              </a:defRPr>
            </a:lvl9pPr>
          </a:lstStyle>
          <a:p>
            <a:pPr eaLnBrk="1" fontAlgn="auto" hangingPunct="1">
              <a:spcBef>
                <a:spcPts val="0"/>
              </a:spcBef>
              <a:spcAft>
                <a:spcPts val="0"/>
              </a:spcAft>
              <a:defRPr/>
            </a:pPr>
            <a:endParaRPr lang="en-US" altLang="en-US"/>
          </a:p>
        </p:txBody>
      </p:sp>
      <p:sp>
        <p:nvSpPr>
          <p:cNvPr id="1027" name="Line 6"/>
          <p:cNvSpPr>
            <a:spLocks noChangeShapeType="1"/>
          </p:cNvSpPr>
          <p:nvPr/>
        </p:nvSpPr>
        <p:spPr bwMode="auto">
          <a:xfrm>
            <a:off x="914400" y="2227263"/>
            <a:ext cx="7772400" cy="0"/>
          </a:xfrm>
          <a:prstGeom prst="line">
            <a:avLst/>
          </a:prstGeom>
          <a:noFill/>
          <a:ln w="25400">
            <a:solidFill>
              <a:schemeClr val="tx2"/>
            </a:solidFill>
            <a:round/>
            <a:headEnd type="none" w="sm" len="sm"/>
            <a:tailEnd type="none" w="sm" len="sm"/>
          </a:ln>
        </p:spPr>
        <p:txBody>
          <a:bodyPr/>
          <a:lstStyle/>
          <a:p>
            <a:pPr fontAlgn="auto">
              <a:spcBef>
                <a:spcPts val="0"/>
              </a:spcBef>
              <a:spcAft>
                <a:spcPts val="0"/>
              </a:spcAft>
              <a:defRPr/>
            </a:pPr>
            <a:endParaRPr lang="en-US">
              <a:latin typeface="+mn-lt"/>
            </a:endParaRPr>
          </a:p>
        </p:txBody>
      </p:sp>
      <p:sp>
        <p:nvSpPr>
          <p:cNvPr id="1028" name="Rectangle 3"/>
          <p:cNvSpPr>
            <a:spLocks noGrp="1" noChangeArrowheads="1"/>
          </p:cNvSpPr>
          <p:nvPr>
            <p:ph type="title"/>
          </p:nvPr>
        </p:nvSpPr>
        <p:spPr bwMode="auto">
          <a:xfrm>
            <a:off x="914400" y="169863"/>
            <a:ext cx="7772400" cy="685800"/>
          </a:xfrm>
          <a:prstGeom prst="rect">
            <a:avLst/>
          </a:prstGeom>
          <a:noFill/>
          <a:ln w="9525">
            <a:noFill/>
            <a:miter lim="800000"/>
            <a:headEnd/>
            <a:tailEnd/>
          </a:ln>
        </p:spPr>
        <p:txBody>
          <a:bodyPr vert="horz" wrap="square" lIns="92075" tIns="46038" rIns="92075" bIns="46038" numCol="1" anchor="b" anchorCtr="0" compatLnSpc="1">
            <a:prstTxWarp prst="textNoShape">
              <a:avLst/>
            </a:prstTxWarp>
          </a:bodyPr>
          <a:lstStyle/>
          <a:p>
            <a:pPr lvl="0"/>
            <a:r>
              <a:rPr lang="en-US" altLang="en-US"/>
              <a:t>Click to edit Master title style</a:t>
            </a:r>
          </a:p>
        </p:txBody>
      </p:sp>
      <p:sp>
        <p:nvSpPr>
          <p:cNvPr id="1029" name="Rectangle 4"/>
          <p:cNvSpPr>
            <a:spLocks noGrp="1" noChangeArrowheads="1"/>
          </p:cNvSpPr>
          <p:nvPr>
            <p:ph type="body" idx="1"/>
          </p:nvPr>
        </p:nvSpPr>
        <p:spPr bwMode="auto">
          <a:xfrm>
            <a:off x="914400" y="1085850"/>
            <a:ext cx="7772400" cy="2324100"/>
          </a:xfrm>
          <a:prstGeom prst="rect">
            <a:avLst/>
          </a:prstGeom>
          <a:noFill/>
          <a:ln w="9525">
            <a:noFill/>
            <a:miter lim="800000"/>
            <a:headEnd/>
            <a:tailEnd/>
          </a:ln>
        </p:spPr>
        <p:txBody>
          <a:bodyPr vert="horz" wrap="square" lIns="92075" tIns="46038" rIns="92075" bIns="46038" numCol="1" anchor="t" anchorCtr="0" compatLnSpc="1">
            <a:prstTxWarp prst="textNoShape">
              <a:avLst/>
            </a:prstTxWarp>
            <a:spAutoFit/>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30" name="Picture 6" descr="wfsom_r_clr_rgb"/>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00325" y="3714750"/>
            <a:ext cx="3343275" cy="109855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69" r:id="rId1"/>
  </p:sldLayoutIdLst>
  <p:txStyles>
    <p:titleStyle>
      <a:lvl1pPr algn="l" rtl="0" fontAlgn="base">
        <a:spcBef>
          <a:spcPct val="0"/>
        </a:spcBef>
        <a:spcAft>
          <a:spcPct val="0"/>
        </a:spcAft>
        <a:defRPr sz="4000">
          <a:solidFill>
            <a:schemeClr val="tx2"/>
          </a:solidFill>
          <a:latin typeface="Times New Roman" panose="02020603050405020304" pitchFamily="18" charset="0"/>
          <a:ea typeface="+mj-ea"/>
          <a:cs typeface="Times New Roman" panose="02020603050405020304" pitchFamily="18" charset="0"/>
        </a:defRPr>
      </a:lvl1pPr>
      <a:lvl2pPr algn="l" rtl="0" fontAlgn="base">
        <a:spcBef>
          <a:spcPct val="0"/>
        </a:spcBef>
        <a:spcAft>
          <a:spcPct val="0"/>
        </a:spcAft>
        <a:defRPr sz="4000">
          <a:solidFill>
            <a:schemeClr val="tx2"/>
          </a:solidFill>
          <a:latin typeface="Times New Roman" pitchFamily="18" charset="0"/>
          <a:cs typeface="Times New Roman" pitchFamily="18" charset="0"/>
        </a:defRPr>
      </a:lvl2pPr>
      <a:lvl3pPr algn="l" rtl="0" fontAlgn="base">
        <a:spcBef>
          <a:spcPct val="0"/>
        </a:spcBef>
        <a:spcAft>
          <a:spcPct val="0"/>
        </a:spcAft>
        <a:defRPr sz="4000">
          <a:solidFill>
            <a:schemeClr val="tx2"/>
          </a:solidFill>
          <a:latin typeface="Times New Roman" pitchFamily="18" charset="0"/>
          <a:cs typeface="Times New Roman" pitchFamily="18" charset="0"/>
        </a:defRPr>
      </a:lvl3pPr>
      <a:lvl4pPr algn="l" rtl="0" fontAlgn="base">
        <a:spcBef>
          <a:spcPct val="0"/>
        </a:spcBef>
        <a:spcAft>
          <a:spcPct val="0"/>
        </a:spcAft>
        <a:defRPr sz="4000">
          <a:solidFill>
            <a:schemeClr val="tx2"/>
          </a:solidFill>
          <a:latin typeface="Times New Roman" pitchFamily="18" charset="0"/>
          <a:cs typeface="Times New Roman" pitchFamily="18" charset="0"/>
        </a:defRPr>
      </a:lvl4pPr>
      <a:lvl5pPr algn="l" rtl="0" fontAlgn="base">
        <a:spcBef>
          <a:spcPct val="0"/>
        </a:spcBef>
        <a:spcAft>
          <a:spcPct val="0"/>
        </a:spcAft>
        <a:defRPr sz="4000">
          <a:solidFill>
            <a:schemeClr val="tx2"/>
          </a:solidFill>
          <a:latin typeface="Times New Roman" pitchFamily="18" charset="0"/>
          <a:cs typeface="Times New Roman" pitchFamily="18"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p:titleStyle>
    <p:bodyStyle>
      <a:lvl1pPr marL="342900" indent="-342900" algn="l" rtl="0" fontAlgn="base">
        <a:spcBef>
          <a:spcPct val="0"/>
        </a:spcBef>
        <a:spcAft>
          <a:spcPct val="25000"/>
        </a:spcAft>
        <a:buClr>
          <a:schemeClr val="tx2"/>
        </a:buClr>
        <a:buFont typeface="Wingdings" pitchFamily="2" charset="2"/>
        <a:buChar char="§"/>
        <a:defRPr sz="2800">
          <a:solidFill>
            <a:schemeClr val="accent1"/>
          </a:solidFill>
          <a:latin typeface="Times New Roman" panose="02020603050405020304" pitchFamily="18" charset="0"/>
          <a:ea typeface="+mn-ea"/>
          <a:cs typeface="Times New Roman" panose="02020603050405020304" pitchFamily="18" charset="0"/>
        </a:defRPr>
      </a:lvl1pPr>
      <a:lvl2pPr marL="742950" indent="-285750" algn="l" rtl="0" fontAlgn="base">
        <a:spcBef>
          <a:spcPct val="0"/>
        </a:spcBef>
        <a:spcAft>
          <a:spcPct val="25000"/>
        </a:spcAft>
        <a:buClr>
          <a:schemeClr val="tx2"/>
        </a:buClr>
        <a:buFont typeface="Wingdings" pitchFamily="2" charset="2"/>
        <a:buChar char="§"/>
        <a:defRPr sz="2800">
          <a:solidFill>
            <a:schemeClr val="accent1"/>
          </a:solidFill>
          <a:latin typeface="Times New Roman" panose="02020603050405020304" pitchFamily="18" charset="0"/>
          <a:cs typeface="Times New Roman" panose="02020603050405020304" pitchFamily="18" charset="0"/>
        </a:defRPr>
      </a:lvl2pPr>
      <a:lvl3pPr marL="1143000" indent="-228600" algn="l" rtl="0" fontAlgn="base">
        <a:spcBef>
          <a:spcPct val="0"/>
        </a:spcBef>
        <a:spcAft>
          <a:spcPct val="25000"/>
        </a:spcAft>
        <a:buClr>
          <a:schemeClr val="tx2"/>
        </a:buClr>
        <a:buFont typeface="Wingdings" pitchFamily="2" charset="2"/>
        <a:buChar char="§"/>
        <a:defRPr sz="2400">
          <a:solidFill>
            <a:schemeClr val="accent1"/>
          </a:solidFill>
          <a:latin typeface="Times New Roman" panose="02020603050405020304" pitchFamily="18" charset="0"/>
          <a:cs typeface="Times New Roman" panose="02020603050405020304" pitchFamily="18" charset="0"/>
        </a:defRPr>
      </a:lvl3pPr>
      <a:lvl4pPr marL="1600200" indent="-228600" algn="l" rtl="0" fontAlgn="base">
        <a:spcBef>
          <a:spcPct val="0"/>
        </a:spcBef>
        <a:spcAft>
          <a:spcPct val="25000"/>
        </a:spcAft>
        <a:buClr>
          <a:schemeClr val="tx2"/>
        </a:buClr>
        <a:buFont typeface="Wingdings" pitchFamily="2" charset="2"/>
        <a:buChar char="§"/>
        <a:defRPr sz="2000">
          <a:solidFill>
            <a:schemeClr val="accent1"/>
          </a:solidFill>
          <a:latin typeface="Times New Roman" panose="02020603050405020304" pitchFamily="18" charset="0"/>
          <a:cs typeface="Times New Roman" panose="02020603050405020304" pitchFamily="18" charset="0"/>
        </a:defRPr>
      </a:lvl4pPr>
      <a:lvl5pPr marL="2057400" indent="-228600" algn="l" rtl="0" fontAlgn="base">
        <a:spcBef>
          <a:spcPct val="0"/>
        </a:spcBef>
        <a:spcAft>
          <a:spcPct val="25000"/>
        </a:spcAft>
        <a:buClr>
          <a:schemeClr val="tx2"/>
        </a:buClr>
        <a:buFont typeface="Wingdings" pitchFamily="2" charset="2"/>
        <a:buChar char="§"/>
        <a:defRPr sz="2000">
          <a:solidFill>
            <a:schemeClr val="accent1"/>
          </a:solidFill>
          <a:latin typeface="Times New Roman" panose="02020603050405020304" pitchFamily="18" charset="0"/>
          <a:cs typeface="Times New Roman" panose="02020603050405020304" pitchFamily="18" charset="0"/>
        </a:defRPr>
      </a:lvl5pPr>
      <a:lvl6pPr marL="25146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6pPr>
      <a:lvl7pPr marL="29718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7pPr>
      <a:lvl8pPr marL="34290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8pPr>
      <a:lvl9pPr marL="38862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0" y="0"/>
            <a:ext cx="457200" cy="5143500"/>
          </a:xfrm>
          <a:prstGeom prst="rect">
            <a:avLst/>
          </a:prstGeom>
          <a:gradFill rotWithShape="0">
            <a:gsLst>
              <a:gs pos="0">
                <a:schemeClr val="tx2"/>
              </a:gs>
              <a:gs pos="100000">
                <a:schemeClr val="accent1"/>
              </a:gs>
            </a:gsLst>
            <a:lin ang="5400000" scaled="1"/>
          </a:gradFill>
          <a:ln>
            <a:noFill/>
          </a:ln>
        </p:spPr>
        <p:txBody>
          <a:bodyPr wrap="none" anchor="ctr"/>
          <a:lstStyle>
            <a:lvl1pPr eaLnBrk="0" hangingPunct="0">
              <a:defRPr>
                <a:solidFill>
                  <a:schemeClr val="tx1"/>
                </a:solidFill>
                <a:latin typeface="Book Antiqua" pitchFamily="18" charset="0"/>
              </a:defRPr>
            </a:lvl1pPr>
            <a:lvl2pPr marL="742950" indent="-285750" eaLnBrk="0" hangingPunct="0">
              <a:defRPr>
                <a:solidFill>
                  <a:schemeClr val="tx1"/>
                </a:solidFill>
                <a:latin typeface="Book Antiqua" pitchFamily="18" charset="0"/>
              </a:defRPr>
            </a:lvl2pPr>
            <a:lvl3pPr marL="1143000" indent="-228600" eaLnBrk="0" hangingPunct="0">
              <a:defRPr>
                <a:solidFill>
                  <a:schemeClr val="tx1"/>
                </a:solidFill>
                <a:latin typeface="Book Antiqua" pitchFamily="18" charset="0"/>
              </a:defRPr>
            </a:lvl3pPr>
            <a:lvl4pPr marL="1600200" indent="-228600" eaLnBrk="0" hangingPunct="0">
              <a:defRPr>
                <a:solidFill>
                  <a:schemeClr val="tx1"/>
                </a:solidFill>
                <a:latin typeface="Book Antiqua" pitchFamily="18" charset="0"/>
              </a:defRPr>
            </a:lvl4pPr>
            <a:lvl5pPr marL="2057400" indent="-228600" eaLnBrk="0" hangingPunct="0">
              <a:defRPr>
                <a:solidFill>
                  <a:schemeClr val="tx1"/>
                </a:solidFill>
                <a:latin typeface="Book Antiqua" pitchFamily="18" charset="0"/>
              </a:defRPr>
            </a:lvl5pPr>
            <a:lvl6pPr marL="2514600" indent="-228600" eaLnBrk="0" fontAlgn="base" hangingPunct="0">
              <a:spcBef>
                <a:spcPct val="0"/>
              </a:spcBef>
              <a:spcAft>
                <a:spcPct val="0"/>
              </a:spcAft>
              <a:defRPr>
                <a:solidFill>
                  <a:schemeClr val="tx1"/>
                </a:solidFill>
                <a:latin typeface="Book Antiqua" pitchFamily="18" charset="0"/>
              </a:defRPr>
            </a:lvl6pPr>
            <a:lvl7pPr marL="2971800" indent="-228600" eaLnBrk="0" fontAlgn="base" hangingPunct="0">
              <a:spcBef>
                <a:spcPct val="0"/>
              </a:spcBef>
              <a:spcAft>
                <a:spcPct val="0"/>
              </a:spcAft>
              <a:defRPr>
                <a:solidFill>
                  <a:schemeClr val="tx1"/>
                </a:solidFill>
                <a:latin typeface="Book Antiqua" pitchFamily="18" charset="0"/>
              </a:defRPr>
            </a:lvl7pPr>
            <a:lvl8pPr marL="3429000" indent="-228600" eaLnBrk="0" fontAlgn="base" hangingPunct="0">
              <a:spcBef>
                <a:spcPct val="0"/>
              </a:spcBef>
              <a:spcAft>
                <a:spcPct val="0"/>
              </a:spcAft>
              <a:defRPr>
                <a:solidFill>
                  <a:schemeClr val="tx1"/>
                </a:solidFill>
                <a:latin typeface="Book Antiqua" pitchFamily="18" charset="0"/>
              </a:defRPr>
            </a:lvl8pPr>
            <a:lvl9pPr marL="3886200" indent="-228600" eaLnBrk="0" fontAlgn="base" hangingPunct="0">
              <a:spcBef>
                <a:spcPct val="0"/>
              </a:spcBef>
              <a:spcAft>
                <a:spcPct val="0"/>
              </a:spcAft>
              <a:defRPr>
                <a:solidFill>
                  <a:schemeClr val="tx1"/>
                </a:solidFill>
                <a:latin typeface="Book Antiqua" pitchFamily="18" charset="0"/>
              </a:defRPr>
            </a:lvl9pPr>
          </a:lstStyle>
          <a:p>
            <a:pPr eaLnBrk="1" fontAlgn="auto" hangingPunct="1">
              <a:spcBef>
                <a:spcPts val="0"/>
              </a:spcBef>
              <a:spcAft>
                <a:spcPts val="0"/>
              </a:spcAft>
              <a:defRPr/>
            </a:pPr>
            <a:endParaRPr lang="en-US" altLang="en-US"/>
          </a:p>
        </p:txBody>
      </p:sp>
      <p:sp>
        <p:nvSpPr>
          <p:cNvPr id="3075" name="Rectangle 3"/>
          <p:cNvSpPr>
            <a:spLocks noGrp="1" noChangeArrowheads="1"/>
          </p:cNvSpPr>
          <p:nvPr>
            <p:ph type="title"/>
          </p:nvPr>
        </p:nvSpPr>
        <p:spPr bwMode="auto">
          <a:xfrm>
            <a:off x="914400" y="285750"/>
            <a:ext cx="7772400" cy="685800"/>
          </a:xfrm>
          <a:prstGeom prst="rect">
            <a:avLst/>
          </a:prstGeom>
          <a:noFill/>
          <a:ln w="9525">
            <a:noFill/>
            <a:miter lim="800000"/>
            <a:headEnd/>
            <a:tailEnd/>
          </a:ln>
        </p:spPr>
        <p:txBody>
          <a:bodyPr vert="horz" wrap="square" lIns="92075" tIns="46038" rIns="92075" bIns="46038" numCol="1" anchor="b" anchorCtr="0" compatLnSpc="1">
            <a:prstTxWarp prst="textNoShape">
              <a:avLst/>
            </a:prstTxWarp>
          </a:bodyPr>
          <a:lstStyle/>
          <a:p>
            <a:pPr lvl="0"/>
            <a:r>
              <a:rPr lang="en-US" altLang="en-US"/>
              <a:t>Click to edit Master title style</a:t>
            </a:r>
          </a:p>
        </p:txBody>
      </p:sp>
      <p:sp>
        <p:nvSpPr>
          <p:cNvPr id="3076" name="Rectangle 4"/>
          <p:cNvSpPr>
            <a:spLocks noGrp="1" noChangeArrowheads="1"/>
          </p:cNvSpPr>
          <p:nvPr>
            <p:ph type="body" idx="1"/>
          </p:nvPr>
        </p:nvSpPr>
        <p:spPr bwMode="auto">
          <a:xfrm>
            <a:off x="914400" y="971550"/>
            <a:ext cx="7772400" cy="2324100"/>
          </a:xfrm>
          <a:prstGeom prst="rect">
            <a:avLst/>
          </a:prstGeom>
          <a:noFill/>
          <a:ln w="9525">
            <a:noFill/>
            <a:miter lim="800000"/>
            <a:headEnd/>
            <a:tailEnd/>
          </a:ln>
        </p:spPr>
        <p:txBody>
          <a:bodyPr vert="horz" wrap="square" lIns="92075" tIns="46038" rIns="92075" bIns="46038" numCol="1" anchor="t" anchorCtr="0" compatLnSpc="1">
            <a:prstTxWarp prst="textNoShape">
              <a:avLst/>
            </a:prstTxWarp>
            <a:spAutoFit/>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053" name="Line 5"/>
          <p:cNvSpPr>
            <a:spLocks noChangeShapeType="1"/>
          </p:cNvSpPr>
          <p:nvPr/>
        </p:nvSpPr>
        <p:spPr bwMode="auto">
          <a:xfrm>
            <a:off x="914400" y="971550"/>
            <a:ext cx="7772400" cy="0"/>
          </a:xfrm>
          <a:prstGeom prst="line">
            <a:avLst/>
          </a:prstGeom>
          <a:noFill/>
          <a:ln w="25400">
            <a:solidFill>
              <a:schemeClr val="tx2"/>
            </a:solidFill>
            <a:round/>
            <a:headEnd type="none" w="sm" len="sm"/>
            <a:tailEnd type="none" w="sm" len="sm"/>
          </a:ln>
        </p:spPr>
        <p:txBody>
          <a:bodyPr/>
          <a:lstStyle/>
          <a:p>
            <a:pPr fontAlgn="auto">
              <a:spcBef>
                <a:spcPts val="0"/>
              </a:spcBef>
              <a:spcAft>
                <a:spcPts val="0"/>
              </a:spcAft>
              <a:defRPr/>
            </a:pPr>
            <a:endParaRPr lang="en-US">
              <a:latin typeface="+mn-lt"/>
            </a:endParaRPr>
          </a:p>
        </p:txBody>
      </p:sp>
      <p:pic>
        <p:nvPicPr>
          <p:cNvPr id="3078" name="Picture 6" descr="wfsom_r_clr_rgb"/>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543800" y="4597400"/>
            <a:ext cx="1600200" cy="5461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Lst>
  <p:txStyles>
    <p:titleStyle>
      <a:lvl1pPr algn="l" rtl="0" fontAlgn="base">
        <a:spcBef>
          <a:spcPct val="0"/>
        </a:spcBef>
        <a:spcAft>
          <a:spcPct val="0"/>
        </a:spcAft>
        <a:defRPr sz="4000">
          <a:solidFill>
            <a:schemeClr val="tx2"/>
          </a:solidFill>
          <a:latin typeface="+mn-lt"/>
          <a:ea typeface="+mj-ea"/>
          <a:cs typeface="+mj-cs"/>
        </a:defRPr>
      </a:lvl1pPr>
      <a:lvl2pPr algn="l" rtl="0" fontAlgn="base">
        <a:spcBef>
          <a:spcPct val="0"/>
        </a:spcBef>
        <a:spcAft>
          <a:spcPct val="0"/>
        </a:spcAft>
        <a:defRPr sz="4000">
          <a:solidFill>
            <a:schemeClr val="tx2"/>
          </a:solidFill>
          <a:latin typeface="Times New Roman" pitchFamily="18" charset="0"/>
        </a:defRPr>
      </a:lvl2pPr>
      <a:lvl3pPr algn="l" rtl="0" fontAlgn="base">
        <a:spcBef>
          <a:spcPct val="0"/>
        </a:spcBef>
        <a:spcAft>
          <a:spcPct val="0"/>
        </a:spcAft>
        <a:defRPr sz="4000">
          <a:solidFill>
            <a:schemeClr val="tx2"/>
          </a:solidFill>
          <a:latin typeface="Times New Roman" pitchFamily="18" charset="0"/>
        </a:defRPr>
      </a:lvl3pPr>
      <a:lvl4pPr algn="l" rtl="0" fontAlgn="base">
        <a:spcBef>
          <a:spcPct val="0"/>
        </a:spcBef>
        <a:spcAft>
          <a:spcPct val="0"/>
        </a:spcAft>
        <a:defRPr sz="4000">
          <a:solidFill>
            <a:schemeClr val="tx2"/>
          </a:solidFill>
          <a:latin typeface="Times New Roman" pitchFamily="18" charset="0"/>
        </a:defRPr>
      </a:lvl4pPr>
      <a:lvl5pPr algn="l" rtl="0" fontAlgn="base">
        <a:spcBef>
          <a:spcPct val="0"/>
        </a:spcBef>
        <a:spcAft>
          <a:spcPct val="0"/>
        </a:spcAft>
        <a:defRPr sz="4000">
          <a:solidFill>
            <a:schemeClr val="tx2"/>
          </a:solidFill>
          <a:latin typeface="Times New Roman" pitchFamily="18"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p:titleStyle>
    <p:bodyStyle>
      <a:lvl1pPr marL="342900" indent="-342900" algn="l" rtl="0" fontAlgn="base">
        <a:spcBef>
          <a:spcPct val="0"/>
        </a:spcBef>
        <a:spcAft>
          <a:spcPct val="25000"/>
        </a:spcAft>
        <a:buClr>
          <a:schemeClr val="tx2"/>
        </a:buClr>
        <a:buFont typeface="Wingdings" pitchFamily="2" charset="2"/>
        <a:buChar char="§"/>
        <a:defRPr sz="2800">
          <a:solidFill>
            <a:schemeClr val="accent1"/>
          </a:solidFill>
          <a:latin typeface="+mn-lt"/>
          <a:ea typeface="+mn-ea"/>
          <a:cs typeface="+mn-cs"/>
        </a:defRPr>
      </a:lvl1pPr>
      <a:lvl2pPr marL="742950" indent="-285750" algn="l" rtl="0" fontAlgn="base">
        <a:spcBef>
          <a:spcPct val="0"/>
        </a:spcBef>
        <a:spcAft>
          <a:spcPct val="25000"/>
        </a:spcAft>
        <a:buClr>
          <a:schemeClr val="tx2"/>
        </a:buClr>
        <a:buFont typeface="Wingdings" pitchFamily="2" charset="2"/>
        <a:buChar char="§"/>
        <a:defRPr sz="2800">
          <a:solidFill>
            <a:schemeClr val="accent1"/>
          </a:solidFill>
          <a:latin typeface="+mn-lt"/>
        </a:defRPr>
      </a:lvl2pPr>
      <a:lvl3pPr marL="1143000" indent="-228600" algn="l" rtl="0" fontAlgn="base">
        <a:spcBef>
          <a:spcPct val="0"/>
        </a:spcBef>
        <a:spcAft>
          <a:spcPct val="25000"/>
        </a:spcAft>
        <a:buClr>
          <a:schemeClr val="tx2"/>
        </a:buClr>
        <a:buFont typeface="Wingdings" pitchFamily="2" charset="2"/>
        <a:buChar char="§"/>
        <a:defRPr sz="2400">
          <a:solidFill>
            <a:schemeClr val="accent1"/>
          </a:solidFill>
          <a:latin typeface="+mn-lt"/>
        </a:defRPr>
      </a:lvl3pPr>
      <a:lvl4pPr marL="1600200" indent="-228600" algn="l" rtl="0" fontAlgn="base">
        <a:spcBef>
          <a:spcPct val="0"/>
        </a:spcBef>
        <a:spcAft>
          <a:spcPct val="25000"/>
        </a:spcAft>
        <a:buClr>
          <a:schemeClr val="tx2"/>
        </a:buClr>
        <a:buFont typeface="Wingdings" pitchFamily="2" charset="2"/>
        <a:buChar char="§"/>
        <a:defRPr sz="2000">
          <a:solidFill>
            <a:schemeClr val="accent1"/>
          </a:solidFill>
          <a:latin typeface="+mn-lt"/>
        </a:defRPr>
      </a:lvl4pPr>
      <a:lvl5pPr marL="2057400" indent="-228600" algn="l" rtl="0" fontAlgn="base">
        <a:spcBef>
          <a:spcPct val="0"/>
        </a:spcBef>
        <a:spcAft>
          <a:spcPct val="25000"/>
        </a:spcAft>
        <a:buClr>
          <a:schemeClr val="tx2"/>
        </a:buClr>
        <a:buFont typeface="Wingdings" pitchFamily="2" charset="2"/>
        <a:buChar char="§"/>
        <a:defRPr sz="2000">
          <a:solidFill>
            <a:schemeClr val="accent1"/>
          </a:solidFill>
          <a:latin typeface="+mn-lt"/>
        </a:defRPr>
      </a:lvl5pPr>
      <a:lvl6pPr marL="25146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6pPr>
      <a:lvl7pPr marL="29718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7pPr>
      <a:lvl8pPr marL="34290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8pPr>
      <a:lvl9pPr marL="38862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0" y="0"/>
            <a:ext cx="457200" cy="5143500"/>
          </a:xfrm>
          <a:prstGeom prst="rect">
            <a:avLst/>
          </a:prstGeom>
          <a:gradFill rotWithShape="0">
            <a:gsLst>
              <a:gs pos="0">
                <a:schemeClr val="tx2"/>
              </a:gs>
              <a:gs pos="100000">
                <a:schemeClr val="accent1"/>
              </a:gs>
            </a:gsLst>
            <a:lin ang="5400000" scaled="1"/>
          </a:gradFill>
          <a:ln>
            <a:noFill/>
          </a:ln>
        </p:spPr>
        <p:txBody>
          <a:bodyPr wrap="none" anchor="ctr"/>
          <a:lstStyle>
            <a:lvl1pPr eaLnBrk="0" hangingPunct="0">
              <a:defRPr>
                <a:solidFill>
                  <a:schemeClr val="tx1"/>
                </a:solidFill>
                <a:latin typeface="Book Antiqua" pitchFamily="18" charset="0"/>
              </a:defRPr>
            </a:lvl1pPr>
            <a:lvl2pPr marL="742950" indent="-285750" eaLnBrk="0" hangingPunct="0">
              <a:defRPr>
                <a:solidFill>
                  <a:schemeClr val="tx1"/>
                </a:solidFill>
                <a:latin typeface="Book Antiqua" pitchFamily="18" charset="0"/>
              </a:defRPr>
            </a:lvl2pPr>
            <a:lvl3pPr marL="1143000" indent="-228600" eaLnBrk="0" hangingPunct="0">
              <a:defRPr>
                <a:solidFill>
                  <a:schemeClr val="tx1"/>
                </a:solidFill>
                <a:latin typeface="Book Antiqua" pitchFamily="18" charset="0"/>
              </a:defRPr>
            </a:lvl3pPr>
            <a:lvl4pPr marL="1600200" indent="-228600" eaLnBrk="0" hangingPunct="0">
              <a:defRPr>
                <a:solidFill>
                  <a:schemeClr val="tx1"/>
                </a:solidFill>
                <a:latin typeface="Book Antiqua" pitchFamily="18" charset="0"/>
              </a:defRPr>
            </a:lvl4pPr>
            <a:lvl5pPr marL="2057400" indent="-228600" eaLnBrk="0" hangingPunct="0">
              <a:defRPr>
                <a:solidFill>
                  <a:schemeClr val="tx1"/>
                </a:solidFill>
                <a:latin typeface="Book Antiqua" pitchFamily="18" charset="0"/>
              </a:defRPr>
            </a:lvl5pPr>
            <a:lvl6pPr marL="2514600" indent="-228600" eaLnBrk="0" fontAlgn="base" hangingPunct="0">
              <a:spcBef>
                <a:spcPct val="0"/>
              </a:spcBef>
              <a:spcAft>
                <a:spcPct val="0"/>
              </a:spcAft>
              <a:defRPr>
                <a:solidFill>
                  <a:schemeClr val="tx1"/>
                </a:solidFill>
                <a:latin typeface="Book Antiqua" pitchFamily="18" charset="0"/>
              </a:defRPr>
            </a:lvl6pPr>
            <a:lvl7pPr marL="2971800" indent="-228600" eaLnBrk="0" fontAlgn="base" hangingPunct="0">
              <a:spcBef>
                <a:spcPct val="0"/>
              </a:spcBef>
              <a:spcAft>
                <a:spcPct val="0"/>
              </a:spcAft>
              <a:defRPr>
                <a:solidFill>
                  <a:schemeClr val="tx1"/>
                </a:solidFill>
                <a:latin typeface="Book Antiqua" pitchFamily="18" charset="0"/>
              </a:defRPr>
            </a:lvl7pPr>
            <a:lvl8pPr marL="3429000" indent="-228600" eaLnBrk="0" fontAlgn="base" hangingPunct="0">
              <a:spcBef>
                <a:spcPct val="0"/>
              </a:spcBef>
              <a:spcAft>
                <a:spcPct val="0"/>
              </a:spcAft>
              <a:defRPr>
                <a:solidFill>
                  <a:schemeClr val="tx1"/>
                </a:solidFill>
                <a:latin typeface="Book Antiqua" pitchFamily="18" charset="0"/>
              </a:defRPr>
            </a:lvl8pPr>
            <a:lvl9pPr marL="3886200" indent="-228600" eaLnBrk="0" fontAlgn="base" hangingPunct="0">
              <a:spcBef>
                <a:spcPct val="0"/>
              </a:spcBef>
              <a:spcAft>
                <a:spcPct val="0"/>
              </a:spcAft>
              <a:defRPr>
                <a:solidFill>
                  <a:schemeClr val="tx1"/>
                </a:solidFill>
                <a:latin typeface="Book Antiqua" pitchFamily="18" charset="0"/>
              </a:defRPr>
            </a:lvl9pPr>
          </a:lstStyle>
          <a:p>
            <a:pPr eaLnBrk="1" fontAlgn="auto" hangingPunct="1">
              <a:spcBef>
                <a:spcPts val="0"/>
              </a:spcBef>
              <a:spcAft>
                <a:spcPts val="0"/>
              </a:spcAft>
              <a:defRPr/>
            </a:pPr>
            <a:endParaRPr lang="en-US" altLang="en-US"/>
          </a:p>
        </p:txBody>
      </p:sp>
      <p:sp>
        <p:nvSpPr>
          <p:cNvPr id="3075" name="Line 5"/>
          <p:cNvSpPr>
            <a:spLocks noChangeShapeType="1"/>
          </p:cNvSpPr>
          <p:nvPr/>
        </p:nvSpPr>
        <p:spPr bwMode="auto">
          <a:xfrm>
            <a:off x="914400" y="971550"/>
            <a:ext cx="7772400" cy="0"/>
          </a:xfrm>
          <a:prstGeom prst="line">
            <a:avLst/>
          </a:prstGeom>
          <a:noFill/>
          <a:ln w="25400">
            <a:solidFill>
              <a:schemeClr val="tx2"/>
            </a:solidFill>
            <a:round/>
            <a:headEnd type="none" w="sm" len="sm"/>
            <a:tailEnd type="none" w="sm" len="sm"/>
          </a:ln>
        </p:spPr>
        <p:txBody>
          <a:bodyPr/>
          <a:lstStyle/>
          <a:p>
            <a:pPr fontAlgn="auto">
              <a:spcBef>
                <a:spcPts val="0"/>
              </a:spcBef>
              <a:spcAft>
                <a:spcPts val="0"/>
              </a:spcAft>
              <a:defRPr/>
            </a:pPr>
            <a:endParaRPr lang="en-US">
              <a:latin typeface="+mn-lt"/>
            </a:endParaRPr>
          </a:p>
        </p:txBody>
      </p:sp>
      <p:sp>
        <p:nvSpPr>
          <p:cNvPr id="10244" name="Rectangle 3"/>
          <p:cNvSpPr>
            <a:spLocks noGrp="1" noChangeArrowheads="1"/>
          </p:cNvSpPr>
          <p:nvPr>
            <p:ph type="title"/>
          </p:nvPr>
        </p:nvSpPr>
        <p:spPr bwMode="auto">
          <a:xfrm>
            <a:off x="914400" y="273050"/>
            <a:ext cx="7772400" cy="685800"/>
          </a:xfrm>
          <a:prstGeom prst="rect">
            <a:avLst/>
          </a:prstGeom>
          <a:noFill/>
          <a:ln w="9525">
            <a:noFill/>
            <a:miter lim="800000"/>
            <a:headEnd/>
            <a:tailEnd/>
          </a:ln>
        </p:spPr>
        <p:txBody>
          <a:bodyPr vert="horz" wrap="square" lIns="92075" tIns="46038" rIns="92075" bIns="46038" numCol="1" anchor="b" anchorCtr="0" compatLnSpc="1">
            <a:prstTxWarp prst="textNoShape">
              <a:avLst/>
            </a:prstTxWarp>
          </a:bodyPr>
          <a:lstStyle/>
          <a:p>
            <a:pPr lvl="0"/>
            <a:r>
              <a:rPr lang="en-US" altLang="en-US"/>
              <a:t>Click to edit Master title style</a:t>
            </a:r>
          </a:p>
        </p:txBody>
      </p:sp>
      <p:sp>
        <p:nvSpPr>
          <p:cNvPr id="10245" name="Rectangle 4"/>
          <p:cNvSpPr>
            <a:spLocks noGrp="1" noChangeArrowheads="1"/>
          </p:cNvSpPr>
          <p:nvPr>
            <p:ph type="body" idx="1"/>
          </p:nvPr>
        </p:nvSpPr>
        <p:spPr bwMode="auto">
          <a:xfrm>
            <a:off x="914400" y="971550"/>
            <a:ext cx="7772400" cy="2324100"/>
          </a:xfrm>
          <a:prstGeom prst="rect">
            <a:avLst/>
          </a:prstGeom>
          <a:noFill/>
          <a:ln w="9525">
            <a:noFill/>
            <a:miter lim="800000"/>
            <a:headEnd/>
            <a:tailEnd/>
          </a:ln>
        </p:spPr>
        <p:txBody>
          <a:bodyPr vert="horz" wrap="square" lIns="92075" tIns="46038" rIns="92075" bIns="46038" numCol="1" anchor="t" anchorCtr="0" compatLnSpc="1">
            <a:prstTxWarp prst="textNoShape">
              <a:avLst/>
            </a:prstTxWarp>
            <a:spAutoFit/>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 name="Date Placeholder 6"/>
          <p:cNvSpPr>
            <a:spLocks noGrp="1"/>
          </p:cNvSpPr>
          <p:nvPr>
            <p:ph type="dt" sz="half" idx="2"/>
          </p:nvPr>
        </p:nvSpPr>
        <p:spPr>
          <a:xfrm>
            <a:off x="457200" y="4684713"/>
            <a:ext cx="2133600" cy="357187"/>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8" name="Footer Placeholder 7"/>
          <p:cNvSpPr>
            <a:spLocks noGrp="1"/>
          </p:cNvSpPr>
          <p:nvPr>
            <p:ph type="ftr" sz="quarter" idx="3"/>
          </p:nvPr>
        </p:nvSpPr>
        <p:spPr>
          <a:xfrm>
            <a:off x="3124200" y="4684713"/>
            <a:ext cx="2895600" cy="357187"/>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9" name="Slide Number Placeholder 8"/>
          <p:cNvSpPr>
            <a:spLocks noGrp="1"/>
          </p:cNvSpPr>
          <p:nvPr>
            <p:ph type="sldNum" sz="quarter" idx="4"/>
          </p:nvPr>
        </p:nvSpPr>
        <p:spPr>
          <a:xfrm>
            <a:off x="6553200" y="4684713"/>
            <a:ext cx="2133600" cy="357187"/>
          </a:xfrm>
          <a:prstGeom prst="rect">
            <a:avLst/>
          </a:prstGeom>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a:latin typeface="+mn-lt"/>
              </a:defRPr>
            </a:lvl1pPr>
          </a:lstStyle>
          <a:p>
            <a:pPr>
              <a:defRPr/>
            </a:pPr>
            <a:fld id="{EA914E0C-D535-4D04-8DE3-67A04966F872}"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Lst>
  <p:txStyles>
    <p:titleStyle>
      <a:lvl1pPr algn="l" rtl="0" fontAlgn="base">
        <a:spcBef>
          <a:spcPct val="0"/>
        </a:spcBef>
        <a:spcAft>
          <a:spcPct val="0"/>
        </a:spcAft>
        <a:defRPr sz="4000">
          <a:solidFill>
            <a:schemeClr val="tx2"/>
          </a:solidFill>
          <a:latin typeface="Times New Roman" panose="02020603050405020304" pitchFamily="18" charset="0"/>
          <a:ea typeface="+mj-ea"/>
          <a:cs typeface="Times New Roman" panose="02020603050405020304" pitchFamily="18" charset="0"/>
        </a:defRPr>
      </a:lvl1pPr>
      <a:lvl2pPr algn="l" rtl="0" fontAlgn="base">
        <a:spcBef>
          <a:spcPct val="0"/>
        </a:spcBef>
        <a:spcAft>
          <a:spcPct val="0"/>
        </a:spcAft>
        <a:defRPr sz="4000">
          <a:solidFill>
            <a:schemeClr val="tx2"/>
          </a:solidFill>
          <a:latin typeface="Times New Roman" pitchFamily="18" charset="0"/>
          <a:cs typeface="Times New Roman" pitchFamily="18" charset="0"/>
        </a:defRPr>
      </a:lvl2pPr>
      <a:lvl3pPr algn="l" rtl="0" fontAlgn="base">
        <a:spcBef>
          <a:spcPct val="0"/>
        </a:spcBef>
        <a:spcAft>
          <a:spcPct val="0"/>
        </a:spcAft>
        <a:defRPr sz="4000">
          <a:solidFill>
            <a:schemeClr val="tx2"/>
          </a:solidFill>
          <a:latin typeface="Times New Roman" pitchFamily="18" charset="0"/>
          <a:cs typeface="Times New Roman" pitchFamily="18" charset="0"/>
        </a:defRPr>
      </a:lvl3pPr>
      <a:lvl4pPr algn="l" rtl="0" fontAlgn="base">
        <a:spcBef>
          <a:spcPct val="0"/>
        </a:spcBef>
        <a:spcAft>
          <a:spcPct val="0"/>
        </a:spcAft>
        <a:defRPr sz="4000">
          <a:solidFill>
            <a:schemeClr val="tx2"/>
          </a:solidFill>
          <a:latin typeface="Times New Roman" pitchFamily="18" charset="0"/>
          <a:cs typeface="Times New Roman" pitchFamily="18" charset="0"/>
        </a:defRPr>
      </a:lvl4pPr>
      <a:lvl5pPr algn="l" rtl="0" fontAlgn="base">
        <a:spcBef>
          <a:spcPct val="0"/>
        </a:spcBef>
        <a:spcAft>
          <a:spcPct val="0"/>
        </a:spcAft>
        <a:defRPr sz="4000">
          <a:solidFill>
            <a:schemeClr val="tx2"/>
          </a:solidFill>
          <a:latin typeface="Times New Roman" pitchFamily="18" charset="0"/>
          <a:cs typeface="Times New Roman" pitchFamily="18"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p:titleStyle>
    <p:bodyStyle>
      <a:lvl1pPr marL="342900" indent="-342900" algn="l" rtl="0" fontAlgn="base">
        <a:spcBef>
          <a:spcPct val="0"/>
        </a:spcBef>
        <a:spcAft>
          <a:spcPct val="25000"/>
        </a:spcAft>
        <a:buClr>
          <a:schemeClr val="tx2"/>
        </a:buClr>
        <a:buFont typeface="Wingdings" pitchFamily="2" charset="2"/>
        <a:buChar char="§"/>
        <a:defRPr sz="2800">
          <a:solidFill>
            <a:schemeClr val="accent1"/>
          </a:solidFill>
          <a:latin typeface="Times New Roman" panose="02020603050405020304" pitchFamily="18" charset="0"/>
          <a:ea typeface="+mn-ea"/>
          <a:cs typeface="Times New Roman" panose="02020603050405020304" pitchFamily="18" charset="0"/>
        </a:defRPr>
      </a:lvl1pPr>
      <a:lvl2pPr marL="742950" indent="-285750" algn="l" rtl="0" fontAlgn="base">
        <a:spcBef>
          <a:spcPct val="0"/>
        </a:spcBef>
        <a:spcAft>
          <a:spcPct val="25000"/>
        </a:spcAft>
        <a:buClr>
          <a:schemeClr val="tx2"/>
        </a:buClr>
        <a:buFont typeface="Wingdings" pitchFamily="2" charset="2"/>
        <a:buChar char="§"/>
        <a:defRPr sz="2800">
          <a:solidFill>
            <a:schemeClr val="accent1"/>
          </a:solidFill>
          <a:latin typeface="Times New Roman" panose="02020603050405020304" pitchFamily="18" charset="0"/>
          <a:cs typeface="Times New Roman" panose="02020603050405020304" pitchFamily="18" charset="0"/>
        </a:defRPr>
      </a:lvl2pPr>
      <a:lvl3pPr marL="1143000" indent="-228600" algn="l" rtl="0" fontAlgn="base">
        <a:spcBef>
          <a:spcPct val="0"/>
        </a:spcBef>
        <a:spcAft>
          <a:spcPct val="25000"/>
        </a:spcAft>
        <a:buClr>
          <a:schemeClr val="tx2"/>
        </a:buClr>
        <a:buFont typeface="Wingdings" pitchFamily="2" charset="2"/>
        <a:buChar char="§"/>
        <a:defRPr sz="2400">
          <a:solidFill>
            <a:schemeClr val="accent1"/>
          </a:solidFill>
          <a:latin typeface="Times New Roman" panose="02020603050405020304" pitchFamily="18" charset="0"/>
          <a:cs typeface="Times New Roman" panose="02020603050405020304" pitchFamily="18" charset="0"/>
        </a:defRPr>
      </a:lvl3pPr>
      <a:lvl4pPr marL="1600200" indent="-228600" algn="l" rtl="0" fontAlgn="base">
        <a:spcBef>
          <a:spcPct val="0"/>
        </a:spcBef>
        <a:spcAft>
          <a:spcPct val="25000"/>
        </a:spcAft>
        <a:buClr>
          <a:schemeClr val="tx2"/>
        </a:buClr>
        <a:buFont typeface="Wingdings" pitchFamily="2" charset="2"/>
        <a:buChar char="§"/>
        <a:defRPr sz="2000">
          <a:solidFill>
            <a:schemeClr val="accent1"/>
          </a:solidFill>
          <a:latin typeface="Times New Roman" panose="02020603050405020304" pitchFamily="18" charset="0"/>
          <a:cs typeface="Times New Roman" panose="02020603050405020304" pitchFamily="18" charset="0"/>
        </a:defRPr>
      </a:lvl4pPr>
      <a:lvl5pPr marL="2057400" indent="-228600" algn="l" rtl="0" fontAlgn="base">
        <a:spcBef>
          <a:spcPct val="0"/>
        </a:spcBef>
        <a:spcAft>
          <a:spcPct val="25000"/>
        </a:spcAft>
        <a:buClr>
          <a:schemeClr val="tx2"/>
        </a:buClr>
        <a:buFont typeface="Wingdings" pitchFamily="2" charset="2"/>
        <a:buChar char="§"/>
        <a:defRPr sz="2000">
          <a:solidFill>
            <a:schemeClr val="accent1"/>
          </a:solidFill>
          <a:latin typeface="Times New Roman" panose="02020603050405020304" pitchFamily="18" charset="0"/>
          <a:cs typeface="Times New Roman" panose="02020603050405020304" pitchFamily="18" charset="0"/>
        </a:defRPr>
      </a:lvl5pPr>
      <a:lvl6pPr marL="25146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6pPr>
      <a:lvl7pPr marL="29718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7pPr>
      <a:lvl8pPr marL="34290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8pPr>
      <a:lvl9pPr marL="38862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9.xml"/><Relationship Id="rId5" Type="http://schemas.openxmlformats.org/officeDocument/2006/relationships/image" Target="../media/image17.jpeg"/><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9.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9.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9.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9.xml"/><Relationship Id="rId5" Type="http://schemas.openxmlformats.org/officeDocument/2006/relationships/image" Target="../media/image2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9.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9.xml"/><Relationship Id="rId1" Type="http://schemas.openxmlformats.org/officeDocument/2006/relationships/slideLayout" Target="../slideLayouts/slideLayout9.xml"/><Relationship Id="rId5" Type="http://schemas.openxmlformats.org/officeDocument/2006/relationships/image" Target="../media/image33.jpeg"/><Relationship Id="rId4" Type="http://schemas.openxmlformats.org/officeDocument/2006/relationships/image" Target="../media/image32.jpe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9.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9.xml"/><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9.xml"/><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9.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1.xml"/><Relationship Id="rId1" Type="http://schemas.openxmlformats.org/officeDocument/2006/relationships/slideLayout" Target="../slideLayouts/slideLayout9.xml"/><Relationship Id="rId4" Type="http://schemas.openxmlformats.org/officeDocument/2006/relationships/image" Target="../media/image46.png"/></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2.xml"/><Relationship Id="rId1" Type="http://schemas.openxmlformats.org/officeDocument/2006/relationships/slideLayout" Target="../slideLayouts/slideLayout9.xml"/><Relationship Id="rId4" Type="http://schemas.openxmlformats.org/officeDocument/2006/relationships/image" Target="../media/image48.png"/></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hyperlink" Target="https://en.wikipedia.org/wiki/Henry_Gray" TargetMode="External"/><Relationship Id="rId2" Type="http://schemas.openxmlformats.org/officeDocument/2006/relationships/notesSlide" Target="../notesSlides/notesSlide34.xml"/><Relationship Id="rId1" Type="http://schemas.openxmlformats.org/officeDocument/2006/relationships/slideLayout" Target="../slideLayouts/slideLayout9.xml"/><Relationship Id="rId6" Type="http://schemas.openxmlformats.org/officeDocument/2006/relationships/hyperlink" Target="https://commons.wikimedia.org/wiki/File:Gray784.png" TargetMode="External"/><Relationship Id="rId5" Type="http://schemas.openxmlformats.org/officeDocument/2006/relationships/hyperlink" Target="https://en.wikipedia.org/wiki/en:Henry_Vandyke_Carter" TargetMode="External"/><Relationship Id="rId4" Type="http://schemas.openxmlformats.org/officeDocument/2006/relationships/image" Target="../media/image51.png"/></Relationships>
</file>

<file path=ppt/slides/_rels/slide3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5.xml"/><Relationship Id="rId1" Type="http://schemas.openxmlformats.org/officeDocument/2006/relationships/slideLayout" Target="../slideLayouts/slideLayout9.xml"/><Relationship Id="rId4" Type="http://schemas.openxmlformats.org/officeDocument/2006/relationships/image" Target="../media/image53.png"/></Relationships>
</file>

<file path=ppt/slides/_rels/slide3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6.xml"/><Relationship Id="rId1" Type="http://schemas.openxmlformats.org/officeDocument/2006/relationships/slideLayout" Target="../slideLayouts/slideLayout9.xml"/><Relationship Id="rId4" Type="http://schemas.openxmlformats.org/officeDocument/2006/relationships/image" Target="../media/image55.jpeg"/></Relationships>
</file>

<file path=ppt/slides/_rels/slide3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7.xml"/><Relationship Id="rId1" Type="http://schemas.openxmlformats.org/officeDocument/2006/relationships/slideLayout" Target="../slideLayouts/slideLayout9.xml"/><Relationship Id="rId5" Type="http://schemas.openxmlformats.org/officeDocument/2006/relationships/image" Target="../media/image54.png"/><Relationship Id="rId4" Type="http://schemas.openxmlformats.org/officeDocument/2006/relationships/image" Target="../media/image57.png"/></Relationships>
</file>

<file path=ppt/slides/_rels/slide3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9.xml"/><Relationship Id="rId1" Type="http://schemas.openxmlformats.org/officeDocument/2006/relationships/slideLayout" Target="../slideLayouts/slideLayout9.xml"/><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1.xml"/><Relationship Id="rId1" Type="http://schemas.openxmlformats.org/officeDocument/2006/relationships/slideLayout" Target="../slideLayouts/slideLayout9.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4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44.xml"/><Relationship Id="rId1" Type="http://schemas.openxmlformats.org/officeDocument/2006/relationships/slideLayout" Target="../slideLayouts/slideLayout9.xml"/><Relationship Id="rId5" Type="http://schemas.openxmlformats.org/officeDocument/2006/relationships/image" Target="../media/image67.jpeg"/><Relationship Id="rId4" Type="http://schemas.openxmlformats.org/officeDocument/2006/relationships/image" Target="../media/image66.jpeg"/></Relationships>
</file>

<file path=ppt/slides/_rels/slide4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5.xml"/><Relationship Id="rId1" Type="http://schemas.openxmlformats.org/officeDocument/2006/relationships/slideLayout" Target="../slideLayouts/slideLayout9.xml"/><Relationship Id="rId5" Type="http://schemas.openxmlformats.org/officeDocument/2006/relationships/image" Target="../media/image70.jpeg"/><Relationship Id="rId4" Type="http://schemas.openxmlformats.org/officeDocument/2006/relationships/image" Target="../media/image69.jpeg"/></Relationships>
</file>

<file path=ppt/slides/_rels/slide46.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46.xml"/><Relationship Id="rId1" Type="http://schemas.openxmlformats.org/officeDocument/2006/relationships/slideLayout" Target="../slideLayouts/slideLayout9.xml"/><Relationship Id="rId5" Type="http://schemas.openxmlformats.org/officeDocument/2006/relationships/image" Target="../media/image73.png"/><Relationship Id="rId4" Type="http://schemas.openxmlformats.org/officeDocument/2006/relationships/image" Target="../media/image72.png"/></Relationships>
</file>

<file path=ppt/slides/_rels/slide47.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47.xml"/><Relationship Id="rId1" Type="http://schemas.openxmlformats.org/officeDocument/2006/relationships/slideLayout" Target="../slideLayouts/slideLayout9.xml"/><Relationship Id="rId4" Type="http://schemas.openxmlformats.org/officeDocument/2006/relationships/image" Target="../media/image75.jpeg"/></Relationships>
</file>

<file path=ppt/slides/_rels/slide48.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48.xml"/><Relationship Id="rId1" Type="http://schemas.openxmlformats.org/officeDocument/2006/relationships/slideLayout" Target="../slideLayouts/slideLayout9.xml"/><Relationship Id="rId4" Type="http://schemas.openxmlformats.org/officeDocument/2006/relationships/hyperlink" Target="https://creativecommons.org/licenses/by/2.5/" TargetMode="External"/></Relationships>
</file>

<file path=ppt/slides/_rels/slide4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9.xml"/><Relationship Id="rId1" Type="http://schemas.openxmlformats.org/officeDocument/2006/relationships/slideLayout" Target="../slideLayouts/slideLayout9.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50.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51.xml"/><Relationship Id="rId1" Type="http://schemas.openxmlformats.org/officeDocument/2006/relationships/slideLayout" Target="../slideLayouts/slideLayout9.xml"/><Relationship Id="rId4" Type="http://schemas.openxmlformats.org/officeDocument/2006/relationships/image" Target="../media/image83.jpeg"/></Relationships>
</file>

<file path=ppt/slides/_rels/slide52.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52.xml"/><Relationship Id="rId1" Type="http://schemas.openxmlformats.org/officeDocument/2006/relationships/slideLayout" Target="../slideLayouts/slideLayout9.xml"/><Relationship Id="rId4" Type="http://schemas.openxmlformats.org/officeDocument/2006/relationships/image" Target="../media/image85.jpeg"/></Relationships>
</file>

<file path=ppt/slides/_rels/slide53.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53.xml"/><Relationship Id="rId1" Type="http://schemas.openxmlformats.org/officeDocument/2006/relationships/slideLayout" Target="../slideLayouts/slideLayout9.xml"/><Relationship Id="rId4" Type="http://schemas.openxmlformats.org/officeDocument/2006/relationships/image" Target="../media/image87.jpeg"/></Relationships>
</file>

<file path=ppt/slides/_rels/slide54.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54.xml"/><Relationship Id="rId1" Type="http://schemas.openxmlformats.org/officeDocument/2006/relationships/slideLayout" Target="../slideLayouts/slideLayout9.xml"/><Relationship Id="rId4" Type="http://schemas.openxmlformats.org/officeDocument/2006/relationships/image" Target="../media/image89.jpeg"/></Relationships>
</file>

<file path=ppt/slides/_rels/slide5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55.xml"/><Relationship Id="rId1" Type="http://schemas.openxmlformats.org/officeDocument/2006/relationships/slideLayout" Target="../slideLayouts/slideLayout9.xml"/><Relationship Id="rId4" Type="http://schemas.openxmlformats.org/officeDocument/2006/relationships/image" Target="../media/image91.png"/></Relationships>
</file>

<file path=ppt/slides/_rels/slide56.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56.xml"/><Relationship Id="rId1" Type="http://schemas.openxmlformats.org/officeDocument/2006/relationships/slideLayout" Target="../slideLayouts/slideLayout9.xml"/><Relationship Id="rId5" Type="http://schemas.openxmlformats.org/officeDocument/2006/relationships/image" Target="../media/image94.png"/><Relationship Id="rId4" Type="http://schemas.openxmlformats.org/officeDocument/2006/relationships/image" Target="../media/image93.png"/></Relationships>
</file>

<file path=ppt/slides/_rels/slide57.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57.xm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58.xm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59.xml"/><Relationship Id="rId1" Type="http://schemas.openxmlformats.org/officeDocument/2006/relationships/slideLayout" Target="../slideLayouts/slideLayout9.xml"/><Relationship Id="rId5" Type="http://schemas.openxmlformats.org/officeDocument/2006/relationships/image" Target="../media/image99.jpeg"/><Relationship Id="rId4" Type="http://schemas.openxmlformats.org/officeDocument/2006/relationships/image" Target="../media/image98.jpeg"/></Relationships>
</file>

<file path=ppt/slides/_rels/slide60.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60.xml"/><Relationship Id="rId1" Type="http://schemas.openxmlformats.org/officeDocument/2006/relationships/slideLayout" Target="../slideLayouts/slideLayout9.xml"/><Relationship Id="rId4" Type="http://schemas.openxmlformats.org/officeDocument/2006/relationships/image" Target="../media/image101.png"/></Relationships>
</file>

<file path=ppt/slides/_rels/slide61.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61.xml"/><Relationship Id="rId1" Type="http://schemas.openxmlformats.org/officeDocument/2006/relationships/slideLayout" Target="../slideLayouts/slideLayout9.xml"/><Relationship Id="rId4" Type="http://schemas.openxmlformats.org/officeDocument/2006/relationships/image" Target="../media/image103.png"/></Relationships>
</file>

<file path=ppt/slides/_rels/slide62.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62.xml"/><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63.xml"/><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a:xfrm>
            <a:off x="990600" y="1504950"/>
            <a:ext cx="7772400" cy="2743200"/>
          </a:xfrm>
        </p:spPr>
        <p:txBody>
          <a:bodyPr/>
          <a:lstStyle/>
          <a:p>
            <a:pPr algn="ctr"/>
            <a:r>
              <a:rPr lang="en-US" sz="4400" dirty="0"/>
              <a:t> </a:t>
            </a:r>
            <a:br>
              <a:rPr lang="en-US" sz="4400" dirty="0"/>
            </a:br>
            <a:r>
              <a:rPr lang="en-US" sz="4400" dirty="0"/>
              <a:t>Imaging </a:t>
            </a:r>
            <a:br>
              <a:rPr lang="en-US" sz="4400" dirty="0"/>
            </a:br>
            <a:r>
              <a:rPr lang="en-US" sz="4400" dirty="0"/>
              <a:t>of the </a:t>
            </a:r>
            <a:br>
              <a:rPr lang="en-US" sz="4400" dirty="0"/>
            </a:br>
            <a:r>
              <a:rPr lang="en-US" sz="4400" dirty="0"/>
              <a:t>Cranial Nerves  </a:t>
            </a:r>
            <a:br>
              <a:rPr lang="en-US" sz="4400" dirty="0"/>
            </a:br>
            <a:endParaRPr lang="en-US"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p:txBody>
          <a:bodyPr/>
          <a:lstStyle/>
          <a:p>
            <a:r>
              <a:rPr lang="en-US" dirty="0"/>
              <a:t>Preparation for lab</a:t>
            </a:r>
          </a:p>
        </p:txBody>
      </p:sp>
      <p:sp>
        <p:nvSpPr>
          <p:cNvPr id="2" name="TextBox 1"/>
          <p:cNvSpPr txBox="1"/>
          <p:nvPr/>
        </p:nvSpPr>
        <p:spPr>
          <a:xfrm>
            <a:off x="914401" y="1428750"/>
            <a:ext cx="8077200" cy="2585323"/>
          </a:xfrm>
          <a:prstGeom prst="rect">
            <a:avLst/>
          </a:prstGeom>
          <a:noFill/>
        </p:spPr>
        <p:txBody>
          <a:bodyPr wrap="square" rtlCol="0">
            <a:spAutoFit/>
          </a:bodyPr>
          <a:lstStyle/>
          <a:p>
            <a:pPr marL="342900" indent="-342900">
              <a:buFont typeface="+mj-lt"/>
              <a:buAutoNum type="arabicPeriod"/>
            </a:pPr>
            <a:r>
              <a:rPr lang="en-US" dirty="0">
                <a:solidFill>
                  <a:schemeClr val="accent1"/>
                </a:solidFill>
              </a:rPr>
              <a:t>Watch the supplied cranial nerve video (~20 minutes)</a:t>
            </a:r>
          </a:p>
          <a:p>
            <a:pPr marL="342900" indent="-342900">
              <a:buFont typeface="+mj-lt"/>
              <a:buAutoNum type="arabicPeriod"/>
            </a:pPr>
            <a:r>
              <a:rPr lang="en-US" dirty="0">
                <a:solidFill>
                  <a:schemeClr val="accent1"/>
                </a:solidFill>
              </a:rPr>
              <a:t>Review the labelled MRI brain (CISS) for cranial nerves</a:t>
            </a:r>
          </a:p>
          <a:p>
            <a:endParaRPr lang="en-US" dirty="0">
              <a:solidFill>
                <a:schemeClr val="accent1"/>
              </a:solidFill>
            </a:endParaRPr>
          </a:p>
          <a:p>
            <a:r>
              <a:rPr lang="en-US" dirty="0">
                <a:solidFill>
                  <a:schemeClr val="accent1"/>
                </a:solidFill>
              </a:rPr>
              <a:t>During the lab, we will have unlabeled imaging on which you will identify structures with our assistance and work through cases together.  </a:t>
            </a:r>
          </a:p>
          <a:p>
            <a:endParaRPr lang="en-US" dirty="0">
              <a:solidFill>
                <a:schemeClr val="accent1"/>
              </a:solidFill>
            </a:endParaRPr>
          </a:p>
          <a:p>
            <a:r>
              <a:rPr lang="en-US" dirty="0">
                <a:solidFill>
                  <a:schemeClr val="accent1"/>
                </a:solidFill>
              </a:rPr>
              <a:t>Come prepared!</a:t>
            </a:r>
          </a:p>
          <a:p>
            <a:endParaRPr lang="en-US" dirty="0">
              <a:solidFill>
                <a:schemeClr val="accent1"/>
              </a:solidFill>
            </a:endParaRPr>
          </a:p>
          <a:p>
            <a:endParaRPr lang="en-US" dirty="0">
              <a:solidFill>
                <a:schemeClr val="accen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p:txBody>
          <a:bodyPr/>
          <a:lstStyle/>
          <a:p>
            <a:r>
              <a:rPr lang="en-US"/>
              <a:t>Normal Anatomy – Olfactory Nerve</a:t>
            </a:r>
          </a:p>
        </p:txBody>
      </p:sp>
      <p:grpSp>
        <p:nvGrpSpPr>
          <p:cNvPr id="25602" name="Group 5"/>
          <p:cNvGrpSpPr>
            <a:grpSpLocks/>
          </p:cNvGrpSpPr>
          <p:nvPr/>
        </p:nvGrpSpPr>
        <p:grpSpPr bwMode="auto">
          <a:xfrm>
            <a:off x="541481" y="1659995"/>
            <a:ext cx="3886200" cy="3048000"/>
            <a:chOff x="3737831" y="1352550"/>
            <a:chExt cx="4792537" cy="3429000"/>
          </a:xfrm>
        </p:grpSpPr>
        <p:pic>
          <p:nvPicPr>
            <p:cNvPr id="2560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37831" y="1352550"/>
              <a:ext cx="4792537" cy="3429000"/>
            </a:xfrm>
            <a:prstGeom prst="rect">
              <a:avLst/>
            </a:prstGeom>
            <a:noFill/>
            <a:ln w="9525">
              <a:noFill/>
              <a:miter lim="800000"/>
              <a:headEnd/>
              <a:tailEnd/>
            </a:ln>
          </p:spPr>
        </p:pic>
        <p:cxnSp>
          <p:nvCxnSpPr>
            <p:cNvPr id="5" name="Straight Arrow Connector 4"/>
            <p:cNvCxnSpPr/>
            <p:nvPr/>
          </p:nvCxnSpPr>
          <p:spPr>
            <a:xfrm>
              <a:off x="5795859" y="3028950"/>
              <a:ext cx="228670"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a:off x="6432640" y="3028950"/>
              <a:ext cx="228670"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9" name="Group 3"/>
          <p:cNvGrpSpPr>
            <a:grpSpLocks/>
          </p:cNvGrpSpPr>
          <p:nvPr/>
        </p:nvGrpSpPr>
        <p:grpSpPr bwMode="auto">
          <a:xfrm>
            <a:off x="4674331" y="1659995"/>
            <a:ext cx="4371182" cy="2974975"/>
            <a:chOff x="3100400" y="1273162"/>
            <a:chExt cx="5064014" cy="3432188"/>
          </a:xfrm>
        </p:grpSpPr>
        <p:pic>
          <p:nvPicPr>
            <p:cNvPr id="1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00400" y="1273162"/>
              <a:ext cx="5064014" cy="3432188"/>
            </a:xfrm>
            <a:prstGeom prst="rect">
              <a:avLst/>
            </a:prstGeom>
            <a:noFill/>
            <a:ln w="9525">
              <a:solidFill>
                <a:schemeClr val="tx1"/>
              </a:solidFill>
              <a:miter lim="800000"/>
              <a:headEnd/>
              <a:tailEnd/>
            </a:ln>
          </p:spPr>
        </p:pic>
        <p:cxnSp>
          <p:nvCxnSpPr>
            <p:cNvPr id="11" name="Straight Arrow Connector 10"/>
            <p:cNvCxnSpPr/>
            <p:nvPr/>
          </p:nvCxnSpPr>
          <p:spPr>
            <a:xfrm flipV="1">
              <a:off x="5372063" y="3301995"/>
              <a:ext cx="76198" cy="336551"/>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flipV="1">
              <a:off x="6019749" y="3333745"/>
              <a:ext cx="228595" cy="304801"/>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89194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title"/>
          </p:nvPr>
        </p:nvSpPr>
        <p:spPr/>
        <p:txBody>
          <a:bodyPr/>
          <a:lstStyle/>
          <a:p>
            <a:r>
              <a:rPr lang="en-US"/>
              <a:t>Normal Anatomy – Olfactory Nerve</a:t>
            </a:r>
          </a:p>
        </p:txBody>
      </p:sp>
      <p:grpSp>
        <p:nvGrpSpPr>
          <p:cNvPr id="27651" name="Group 3"/>
          <p:cNvGrpSpPr>
            <a:grpSpLocks/>
          </p:cNvGrpSpPr>
          <p:nvPr/>
        </p:nvGrpSpPr>
        <p:grpSpPr bwMode="auto">
          <a:xfrm>
            <a:off x="4665819" y="1047750"/>
            <a:ext cx="4459288" cy="3959225"/>
            <a:chOff x="4210618" y="1067188"/>
            <a:chExt cx="4458836" cy="3958766"/>
          </a:xfrm>
        </p:grpSpPr>
        <p:pic>
          <p:nvPicPr>
            <p:cNvPr id="2765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10618" y="1067188"/>
              <a:ext cx="4458836" cy="3958766"/>
            </a:xfrm>
            <a:prstGeom prst="rect">
              <a:avLst/>
            </a:prstGeom>
            <a:noFill/>
            <a:ln w="9525">
              <a:noFill/>
              <a:miter lim="800000"/>
              <a:headEnd/>
              <a:tailEnd/>
            </a:ln>
          </p:spPr>
        </p:pic>
        <p:sp>
          <p:nvSpPr>
            <p:cNvPr id="27653" name="TextBox 9"/>
            <p:cNvSpPr txBox="1">
              <a:spLocks noChangeArrowheads="1"/>
            </p:cNvSpPr>
            <p:nvPr/>
          </p:nvSpPr>
          <p:spPr bwMode="auto">
            <a:xfrm>
              <a:off x="6383454" y="2714338"/>
              <a:ext cx="152400" cy="246221"/>
            </a:xfrm>
            <a:prstGeom prst="rect">
              <a:avLst/>
            </a:prstGeom>
            <a:noFill/>
            <a:ln w="9525">
              <a:noFill/>
              <a:miter lim="800000"/>
              <a:headEnd/>
              <a:tailEnd/>
            </a:ln>
          </p:spPr>
          <p:txBody>
            <a:bodyPr>
              <a:spAutoFit/>
            </a:bodyPr>
            <a:lstStyle/>
            <a:p>
              <a:r>
                <a:rPr lang="en-US" sz="1000" dirty="0">
                  <a:solidFill>
                    <a:srgbClr val="FFF6E0"/>
                  </a:solidFill>
                  <a:latin typeface="Trebuchet MS" pitchFamily="34" charset="0"/>
                </a:rPr>
                <a:t>g</a:t>
              </a:r>
            </a:p>
          </p:txBody>
        </p:sp>
        <p:sp>
          <p:nvSpPr>
            <p:cNvPr id="27654" name="TextBox 11"/>
            <p:cNvSpPr txBox="1">
              <a:spLocks noChangeArrowheads="1"/>
            </p:cNvSpPr>
            <p:nvPr/>
          </p:nvSpPr>
          <p:spPr bwMode="auto">
            <a:xfrm>
              <a:off x="6688254" y="2790538"/>
              <a:ext cx="152400" cy="246221"/>
            </a:xfrm>
            <a:prstGeom prst="rect">
              <a:avLst/>
            </a:prstGeom>
            <a:noFill/>
            <a:ln w="9525">
              <a:noFill/>
              <a:miter lim="800000"/>
              <a:headEnd/>
              <a:tailEnd/>
            </a:ln>
          </p:spPr>
          <p:txBody>
            <a:bodyPr>
              <a:spAutoFit/>
            </a:bodyPr>
            <a:lstStyle/>
            <a:p>
              <a:r>
                <a:rPr lang="en-US" sz="1000" dirty="0">
                  <a:solidFill>
                    <a:srgbClr val="FFF6E0"/>
                  </a:solidFill>
                  <a:latin typeface="Trebuchet MS" pitchFamily="34" charset="0"/>
                </a:rPr>
                <a:t>o</a:t>
              </a:r>
            </a:p>
          </p:txBody>
        </p:sp>
        <p:cxnSp>
          <p:nvCxnSpPr>
            <p:cNvPr id="14" name="Straight Arrow Connector 13"/>
            <p:cNvCxnSpPr/>
            <p:nvPr/>
          </p:nvCxnSpPr>
          <p:spPr>
            <a:xfrm flipH="1" flipV="1">
              <a:off x="6612263" y="3019587"/>
              <a:ext cx="76192" cy="533338"/>
            </a:xfrm>
            <a:prstGeom prst="straightConnector1">
              <a:avLst/>
            </a:prstGeom>
            <a:ln w="19050">
              <a:solidFill>
                <a:schemeClr val="accent5"/>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5240802" y="3324351"/>
              <a:ext cx="152385" cy="22857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6002724" y="3400542"/>
              <a:ext cx="76192" cy="228573"/>
            </a:xfrm>
            <a:prstGeom prst="straightConnector1">
              <a:avLst/>
            </a:prstGeom>
            <a:ln w="19050">
              <a:solidFill>
                <a:schemeClr val="tx2"/>
              </a:solidFill>
              <a:tailEnd type="arrow"/>
            </a:ln>
          </p:spPr>
          <p:style>
            <a:lnRef idx="1">
              <a:schemeClr val="accent1"/>
            </a:lnRef>
            <a:fillRef idx="0">
              <a:schemeClr val="accent1"/>
            </a:fillRef>
            <a:effectRef idx="0">
              <a:schemeClr val="accent1"/>
            </a:effectRef>
            <a:fontRef idx="minor">
              <a:schemeClr val="tx1"/>
            </a:fontRef>
          </p:style>
        </p:cxnSp>
      </p:grpSp>
      <p:pic>
        <p:nvPicPr>
          <p:cNvPr id="11"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736271" y="1486161"/>
            <a:ext cx="3740636" cy="24178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nvPr>
        </p:nvSpPr>
        <p:spPr/>
        <p:txBody>
          <a:bodyPr/>
          <a:lstStyle/>
          <a:p>
            <a:r>
              <a:rPr lang="en-US"/>
              <a:t>Normal Anatomy – Optic Nerve</a:t>
            </a:r>
          </a:p>
        </p:txBody>
      </p:sp>
      <p:grpSp>
        <p:nvGrpSpPr>
          <p:cNvPr id="31747" name="Group 2"/>
          <p:cNvGrpSpPr>
            <a:grpSpLocks/>
          </p:cNvGrpSpPr>
          <p:nvPr/>
        </p:nvGrpSpPr>
        <p:grpSpPr bwMode="auto">
          <a:xfrm>
            <a:off x="2819400" y="1352550"/>
            <a:ext cx="3746500" cy="3200400"/>
            <a:chOff x="749121" y="1352550"/>
            <a:chExt cx="3200400" cy="2629844"/>
          </a:xfrm>
        </p:grpSpPr>
        <p:pic>
          <p:nvPicPr>
            <p:cNvPr id="317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9121" y="1352550"/>
              <a:ext cx="3200400" cy="2629844"/>
            </a:xfrm>
            <a:prstGeom prst="rect">
              <a:avLst/>
            </a:prstGeom>
            <a:noFill/>
            <a:ln w="9525">
              <a:noFill/>
              <a:miter lim="800000"/>
              <a:headEnd/>
              <a:tailEnd/>
            </a:ln>
          </p:spPr>
        </p:pic>
        <p:cxnSp>
          <p:nvCxnSpPr>
            <p:cNvPr id="7" name="Straight Arrow Connector 6"/>
            <p:cNvCxnSpPr/>
            <p:nvPr/>
          </p:nvCxnSpPr>
          <p:spPr>
            <a:xfrm>
              <a:off x="1241246" y="3180902"/>
              <a:ext cx="300038" cy="0"/>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a:off x="3247846" y="3180902"/>
              <a:ext cx="350838" cy="0"/>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12" name="Straight Arrow Connector 11">
            <a:extLst>
              <a:ext uri="{FF2B5EF4-FFF2-40B4-BE49-F238E27FC236}">
                <a16:creationId xmlns:a16="http://schemas.microsoft.com/office/drawing/2014/main" id="{EF873BC4-DBC8-4AAC-A379-09C2D6B332D6}"/>
              </a:ext>
            </a:extLst>
          </p:cNvPr>
          <p:cNvCxnSpPr>
            <a:cxnSpLocks/>
          </p:cNvCxnSpPr>
          <p:nvPr/>
        </p:nvCxnSpPr>
        <p:spPr bwMode="auto">
          <a:xfrm>
            <a:off x="5410200" y="3159919"/>
            <a:ext cx="228601" cy="346214"/>
          </a:xfrm>
          <a:prstGeom prst="straightConnector1">
            <a:avLst/>
          </a:prstGeom>
          <a:ln w="127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2ECB197-166F-4A64-959E-211170291559}"/>
              </a:ext>
            </a:extLst>
          </p:cNvPr>
          <p:cNvCxnSpPr>
            <a:cxnSpLocks/>
          </p:cNvCxnSpPr>
          <p:nvPr/>
        </p:nvCxnSpPr>
        <p:spPr bwMode="auto">
          <a:xfrm flipH="1">
            <a:off x="3861034" y="3268385"/>
            <a:ext cx="177566" cy="274728"/>
          </a:xfrm>
          <a:prstGeom prst="straightConnector1">
            <a:avLst/>
          </a:prstGeom>
          <a:ln w="12700">
            <a:solidFill>
              <a:srgbClr val="00B05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title"/>
          </p:nvPr>
        </p:nvSpPr>
        <p:spPr/>
        <p:txBody>
          <a:bodyPr/>
          <a:lstStyle/>
          <a:p>
            <a:r>
              <a:rPr lang="en-US"/>
              <a:t>Normal Anatomy – Optic Nerve</a:t>
            </a:r>
          </a:p>
        </p:txBody>
      </p:sp>
      <p:grpSp>
        <p:nvGrpSpPr>
          <p:cNvPr id="32770" name="Group 3"/>
          <p:cNvGrpSpPr>
            <a:grpSpLocks/>
          </p:cNvGrpSpPr>
          <p:nvPr/>
        </p:nvGrpSpPr>
        <p:grpSpPr bwMode="auto">
          <a:xfrm>
            <a:off x="2362200" y="991440"/>
            <a:ext cx="4197350" cy="4046537"/>
            <a:chOff x="4565561" y="1039990"/>
            <a:chExt cx="4124528" cy="3929519"/>
          </a:xfrm>
        </p:grpSpPr>
        <p:pic>
          <p:nvPicPr>
            <p:cNvPr id="32772" name="Picture 2" descr="P:\Sachs\ASHNR 2016\Cases\Normal CN 2\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65561" y="1039990"/>
              <a:ext cx="4124528" cy="3929519"/>
            </a:xfrm>
            <a:prstGeom prst="rect">
              <a:avLst/>
            </a:prstGeom>
            <a:noFill/>
            <a:ln w="9525">
              <a:noFill/>
              <a:miter lim="800000"/>
              <a:headEnd/>
              <a:tailEnd/>
            </a:ln>
          </p:spPr>
        </p:pic>
        <p:cxnSp>
          <p:nvCxnSpPr>
            <p:cNvPr id="10" name="Straight Arrow Connector 9"/>
            <p:cNvCxnSpPr/>
            <p:nvPr/>
          </p:nvCxnSpPr>
          <p:spPr>
            <a:xfrm flipH="1">
              <a:off x="7604358" y="1594963"/>
              <a:ext cx="180955" cy="476352"/>
            </a:xfrm>
            <a:prstGeom prst="straightConnector1">
              <a:avLst/>
            </a:prstGeom>
            <a:ln w="3810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flipV="1">
              <a:off x="7638678" y="2387342"/>
              <a:ext cx="363471" cy="12641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flipV="1">
              <a:off x="7576279" y="2613956"/>
              <a:ext cx="365030" cy="158785"/>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flipV="1">
              <a:off x="7495161" y="2781990"/>
              <a:ext cx="285473" cy="221989"/>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31381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title"/>
          </p:nvPr>
        </p:nvSpPr>
        <p:spPr/>
        <p:txBody>
          <a:bodyPr/>
          <a:lstStyle/>
          <a:p>
            <a:r>
              <a:rPr lang="en-US"/>
              <a:t>Normal Anatomy – Optic Nerve</a:t>
            </a:r>
          </a:p>
        </p:txBody>
      </p:sp>
      <p:grpSp>
        <p:nvGrpSpPr>
          <p:cNvPr id="12" name="Group 2"/>
          <p:cNvGrpSpPr>
            <a:grpSpLocks/>
          </p:cNvGrpSpPr>
          <p:nvPr/>
        </p:nvGrpSpPr>
        <p:grpSpPr bwMode="auto">
          <a:xfrm>
            <a:off x="762000" y="1047750"/>
            <a:ext cx="4191000" cy="3997325"/>
            <a:chOff x="4572000" y="1034893"/>
            <a:chExt cx="4110339" cy="3969575"/>
          </a:xfrm>
        </p:grpSpPr>
        <p:pic>
          <p:nvPicPr>
            <p:cNvPr id="14" name="Picture 2" descr="P:\Sachs\ASHNR 2016\Cases\Normal CN 2\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0" y="1034893"/>
              <a:ext cx="4110339" cy="3969575"/>
            </a:xfrm>
            <a:prstGeom prst="rect">
              <a:avLst/>
            </a:prstGeom>
            <a:noFill/>
            <a:ln w="9525">
              <a:noFill/>
              <a:miter lim="800000"/>
              <a:headEnd/>
              <a:tailEnd/>
            </a:ln>
          </p:spPr>
        </p:pic>
        <p:cxnSp>
          <p:nvCxnSpPr>
            <p:cNvPr id="16" name="Straight Arrow Connector 15"/>
            <p:cNvCxnSpPr/>
            <p:nvPr/>
          </p:nvCxnSpPr>
          <p:spPr>
            <a:xfrm flipH="1" flipV="1">
              <a:off x="7239050" y="3265612"/>
              <a:ext cx="175934" cy="152918"/>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pic>
        <p:nvPicPr>
          <p:cNvPr id="17" name="Picture 4"/>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5029200" y="1657350"/>
            <a:ext cx="3962400" cy="2590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8" name="Straight Arrow Connector 17"/>
          <p:cNvCxnSpPr/>
          <p:nvPr/>
        </p:nvCxnSpPr>
        <p:spPr bwMode="auto">
          <a:xfrm flipV="1">
            <a:off x="6400800" y="3257550"/>
            <a:ext cx="304800" cy="90036"/>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p:cNvSpPr>
            <a:spLocks noGrp="1"/>
          </p:cNvSpPr>
          <p:nvPr>
            <p:ph type="title"/>
          </p:nvPr>
        </p:nvSpPr>
        <p:spPr/>
        <p:txBody>
          <a:bodyPr/>
          <a:lstStyle/>
          <a:p>
            <a:r>
              <a:rPr lang="en-US"/>
              <a:t>Normal Anatomy – Optic Nerve</a:t>
            </a:r>
          </a:p>
        </p:txBody>
      </p:sp>
      <p:grpSp>
        <p:nvGrpSpPr>
          <p:cNvPr id="34818" name="Group 3"/>
          <p:cNvGrpSpPr>
            <a:grpSpLocks/>
          </p:cNvGrpSpPr>
          <p:nvPr/>
        </p:nvGrpSpPr>
        <p:grpSpPr bwMode="auto">
          <a:xfrm>
            <a:off x="533400" y="1047750"/>
            <a:ext cx="4157663" cy="3937000"/>
            <a:chOff x="4572000" y="1047749"/>
            <a:chExt cx="4157560" cy="3937721"/>
          </a:xfrm>
        </p:grpSpPr>
        <p:pic>
          <p:nvPicPr>
            <p:cNvPr id="34820" name="Picture 2" descr="P:\Sachs\ASHNR 2016\Cases\Normal CN 2\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0" y="1047749"/>
              <a:ext cx="4157560" cy="3937721"/>
            </a:xfrm>
            <a:prstGeom prst="rect">
              <a:avLst/>
            </a:prstGeom>
            <a:noFill/>
            <a:ln w="9525">
              <a:noFill/>
              <a:miter lim="800000"/>
              <a:headEnd/>
              <a:tailEnd/>
            </a:ln>
          </p:spPr>
        </p:pic>
        <p:cxnSp>
          <p:nvCxnSpPr>
            <p:cNvPr id="5" name="Straight Arrow Connector 4"/>
            <p:cNvCxnSpPr/>
            <p:nvPr/>
          </p:nvCxnSpPr>
          <p:spPr>
            <a:xfrm flipH="1">
              <a:off x="7086538" y="3499632"/>
              <a:ext cx="350829" cy="0"/>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5791170" y="3486596"/>
              <a:ext cx="334955" cy="0"/>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a:off x="6592838" y="3129343"/>
              <a:ext cx="22224" cy="539849"/>
            </a:xfrm>
            <a:prstGeom prst="straightConnector1">
              <a:avLst/>
            </a:prstGeom>
            <a:ln w="38100" cmpd="sng">
              <a:solidFill>
                <a:schemeClr val="tx2"/>
              </a:solidFill>
              <a:tailEnd type="arrow"/>
            </a:ln>
          </p:spPr>
          <p:style>
            <a:lnRef idx="1">
              <a:schemeClr val="accent1"/>
            </a:lnRef>
            <a:fillRef idx="0">
              <a:schemeClr val="accent1"/>
            </a:fillRef>
            <a:effectRef idx="0">
              <a:schemeClr val="accent1"/>
            </a:effectRef>
            <a:fontRef idx="minor">
              <a:schemeClr val="tx1"/>
            </a:fontRef>
          </p:style>
        </p:cxnSp>
      </p:grpSp>
      <p:sp>
        <p:nvSpPr>
          <p:cNvPr id="2" name="TextBox 1"/>
          <p:cNvSpPr txBox="1"/>
          <p:nvPr/>
        </p:nvSpPr>
        <p:spPr>
          <a:xfrm>
            <a:off x="6172200" y="2759631"/>
            <a:ext cx="2274982" cy="369332"/>
          </a:xfrm>
          <a:prstGeom prst="rect">
            <a:avLst/>
          </a:prstGeom>
          <a:noFill/>
        </p:spPr>
        <p:txBody>
          <a:bodyPr wrap="none" rtlCol="0">
            <a:spAutoFit/>
          </a:bodyPr>
          <a:lstStyle/>
          <a:p>
            <a:r>
              <a:rPr lang="en-US" dirty="0">
                <a:solidFill>
                  <a:srgbClr val="FF0000"/>
                </a:solidFill>
              </a:rPr>
              <a:t>Image of optic tract?</a:t>
            </a:r>
          </a:p>
        </p:txBody>
      </p:sp>
      <p:pic>
        <p:nvPicPr>
          <p:cNvPr id="10" name="Content Placeholder 3"/>
          <p:cNvPicPr>
            <a:picLocks noGrp="1"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16977" y="1184984"/>
            <a:ext cx="3789947" cy="3776705"/>
          </a:xfrm>
          <a:prstGeom prst="rect">
            <a:avLst/>
          </a:prstGeom>
        </p:spPr>
      </p:pic>
      <p:cxnSp>
        <p:nvCxnSpPr>
          <p:cNvPr id="11" name="Straight Arrow Connector 10"/>
          <p:cNvCxnSpPr/>
          <p:nvPr/>
        </p:nvCxnSpPr>
        <p:spPr bwMode="auto">
          <a:xfrm flipH="1">
            <a:off x="7086600" y="3398838"/>
            <a:ext cx="350838" cy="0"/>
          </a:xfrm>
          <a:prstGeom prst="straightConnector1">
            <a:avLst/>
          </a:prstGeom>
          <a:ln w="12700">
            <a:solidFill>
              <a:srgbClr val="FFFF0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bwMode="auto">
          <a:xfrm>
            <a:off x="6172200" y="3333750"/>
            <a:ext cx="334963" cy="0"/>
          </a:xfrm>
          <a:prstGeom prst="straightConnector1">
            <a:avLst/>
          </a:prstGeom>
          <a:ln w="12700">
            <a:solidFill>
              <a:srgbClr val="FFFF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Shape 145"/>
          <p:cNvSpPr/>
          <p:nvPr/>
        </p:nvSpPr>
        <p:spPr>
          <a:xfrm>
            <a:off x="3674361" y="1208048"/>
            <a:ext cx="5182425" cy="3907125"/>
          </a:xfrm>
          <a:prstGeom prst="rect">
            <a:avLst/>
          </a:prstGeom>
          <a:solidFill>
            <a:schemeClr val="lt2"/>
          </a:solidFill>
          <a:ln w="9525" cap="flat" cmpd="sng">
            <a:solidFill>
              <a:schemeClr val="dk2"/>
            </a:solidFill>
            <a:prstDash val="solid"/>
            <a:round/>
            <a:headEnd type="none" w="med" len="med"/>
            <a:tailEnd type="none" w="med" len="med"/>
          </a:ln>
        </p:spPr>
        <p:txBody>
          <a:bodyPr lIns="68569" tIns="68569" rIns="68569" bIns="68569" anchor="ctr" anchorCtr="0">
            <a:noAutofit/>
          </a:bodyPr>
          <a:lstStyle/>
          <a:p>
            <a:pPr>
              <a:spcBef>
                <a:spcPts val="0"/>
              </a:spcBef>
            </a:pPr>
            <a:endParaRPr/>
          </a:p>
        </p:txBody>
      </p:sp>
      <p:pic>
        <p:nvPicPr>
          <p:cNvPr id="13" name="Shape 148">
            <a:extLst>
              <a:ext uri="{FF2B5EF4-FFF2-40B4-BE49-F238E27FC236}">
                <a16:creationId xmlns:a16="http://schemas.microsoft.com/office/drawing/2014/main" id="{5C5FBB2C-7DEB-497C-B113-AF6BF3A199E7}"/>
              </a:ext>
            </a:extLst>
          </p:cNvPr>
          <p:cNvPicPr preferRelativeResize="0"/>
          <p:nvPr/>
        </p:nvPicPr>
        <p:blipFill rotWithShape="1">
          <a:blip r:embed="rId3">
            <a:alphaModFix/>
            <a:extLst>
              <a:ext uri="{28A0092B-C50C-407E-A947-70E740481C1C}">
                <a14:useLocalDpi xmlns:a14="http://schemas.microsoft.com/office/drawing/2010/main" val="0"/>
              </a:ext>
            </a:extLst>
          </a:blip>
          <a:srcRect/>
          <a:stretch/>
        </p:blipFill>
        <p:spPr>
          <a:xfrm>
            <a:off x="5255273" y="2391787"/>
            <a:ext cx="2486437" cy="1858987"/>
          </a:xfrm>
          <a:prstGeom prst="rect">
            <a:avLst/>
          </a:prstGeom>
          <a:noFill/>
          <a:ln>
            <a:noFill/>
          </a:ln>
        </p:spPr>
      </p:pic>
      <p:pic>
        <p:nvPicPr>
          <p:cNvPr id="148" name="Shape 148"/>
          <p:cNvPicPr preferRelativeResize="0"/>
          <p:nvPr/>
        </p:nvPicPr>
        <p:blipFill rotWithShape="1">
          <a:blip r:embed="rId3">
            <a:alphaModFix/>
            <a:extLst>
              <a:ext uri="{28A0092B-C50C-407E-A947-70E740481C1C}">
                <a14:useLocalDpi xmlns:a14="http://schemas.microsoft.com/office/drawing/2010/main" val="0"/>
              </a:ext>
            </a:extLst>
          </a:blip>
          <a:srcRect/>
          <a:stretch/>
        </p:blipFill>
        <p:spPr>
          <a:xfrm>
            <a:off x="1094831" y="985239"/>
            <a:ext cx="2486437" cy="1858987"/>
          </a:xfrm>
          <a:prstGeom prst="rect">
            <a:avLst/>
          </a:prstGeom>
          <a:noFill/>
          <a:ln>
            <a:noFill/>
          </a:ln>
        </p:spPr>
      </p:pic>
      <p:cxnSp>
        <p:nvCxnSpPr>
          <p:cNvPr id="149" name="Shape 149"/>
          <p:cNvCxnSpPr>
            <a:endCxn id="150" idx="5"/>
          </p:cNvCxnSpPr>
          <p:nvPr/>
        </p:nvCxnSpPr>
        <p:spPr>
          <a:xfrm rot="10800000">
            <a:off x="6661781" y="3917659"/>
            <a:ext cx="1020825" cy="611775"/>
          </a:xfrm>
          <a:prstGeom prst="straightConnector1">
            <a:avLst/>
          </a:prstGeom>
          <a:noFill/>
          <a:ln w="38100" cap="flat" cmpd="sng">
            <a:solidFill>
              <a:schemeClr val="dk1"/>
            </a:solidFill>
            <a:prstDash val="solid"/>
            <a:miter/>
            <a:headEnd type="none" w="med" len="med"/>
            <a:tailEnd type="triangle" w="lg" len="lg"/>
          </a:ln>
        </p:spPr>
      </p:cxnSp>
      <p:sp>
        <p:nvSpPr>
          <p:cNvPr id="151" name="Shape 151"/>
          <p:cNvSpPr txBox="1"/>
          <p:nvPr/>
        </p:nvSpPr>
        <p:spPr>
          <a:xfrm>
            <a:off x="6753035" y="4546197"/>
            <a:ext cx="2400680" cy="369225"/>
          </a:xfrm>
          <a:prstGeom prst="rect">
            <a:avLst/>
          </a:prstGeom>
          <a:noFill/>
          <a:ln>
            <a:noFill/>
          </a:ln>
        </p:spPr>
        <p:txBody>
          <a:bodyPr lIns="68569" tIns="34275" rIns="68569" bIns="34275" anchor="t" anchorCtr="0">
            <a:noAutofit/>
          </a:bodyPr>
          <a:lstStyle/>
          <a:p>
            <a:pPr>
              <a:spcBef>
                <a:spcPts val="0"/>
              </a:spcBef>
              <a:buSzPct val="25000"/>
            </a:pPr>
            <a:r>
              <a:rPr lang="en-US" sz="1500" b="1" dirty="0">
                <a:solidFill>
                  <a:schemeClr val="dk1"/>
                </a:solidFill>
                <a:latin typeface="Calibri"/>
                <a:ea typeface="Calibri"/>
                <a:cs typeface="Calibri"/>
                <a:sym typeface="Calibri"/>
              </a:rPr>
              <a:t>Edinger - Westphal nucleus</a:t>
            </a:r>
          </a:p>
        </p:txBody>
      </p:sp>
      <p:sp>
        <p:nvSpPr>
          <p:cNvPr id="152" name="Shape 152"/>
          <p:cNvSpPr txBox="1"/>
          <p:nvPr/>
        </p:nvSpPr>
        <p:spPr>
          <a:xfrm>
            <a:off x="742950" y="277666"/>
            <a:ext cx="7886700" cy="610649"/>
          </a:xfrm>
          <a:prstGeom prst="rect">
            <a:avLst/>
          </a:prstGeom>
          <a:noFill/>
          <a:ln>
            <a:noFill/>
          </a:ln>
        </p:spPr>
        <p:txBody>
          <a:bodyPr lIns="68569" tIns="34275" rIns="68569" bIns="34275" anchor="ctr" anchorCtr="0">
            <a:noAutofit/>
          </a:bodyPr>
          <a:lstStyle/>
          <a:p>
            <a:pPr>
              <a:lnSpc>
                <a:spcPct val="90000"/>
              </a:lnSpc>
              <a:spcBef>
                <a:spcPts val="0"/>
              </a:spcBef>
              <a:buClr>
                <a:schemeClr val="dk1"/>
              </a:buClr>
              <a:buSzPct val="25000"/>
            </a:pPr>
            <a:r>
              <a:rPr lang="en-US" sz="3300" dirty="0">
                <a:solidFill>
                  <a:schemeClr val="dk2"/>
                </a:solidFill>
                <a:latin typeface="Calibri"/>
                <a:ea typeface="Calibri"/>
                <a:cs typeface="Calibri"/>
                <a:sym typeface="Calibri"/>
              </a:rPr>
              <a:t>Normal Anatomy: CN III</a:t>
            </a:r>
          </a:p>
        </p:txBody>
      </p:sp>
      <p:sp>
        <p:nvSpPr>
          <p:cNvPr id="153" name="Shape 153"/>
          <p:cNvSpPr/>
          <p:nvPr/>
        </p:nvSpPr>
        <p:spPr>
          <a:xfrm>
            <a:off x="6273762" y="3810033"/>
            <a:ext cx="114300" cy="121500"/>
          </a:xfrm>
          <a:prstGeom prst="ellipse">
            <a:avLst/>
          </a:prstGeom>
          <a:solidFill>
            <a:srgbClr val="000000"/>
          </a:solidFill>
          <a:ln w="9525" cap="flat" cmpd="sng">
            <a:solidFill>
              <a:srgbClr val="000000"/>
            </a:solidFill>
            <a:prstDash val="solid"/>
            <a:round/>
            <a:headEnd type="none" w="med" len="med"/>
            <a:tailEnd type="none" w="med" len="med"/>
          </a:ln>
        </p:spPr>
        <p:txBody>
          <a:bodyPr lIns="68569" tIns="68569" rIns="68569" bIns="68569" anchor="ctr" anchorCtr="0">
            <a:noAutofit/>
          </a:bodyPr>
          <a:lstStyle/>
          <a:p>
            <a:pPr>
              <a:spcBef>
                <a:spcPts val="0"/>
              </a:spcBef>
            </a:pPr>
            <a:endParaRPr/>
          </a:p>
        </p:txBody>
      </p:sp>
      <p:sp>
        <p:nvSpPr>
          <p:cNvPr id="150" name="Shape 150"/>
          <p:cNvSpPr/>
          <p:nvPr/>
        </p:nvSpPr>
        <p:spPr>
          <a:xfrm>
            <a:off x="6564220" y="3813952"/>
            <a:ext cx="114300" cy="121500"/>
          </a:xfrm>
          <a:prstGeom prst="ellipse">
            <a:avLst/>
          </a:prstGeom>
          <a:solidFill>
            <a:srgbClr val="000000"/>
          </a:solidFill>
          <a:ln w="9525" cap="flat" cmpd="sng">
            <a:solidFill>
              <a:srgbClr val="000000"/>
            </a:solidFill>
            <a:prstDash val="solid"/>
            <a:round/>
            <a:headEnd type="none" w="med" len="med"/>
            <a:tailEnd type="none" w="med" len="med"/>
          </a:ln>
        </p:spPr>
        <p:txBody>
          <a:bodyPr lIns="68569" tIns="68569" rIns="68569" bIns="68569" anchor="ctr" anchorCtr="0">
            <a:noAutofit/>
          </a:bodyPr>
          <a:lstStyle/>
          <a:p>
            <a:pPr>
              <a:spcBef>
                <a:spcPts val="0"/>
              </a:spcBef>
            </a:pPr>
            <a:endParaRPr/>
          </a:p>
        </p:txBody>
      </p:sp>
      <p:sp>
        <p:nvSpPr>
          <p:cNvPr id="154" name="Shape 154"/>
          <p:cNvSpPr txBox="1"/>
          <p:nvPr/>
        </p:nvSpPr>
        <p:spPr>
          <a:xfrm>
            <a:off x="3908061" y="4350143"/>
            <a:ext cx="2878650" cy="369225"/>
          </a:xfrm>
          <a:prstGeom prst="rect">
            <a:avLst/>
          </a:prstGeom>
          <a:noFill/>
          <a:ln>
            <a:noFill/>
          </a:ln>
        </p:spPr>
        <p:txBody>
          <a:bodyPr lIns="68569" tIns="68569" rIns="68569" bIns="68569" anchor="t" anchorCtr="0">
            <a:noAutofit/>
          </a:bodyPr>
          <a:lstStyle/>
          <a:p>
            <a:pPr>
              <a:spcBef>
                <a:spcPts val="0"/>
              </a:spcBef>
            </a:pPr>
            <a:r>
              <a:rPr lang="en-US" sz="1500" b="1" dirty="0"/>
              <a:t>Pa</a:t>
            </a:r>
            <a:r>
              <a:rPr lang="en-US" sz="1400" b="1" dirty="0"/>
              <a:t>th of the oculomotor nerve</a:t>
            </a:r>
          </a:p>
        </p:txBody>
      </p:sp>
      <p:pic>
        <p:nvPicPr>
          <p:cNvPr id="2" name="Picture 1"/>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1190625" y="2897537"/>
            <a:ext cx="2322255" cy="2172432"/>
          </a:xfrm>
          <a:prstGeom prst="rect">
            <a:avLst/>
          </a:prstGeom>
        </p:spPr>
      </p:pic>
      <p:sp>
        <p:nvSpPr>
          <p:cNvPr id="15" name="Line 12"/>
          <p:cNvSpPr>
            <a:spLocks noChangeShapeType="1"/>
          </p:cNvSpPr>
          <p:nvPr/>
        </p:nvSpPr>
        <p:spPr bwMode="auto">
          <a:xfrm flipH="1">
            <a:off x="2448614" y="3321281"/>
            <a:ext cx="457200" cy="285750"/>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Oval 2">
            <a:extLst>
              <a:ext uri="{FF2B5EF4-FFF2-40B4-BE49-F238E27FC236}">
                <a16:creationId xmlns:a16="http://schemas.microsoft.com/office/drawing/2014/main" id="{D2CBF380-870D-42FE-8094-A874119B62EA}"/>
              </a:ext>
            </a:extLst>
          </p:cNvPr>
          <p:cNvSpPr/>
          <p:nvPr/>
        </p:nvSpPr>
        <p:spPr>
          <a:xfrm rot="1390330">
            <a:off x="6201186" y="3296294"/>
            <a:ext cx="190606" cy="284575"/>
          </a:xfrm>
          <a:prstGeom prst="ellipse">
            <a:avLst/>
          </a:prstGeom>
          <a:solidFill>
            <a:srgbClr val="FF0000">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hape 154">
            <a:extLst>
              <a:ext uri="{FF2B5EF4-FFF2-40B4-BE49-F238E27FC236}">
                <a16:creationId xmlns:a16="http://schemas.microsoft.com/office/drawing/2014/main" id="{86669C11-05EA-42D5-AAAE-4923762925D4}"/>
              </a:ext>
            </a:extLst>
          </p:cNvPr>
          <p:cNvSpPr txBox="1"/>
          <p:nvPr/>
        </p:nvSpPr>
        <p:spPr>
          <a:xfrm>
            <a:off x="6498491" y="1685907"/>
            <a:ext cx="1431619" cy="369225"/>
          </a:xfrm>
          <a:prstGeom prst="rect">
            <a:avLst/>
          </a:prstGeom>
          <a:noFill/>
          <a:ln>
            <a:noFill/>
          </a:ln>
        </p:spPr>
        <p:txBody>
          <a:bodyPr lIns="68569" tIns="68569" rIns="68569" bIns="68569" anchor="t" anchorCtr="0">
            <a:noAutofit/>
          </a:bodyPr>
          <a:lstStyle/>
          <a:p>
            <a:pPr>
              <a:spcBef>
                <a:spcPts val="0"/>
              </a:spcBef>
            </a:pPr>
            <a:r>
              <a:rPr lang="en-US" sz="1500" b="1" dirty="0"/>
              <a:t>Red nucleus</a:t>
            </a:r>
          </a:p>
        </p:txBody>
      </p:sp>
      <p:sp>
        <p:nvSpPr>
          <p:cNvPr id="18" name="Shape 154">
            <a:extLst>
              <a:ext uri="{FF2B5EF4-FFF2-40B4-BE49-F238E27FC236}">
                <a16:creationId xmlns:a16="http://schemas.microsoft.com/office/drawing/2014/main" id="{348C2235-A476-41A8-B5CF-D94F1F3071A9}"/>
              </a:ext>
            </a:extLst>
          </p:cNvPr>
          <p:cNvSpPr txBox="1"/>
          <p:nvPr/>
        </p:nvSpPr>
        <p:spPr>
          <a:xfrm>
            <a:off x="4130980" y="1884268"/>
            <a:ext cx="1733316" cy="369225"/>
          </a:xfrm>
          <a:prstGeom prst="rect">
            <a:avLst/>
          </a:prstGeom>
          <a:noFill/>
          <a:ln>
            <a:noFill/>
          </a:ln>
        </p:spPr>
        <p:txBody>
          <a:bodyPr lIns="68569" tIns="68569" rIns="68569" bIns="68569" anchor="t" anchorCtr="0">
            <a:noAutofit/>
          </a:bodyPr>
          <a:lstStyle/>
          <a:p>
            <a:pPr>
              <a:spcBef>
                <a:spcPts val="0"/>
              </a:spcBef>
            </a:pPr>
            <a:r>
              <a:rPr lang="en-US" sz="1500" b="1" dirty="0"/>
              <a:t>Substantia nigra</a:t>
            </a:r>
          </a:p>
        </p:txBody>
      </p:sp>
      <p:sp>
        <p:nvSpPr>
          <p:cNvPr id="4" name="Freeform: Shape 3">
            <a:extLst>
              <a:ext uri="{FF2B5EF4-FFF2-40B4-BE49-F238E27FC236}">
                <a16:creationId xmlns:a16="http://schemas.microsoft.com/office/drawing/2014/main" id="{9C8CCBE9-DECA-4750-B459-04B9EB05D328}"/>
              </a:ext>
            </a:extLst>
          </p:cNvPr>
          <p:cNvSpPr/>
          <p:nvPr/>
        </p:nvSpPr>
        <p:spPr>
          <a:xfrm>
            <a:off x="6664831" y="3014663"/>
            <a:ext cx="386050" cy="592931"/>
          </a:xfrm>
          <a:custGeom>
            <a:avLst/>
            <a:gdLst>
              <a:gd name="connsiteX0" fmla="*/ 288 w 386050"/>
              <a:gd name="connsiteY0" fmla="*/ 142875 h 592931"/>
              <a:gd name="connsiteX1" fmla="*/ 64582 w 386050"/>
              <a:gd name="connsiteY1" fmla="*/ 185737 h 592931"/>
              <a:gd name="connsiteX2" fmla="*/ 71725 w 386050"/>
              <a:gd name="connsiteY2" fmla="*/ 207168 h 592931"/>
              <a:gd name="connsiteX3" fmla="*/ 100300 w 386050"/>
              <a:gd name="connsiteY3" fmla="*/ 228600 h 592931"/>
              <a:gd name="connsiteX4" fmla="*/ 128875 w 386050"/>
              <a:gd name="connsiteY4" fmla="*/ 271462 h 592931"/>
              <a:gd name="connsiteX5" fmla="*/ 171738 w 386050"/>
              <a:gd name="connsiteY5" fmla="*/ 328612 h 592931"/>
              <a:gd name="connsiteX6" fmla="*/ 186025 w 386050"/>
              <a:gd name="connsiteY6" fmla="*/ 392906 h 592931"/>
              <a:gd name="connsiteX7" fmla="*/ 200313 w 386050"/>
              <a:gd name="connsiteY7" fmla="*/ 421481 h 592931"/>
              <a:gd name="connsiteX8" fmla="*/ 214600 w 386050"/>
              <a:gd name="connsiteY8" fmla="*/ 492918 h 592931"/>
              <a:gd name="connsiteX9" fmla="*/ 228888 w 386050"/>
              <a:gd name="connsiteY9" fmla="*/ 528637 h 592931"/>
              <a:gd name="connsiteX10" fmla="*/ 243175 w 386050"/>
              <a:gd name="connsiteY10" fmla="*/ 585787 h 592931"/>
              <a:gd name="connsiteX11" fmla="*/ 278894 w 386050"/>
              <a:gd name="connsiteY11" fmla="*/ 592931 h 592931"/>
              <a:gd name="connsiteX12" fmla="*/ 343188 w 386050"/>
              <a:gd name="connsiteY12" fmla="*/ 535781 h 592931"/>
              <a:gd name="connsiteX13" fmla="*/ 357475 w 386050"/>
              <a:gd name="connsiteY13" fmla="*/ 507206 h 592931"/>
              <a:gd name="connsiteX14" fmla="*/ 371763 w 386050"/>
              <a:gd name="connsiteY14" fmla="*/ 442912 h 592931"/>
              <a:gd name="connsiteX15" fmla="*/ 386050 w 386050"/>
              <a:gd name="connsiteY15" fmla="*/ 385762 h 592931"/>
              <a:gd name="connsiteX16" fmla="*/ 343188 w 386050"/>
              <a:gd name="connsiteY16" fmla="*/ 264318 h 592931"/>
              <a:gd name="connsiteX17" fmla="*/ 328900 w 386050"/>
              <a:gd name="connsiteY17" fmla="*/ 228600 h 592931"/>
              <a:gd name="connsiteX18" fmla="*/ 293182 w 386050"/>
              <a:gd name="connsiteY18" fmla="*/ 164306 h 592931"/>
              <a:gd name="connsiteX19" fmla="*/ 286038 w 386050"/>
              <a:gd name="connsiteY19" fmla="*/ 128587 h 592931"/>
              <a:gd name="connsiteX20" fmla="*/ 264607 w 386050"/>
              <a:gd name="connsiteY20" fmla="*/ 78581 h 592931"/>
              <a:gd name="connsiteX21" fmla="*/ 257463 w 386050"/>
              <a:gd name="connsiteY21" fmla="*/ 57150 h 592931"/>
              <a:gd name="connsiteX22" fmla="*/ 228888 w 386050"/>
              <a:gd name="connsiteY22" fmla="*/ 35718 h 592931"/>
              <a:gd name="connsiteX23" fmla="*/ 207457 w 386050"/>
              <a:gd name="connsiteY23" fmla="*/ 14287 h 592931"/>
              <a:gd name="connsiteX24" fmla="*/ 164594 w 386050"/>
              <a:gd name="connsiteY24" fmla="*/ 0 h 592931"/>
              <a:gd name="connsiteX25" fmla="*/ 93157 w 386050"/>
              <a:gd name="connsiteY25" fmla="*/ 35718 h 592931"/>
              <a:gd name="connsiteX26" fmla="*/ 43150 w 386050"/>
              <a:gd name="connsiteY26" fmla="*/ 85725 h 592931"/>
              <a:gd name="connsiteX27" fmla="*/ 288 w 386050"/>
              <a:gd name="connsiteY27" fmla="*/ 142875 h 59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86050" h="592931">
                <a:moveTo>
                  <a:pt x="288" y="142875"/>
                </a:moveTo>
                <a:cubicBezTo>
                  <a:pt x="3860" y="159544"/>
                  <a:pt x="41997" y="154117"/>
                  <a:pt x="64582" y="185737"/>
                </a:cubicBezTo>
                <a:cubicBezTo>
                  <a:pt x="68959" y="191864"/>
                  <a:pt x="66904" y="201383"/>
                  <a:pt x="71725" y="207168"/>
                </a:cubicBezTo>
                <a:cubicBezTo>
                  <a:pt x="79347" y="216315"/>
                  <a:pt x="92390" y="219701"/>
                  <a:pt x="100300" y="228600"/>
                </a:cubicBezTo>
                <a:cubicBezTo>
                  <a:pt x="111708" y="241434"/>
                  <a:pt x="118572" y="257725"/>
                  <a:pt x="128875" y="271462"/>
                </a:cubicBezTo>
                <a:lnTo>
                  <a:pt x="171738" y="328612"/>
                </a:lnTo>
                <a:cubicBezTo>
                  <a:pt x="173676" y="338302"/>
                  <a:pt x="181704" y="381383"/>
                  <a:pt x="186025" y="392906"/>
                </a:cubicBezTo>
                <a:cubicBezTo>
                  <a:pt x="189764" y="402877"/>
                  <a:pt x="195550" y="411956"/>
                  <a:pt x="200313" y="421481"/>
                </a:cubicBezTo>
                <a:cubicBezTo>
                  <a:pt x="205075" y="445293"/>
                  <a:pt x="205581" y="470371"/>
                  <a:pt x="214600" y="492918"/>
                </a:cubicBezTo>
                <a:cubicBezTo>
                  <a:pt x="219363" y="504824"/>
                  <a:pt x="225117" y="516381"/>
                  <a:pt x="228888" y="528637"/>
                </a:cubicBezTo>
                <a:cubicBezTo>
                  <a:pt x="234663" y="547405"/>
                  <a:pt x="223920" y="581936"/>
                  <a:pt x="243175" y="585787"/>
                </a:cubicBezTo>
                <a:lnTo>
                  <a:pt x="278894" y="592931"/>
                </a:lnTo>
                <a:cubicBezTo>
                  <a:pt x="327828" y="543997"/>
                  <a:pt x="304945" y="561276"/>
                  <a:pt x="343188" y="535781"/>
                </a:cubicBezTo>
                <a:cubicBezTo>
                  <a:pt x="347950" y="526256"/>
                  <a:pt x="353736" y="517177"/>
                  <a:pt x="357475" y="507206"/>
                </a:cubicBezTo>
                <a:cubicBezTo>
                  <a:pt x="362427" y="494002"/>
                  <a:pt x="369047" y="454682"/>
                  <a:pt x="371763" y="442912"/>
                </a:cubicBezTo>
                <a:cubicBezTo>
                  <a:pt x="376178" y="423779"/>
                  <a:pt x="386050" y="385762"/>
                  <a:pt x="386050" y="385762"/>
                </a:cubicBezTo>
                <a:cubicBezTo>
                  <a:pt x="357253" y="256173"/>
                  <a:pt x="391175" y="384279"/>
                  <a:pt x="343188" y="264318"/>
                </a:cubicBezTo>
                <a:cubicBezTo>
                  <a:pt x="338425" y="252412"/>
                  <a:pt x="335128" y="239809"/>
                  <a:pt x="328900" y="228600"/>
                </a:cubicBezTo>
                <a:cubicBezTo>
                  <a:pt x="300352" y="177214"/>
                  <a:pt x="311269" y="224599"/>
                  <a:pt x="293182" y="164306"/>
                </a:cubicBezTo>
                <a:cubicBezTo>
                  <a:pt x="289693" y="152676"/>
                  <a:pt x="288983" y="140367"/>
                  <a:pt x="286038" y="128587"/>
                </a:cubicBezTo>
                <a:cubicBezTo>
                  <a:pt x="279337" y="101785"/>
                  <a:pt x="276872" y="107199"/>
                  <a:pt x="264607" y="78581"/>
                </a:cubicBezTo>
                <a:cubicBezTo>
                  <a:pt x="261641" y="71660"/>
                  <a:pt x="262284" y="62935"/>
                  <a:pt x="257463" y="57150"/>
                </a:cubicBezTo>
                <a:cubicBezTo>
                  <a:pt x="249841" y="48003"/>
                  <a:pt x="237928" y="43467"/>
                  <a:pt x="228888" y="35718"/>
                </a:cubicBezTo>
                <a:cubicBezTo>
                  <a:pt x="221218" y="29143"/>
                  <a:pt x="216288" y="19193"/>
                  <a:pt x="207457" y="14287"/>
                </a:cubicBezTo>
                <a:cubicBezTo>
                  <a:pt x="194292" y="6973"/>
                  <a:pt x="164594" y="0"/>
                  <a:pt x="164594" y="0"/>
                </a:cubicBezTo>
                <a:cubicBezTo>
                  <a:pt x="67646" y="12117"/>
                  <a:pt x="132244" y="-12055"/>
                  <a:pt x="93157" y="35718"/>
                </a:cubicBezTo>
                <a:cubicBezTo>
                  <a:pt x="78229" y="53963"/>
                  <a:pt x="43150" y="85725"/>
                  <a:pt x="43150" y="85725"/>
                </a:cubicBezTo>
                <a:cubicBezTo>
                  <a:pt x="27179" y="133639"/>
                  <a:pt x="-3284" y="126206"/>
                  <a:pt x="288" y="142875"/>
                </a:cubicBezTo>
                <a:close/>
              </a:path>
            </a:pathLst>
          </a:custGeom>
          <a:solidFill>
            <a:srgbClr val="0000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988D139E-7146-4F5A-8271-582D2ED0BFEF}"/>
              </a:ext>
            </a:extLst>
          </p:cNvPr>
          <p:cNvSpPr/>
          <p:nvPr/>
        </p:nvSpPr>
        <p:spPr>
          <a:xfrm flipH="1">
            <a:off x="5959442" y="3029091"/>
            <a:ext cx="328280" cy="592931"/>
          </a:xfrm>
          <a:custGeom>
            <a:avLst/>
            <a:gdLst>
              <a:gd name="connsiteX0" fmla="*/ 288 w 386050"/>
              <a:gd name="connsiteY0" fmla="*/ 142875 h 592931"/>
              <a:gd name="connsiteX1" fmla="*/ 64582 w 386050"/>
              <a:gd name="connsiteY1" fmla="*/ 185737 h 592931"/>
              <a:gd name="connsiteX2" fmla="*/ 71725 w 386050"/>
              <a:gd name="connsiteY2" fmla="*/ 207168 h 592931"/>
              <a:gd name="connsiteX3" fmla="*/ 100300 w 386050"/>
              <a:gd name="connsiteY3" fmla="*/ 228600 h 592931"/>
              <a:gd name="connsiteX4" fmla="*/ 128875 w 386050"/>
              <a:gd name="connsiteY4" fmla="*/ 271462 h 592931"/>
              <a:gd name="connsiteX5" fmla="*/ 171738 w 386050"/>
              <a:gd name="connsiteY5" fmla="*/ 328612 h 592931"/>
              <a:gd name="connsiteX6" fmla="*/ 186025 w 386050"/>
              <a:gd name="connsiteY6" fmla="*/ 392906 h 592931"/>
              <a:gd name="connsiteX7" fmla="*/ 200313 w 386050"/>
              <a:gd name="connsiteY7" fmla="*/ 421481 h 592931"/>
              <a:gd name="connsiteX8" fmla="*/ 214600 w 386050"/>
              <a:gd name="connsiteY8" fmla="*/ 492918 h 592931"/>
              <a:gd name="connsiteX9" fmla="*/ 228888 w 386050"/>
              <a:gd name="connsiteY9" fmla="*/ 528637 h 592931"/>
              <a:gd name="connsiteX10" fmla="*/ 243175 w 386050"/>
              <a:gd name="connsiteY10" fmla="*/ 585787 h 592931"/>
              <a:gd name="connsiteX11" fmla="*/ 278894 w 386050"/>
              <a:gd name="connsiteY11" fmla="*/ 592931 h 592931"/>
              <a:gd name="connsiteX12" fmla="*/ 343188 w 386050"/>
              <a:gd name="connsiteY12" fmla="*/ 535781 h 592931"/>
              <a:gd name="connsiteX13" fmla="*/ 357475 w 386050"/>
              <a:gd name="connsiteY13" fmla="*/ 507206 h 592931"/>
              <a:gd name="connsiteX14" fmla="*/ 371763 w 386050"/>
              <a:gd name="connsiteY14" fmla="*/ 442912 h 592931"/>
              <a:gd name="connsiteX15" fmla="*/ 386050 w 386050"/>
              <a:gd name="connsiteY15" fmla="*/ 385762 h 592931"/>
              <a:gd name="connsiteX16" fmla="*/ 343188 w 386050"/>
              <a:gd name="connsiteY16" fmla="*/ 264318 h 592931"/>
              <a:gd name="connsiteX17" fmla="*/ 328900 w 386050"/>
              <a:gd name="connsiteY17" fmla="*/ 228600 h 592931"/>
              <a:gd name="connsiteX18" fmla="*/ 293182 w 386050"/>
              <a:gd name="connsiteY18" fmla="*/ 164306 h 592931"/>
              <a:gd name="connsiteX19" fmla="*/ 286038 w 386050"/>
              <a:gd name="connsiteY19" fmla="*/ 128587 h 592931"/>
              <a:gd name="connsiteX20" fmla="*/ 264607 w 386050"/>
              <a:gd name="connsiteY20" fmla="*/ 78581 h 592931"/>
              <a:gd name="connsiteX21" fmla="*/ 257463 w 386050"/>
              <a:gd name="connsiteY21" fmla="*/ 57150 h 592931"/>
              <a:gd name="connsiteX22" fmla="*/ 228888 w 386050"/>
              <a:gd name="connsiteY22" fmla="*/ 35718 h 592931"/>
              <a:gd name="connsiteX23" fmla="*/ 207457 w 386050"/>
              <a:gd name="connsiteY23" fmla="*/ 14287 h 592931"/>
              <a:gd name="connsiteX24" fmla="*/ 164594 w 386050"/>
              <a:gd name="connsiteY24" fmla="*/ 0 h 592931"/>
              <a:gd name="connsiteX25" fmla="*/ 93157 w 386050"/>
              <a:gd name="connsiteY25" fmla="*/ 35718 h 592931"/>
              <a:gd name="connsiteX26" fmla="*/ 43150 w 386050"/>
              <a:gd name="connsiteY26" fmla="*/ 85725 h 592931"/>
              <a:gd name="connsiteX27" fmla="*/ 288 w 386050"/>
              <a:gd name="connsiteY27" fmla="*/ 142875 h 59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86050" h="592931">
                <a:moveTo>
                  <a:pt x="288" y="142875"/>
                </a:moveTo>
                <a:cubicBezTo>
                  <a:pt x="3860" y="159544"/>
                  <a:pt x="41997" y="154117"/>
                  <a:pt x="64582" y="185737"/>
                </a:cubicBezTo>
                <a:cubicBezTo>
                  <a:pt x="68959" y="191864"/>
                  <a:pt x="66904" y="201383"/>
                  <a:pt x="71725" y="207168"/>
                </a:cubicBezTo>
                <a:cubicBezTo>
                  <a:pt x="79347" y="216315"/>
                  <a:pt x="92390" y="219701"/>
                  <a:pt x="100300" y="228600"/>
                </a:cubicBezTo>
                <a:cubicBezTo>
                  <a:pt x="111708" y="241434"/>
                  <a:pt x="118572" y="257725"/>
                  <a:pt x="128875" y="271462"/>
                </a:cubicBezTo>
                <a:lnTo>
                  <a:pt x="171738" y="328612"/>
                </a:lnTo>
                <a:cubicBezTo>
                  <a:pt x="173676" y="338302"/>
                  <a:pt x="181704" y="381383"/>
                  <a:pt x="186025" y="392906"/>
                </a:cubicBezTo>
                <a:cubicBezTo>
                  <a:pt x="189764" y="402877"/>
                  <a:pt x="195550" y="411956"/>
                  <a:pt x="200313" y="421481"/>
                </a:cubicBezTo>
                <a:cubicBezTo>
                  <a:pt x="205075" y="445293"/>
                  <a:pt x="205581" y="470371"/>
                  <a:pt x="214600" y="492918"/>
                </a:cubicBezTo>
                <a:cubicBezTo>
                  <a:pt x="219363" y="504824"/>
                  <a:pt x="225117" y="516381"/>
                  <a:pt x="228888" y="528637"/>
                </a:cubicBezTo>
                <a:cubicBezTo>
                  <a:pt x="234663" y="547405"/>
                  <a:pt x="223920" y="581936"/>
                  <a:pt x="243175" y="585787"/>
                </a:cubicBezTo>
                <a:lnTo>
                  <a:pt x="278894" y="592931"/>
                </a:lnTo>
                <a:cubicBezTo>
                  <a:pt x="327828" y="543997"/>
                  <a:pt x="304945" y="561276"/>
                  <a:pt x="343188" y="535781"/>
                </a:cubicBezTo>
                <a:cubicBezTo>
                  <a:pt x="347950" y="526256"/>
                  <a:pt x="353736" y="517177"/>
                  <a:pt x="357475" y="507206"/>
                </a:cubicBezTo>
                <a:cubicBezTo>
                  <a:pt x="362427" y="494002"/>
                  <a:pt x="369047" y="454682"/>
                  <a:pt x="371763" y="442912"/>
                </a:cubicBezTo>
                <a:cubicBezTo>
                  <a:pt x="376178" y="423779"/>
                  <a:pt x="386050" y="385762"/>
                  <a:pt x="386050" y="385762"/>
                </a:cubicBezTo>
                <a:cubicBezTo>
                  <a:pt x="357253" y="256173"/>
                  <a:pt x="391175" y="384279"/>
                  <a:pt x="343188" y="264318"/>
                </a:cubicBezTo>
                <a:cubicBezTo>
                  <a:pt x="338425" y="252412"/>
                  <a:pt x="335128" y="239809"/>
                  <a:pt x="328900" y="228600"/>
                </a:cubicBezTo>
                <a:cubicBezTo>
                  <a:pt x="300352" y="177214"/>
                  <a:pt x="311269" y="224599"/>
                  <a:pt x="293182" y="164306"/>
                </a:cubicBezTo>
                <a:cubicBezTo>
                  <a:pt x="289693" y="152676"/>
                  <a:pt x="288983" y="140367"/>
                  <a:pt x="286038" y="128587"/>
                </a:cubicBezTo>
                <a:cubicBezTo>
                  <a:pt x="279337" y="101785"/>
                  <a:pt x="276872" y="107199"/>
                  <a:pt x="264607" y="78581"/>
                </a:cubicBezTo>
                <a:cubicBezTo>
                  <a:pt x="261641" y="71660"/>
                  <a:pt x="262284" y="62935"/>
                  <a:pt x="257463" y="57150"/>
                </a:cubicBezTo>
                <a:cubicBezTo>
                  <a:pt x="249841" y="48003"/>
                  <a:pt x="237928" y="43467"/>
                  <a:pt x="228888" y="35718"/>
                </a:cubicBezTo>
                <a:cubicBezTo>
                  <a:pt x="221218" y="29143"/>
                  <a:pt x="216288" y="19193"/>
                  <a:pt x="207457" y="14287"/>
                </a:cubicBezTo>
                <a:cubicBezTo>
                  <a:pt x="194292" y="6973"/>
                  <a:pt x="164594" y="0"/>
                  <a:pt x="164594" y="0"/>
                </a:cubicBezTo>
                <a:cubicBezTo>
                  <a:pt x="67646" y="12117"/>
                  <a:pt x="132244" y="-12055"/>
                  <a:pt x="93157" y="35718"/>
                </a:cubicBezTo>
                <a:cubicBezTo>
                  <a:pt x="78229" y="53963"/>
                  <a:pt x="43150" y="85725"/>
                  <a:pt x="43150" y="85725"/>
                </a:cubicBezTo>
                <a:cubicBezTo>
                  <a:pt x="27179" y="133639"/>
                  <a:pt x="-3284" y="126206"/>
                  <a:pt x="288" y="142875"/>
                </a:cubicBezTo>
                <a:close/>
              </a:path>
            </a:pathLst>
          </a:custGeom>
          <a:solidFill>
            <a:srgbClr val="0000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Line 12">
            <a:extLst>
              <a:ext uri="{FF2B5EF4-FFF2-40B4-BE49-F238E27FC236}">
                <a16:creationId xmlns:a16="http://schemas.microsoft.com/office/drawing/2014/main" id="{1DC71374-0185-4CFB-AAA0-0665C03A0C51}"/>
              </a:ext>
            </a:extLst>
          </p:cNvPr>
          <p:cNvSpPr>
            <a:spLocks noChangeShapeType="1"/>
          </p:cNvSpPr>
          <p:nvPr/>
        </p:nvSpPr>
        <p:spPr bwMode="auto">
          <a:xfrm>
            <a:off x="5564866" y="2191469"/>
            <a:ext cx="532738" cy="83762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12">
            <a:extLst>
              <a:ext uri="{FF2B5EF4-FFF2-40B4-BE49-F238E27FC236}">
                <a16:creationId xmlns:a16="http://schemas.microsoft.com/office/drawing/2014/main" id="{4255151A-0CAB-47EF-B55B-4EE27859CE90}"/>
              </a:ext>
            </a:extLst>
          </p:cNvPr>
          <p:cNvSpPr>
            <a:spLocks noChangeShapeType="1"/>
          </p:cNvSpPr>
          <p:nvPr/>
        </p:nvSpPr>
        <p:spPr bwMode="auto">
          <a:xfrm flipH="1">
            <a:off x="6330912" y="2014270"/>
            <a:ext cx="617019" cy="128712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Shape 154">
            <a:extLst>
              <a:ext uri="{FF2B5EF4-FFF2-40B4-BE49-F238E27FC236}">
                <a16:creationId xmlns:a16="http://schemas.microsoft.com/office/drawing/2014/main" id="{C98CAB9B-7B42-4028-A413-1DF779EAC1EE}"/>
              </a:ext>
            </a:extLst>
          </p:cNvPr>
          <p:cNvSpPr txBox="1"/>
          <p:nvPr/>
        </p:nvSpPr>
        <p:spPr>
          <a:xfrm>
            <a:off x="3876167" y="3835999"/>
            <a:ext cx="1733316" cy="369225"/>
          </a:xfrm>
          <a:prstGeom prst="rect">
            <a:avLst/>
          </a:prstGeom>
          <a:noFill/>
          <a:ln>
            <a:noFill/>
          </a:ln>
        </p:spPr>
        <p:txBody>
          <a:bodyPr lIns="68569" tIns="68569" rIns="68569" bIns="68569" anchor="t" anchorCtr="0">
            <a:noAutofit/>
          </a:bodyPr>
          <a:lstStyle/>
          <a:p>
            <a:pPr>
              <a:spcBef>
                <a:spcPts val="0"/>
              </a:spcBef>
            </a:pPr>
            <a:r>
              <a:rPr lang="en-US" sz="1500" b="1" dirty="0"/>
              <a:t>Crus cerebri</a:t>
            </a:r>
          </a:p>
        </p:txBody>
      </p:sp>
      <p:sp>
        <p:nvSpPr>
          <p:cNvPr id="23" name="Line 12">
            <a:extLst>
              <a:ext uri="{FF2B5EF4-FFF2-40B4-BE49-F238E27FC236}">
                <a16:creationId xmlns:a16="http://schemas.microsoft.com/office/drawing/2014/main" id="{70C1FD1C-9649-47FC-8FEA-319F586B5AB0}"/>
              </a:ext>
            </a:extLst>
          </p:cNvPr>
          <p:cNvSpPr>
            <a:spLocks noChangeShapeType="1"/>
          </p:cNvSpPr>
          <p:nvPr/>
        </p:nvSpPr>
        <p:spPr bwMode="auto">
          <a:xfrm flipV="1">
            <a:off x="5075622" y="3336291"/>
            <a:ext cx="815217" cy="59524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Shape 154">
            <a:extLst>
              <a:ext uri="{FF2B5EF4-FFF2-40B4-BE49-F238E27FC236}">
                <a16:creationId xmlns:a16="http://schemas.microsoft.com/office/drawing/2014/main" id="{FE8A60E4-44E8-4B23-8C74-9ED71376F7B8}"/>
              </a:ext>
            </a:extLst>
          </p:cNvPr>
          <p:cNvSpPr txBox="1"/>
          <p:nvPr/>
        </p:nvSpPr>
        <p:spPr>
          <a:xfrm>
            <a:off x="7093914" y="2113126"/>
            <a:ext cx="1898981" cy="351025"/>
          </a:xfrm>
          <a:prstGeom prst="rect">
            <a:avLst/>
          </a:prstGeom>
          <a:noFill/>
          <a:ln>
            <a:noFill/>
          </a:ln>
        </p:spPr>
        <p:txBody>
          <a:bodyPr lIns="68569" tIns="68569" rIns="68569" bIns="68569" anchor="t" anchorCtr="0">
            <a:noAutofit/>
          </a:bodyPr>
          <a:lstStyle/>
          <a:p>
            <a:pPr>
              <a:spcBef>
                <a:spcPts val="0"/>
              </a:spcBef>
            </a:pPr>
            <a:r>
              <a:rPr lang="en-US" sz="1400" b="1" dirty="0"/>
              <a:t>Oculomotor nucleus</a:t>
            </a:r>
          </a:p>
        </p:txBody>
      </p:sp>
      <p:sp>
        <p:nvSpPr>
          <p:cNvPr id="25" name="Shape 150">
            <a:extLst>
              <a:ext uri="{FF2B5EF4-FFF2-40B4-BE49-F238E27FC236}">
                <a16:creationId xmlns:a16="http://schemas.microsoft.com/office/drawing/2014/main" id="{03CBA6A0-28BD-4BDF-94A7-E7F1CADE563E}"/>
              </a:ext>
            </a:extLst>
          </p:cNvPr>
          <p:cNvSpPr/>
          <p:nvPr/>
        </p:nvSpPr>
        <p:spPr>
          <a:xfrm>
            <a:off x="6476703" y="3683762"/>
            <a:ext cx="114300" cy="121500"/>
          </a:xfrm>
          <a:prstGeom prst="ellipse">
            <a:avLst/>
          </a:prstGeom>
          <a:solidFill>
            <a:srgbClr val="FFFF00"/>
          </a:solidFill>
          <a:ln w="9525" cap="flat" cmpd="sng">
            <a:solidFill>
              <a:srgbClr val="000000"/>
            </a:solidFill>
            <a:prstDash val="solid"/>
            <a:round/>
            <a:headEnd type="none" w="med" len="med"/>
            <a:tailEnd type="none" w="med" len="med"/>
          </a:ln>
        </p:spPr>
        <p:txBody>
          <a:bodyPr lIns="68569" tIns="68569" rIns="68569" bIns="68569" anchor="ctr" anchorCtr="0">
            <a:noAutofit/>
          </a:bodyPr>
          <a:lstStyle/>
          <a:p>
            <a:pPr>
              <a:spcBef>
                <a:spcPts val="0"/>
              </a:spcBef>
            </a:pPr>
            <a:endParaRPr/>
          </a:p>
        </p:txBody>
      </p:sp>
      <p:sp>
        <p:nvSpPr>
          <p:cNvPr id="26" name="Shape 150">
            <a:extLst>
              <a:ext uri="{FF2B5EF4-FFF2-40B4-BE49-F238E27FC236}">
                <a16:creationId xmlns:a16="http://schemas.microsoft.com/office/drawing/2014/main" id="{99FA602B-5F52-4C29-A451-D8505811E088}"/>
              </a:ext>
            </a:extLst>
          </p:cNvPr>
          <p:cNvSpPr/>
          <p:nvPr/>
        </p:nvSpPr>
        <p:spPr>
          <a:xfrm>
            <a:off x="6348637" y="3692899"/>
            <a:ext cx="114300" cy="121500"/>
          </a:xfrm>
          <a:prstGeom prst="ellipse">
            <a:avLst/>
          </a:prstGeom>
          <a:solidFill>
            <a:srgbClr val="FFFF00"/>
          </a:solidFill>
          <a:ln w="9525" cap="flat" cmpd="sng">
            <a:solidFill>
              <a:srgbClr val="000000"/>
            </a:solidFill>
            <a:prstDash val="solid"/>
            <a:round/>
            <a:headEnd type="none" w="med" len="med"/>
            <a:tailEnd type="none" w="med" len="med"/>
          </a:ln>
        </p:spPr>
        <p:txBody>
          <a:bodyPr lIns="68569" tIns="68569" rIns="68569" bIns="68569" anchor="ctr" anchorCtr="0">
            <a:noAutofit/>
          </a:bodyPr>
          <a:lstStyle/>
          <a:p>
            <a:pPr>
              <a:spcBef>
                <a:spcPts val="0"/>
              </a:spcBef>
            </a:pPr>
            <a:endParaRPr/>
          </a:p>
        </p:txBody>
      </p:sp>
      <p:sp>
        <p:nvSpPr>
          <p:cNvPr id="27" name="Oval 26">
            <a:extLst>
              <a:ext uri="{FF2B5EF4-FFF2-40B4-BE49-F238E27FC236}">
                <a16:creationId xmlns:a16="http://schemas.microsoft.com/office/drawing/2014/main" id="{DACC49CC-7FA7-467F-99BE-EE7C38560D81}"/>
              </a:ext>
            </a:extLst>
          </p:cNvPr>
          <p:cNvSpPr/>
          <p:nvPr/>
        </p:nvSpPr>
        <p:spPr>
          <a:xfrm rot="20053211">
            <a:off x="6566732" y="3285198"/>
            <a:ext cx="190606" cy="284575"/>
          </a:xfrm>
          <a:prstGeom prst="ellipse">
            <a:avLst/>
          </a:prstGeom>
          <a:solidFill>
            <a:srgbClr val="FF0000">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Shape 4">
            <a:extLst>
              <a:ext uri="{FF2B5EF4-FFF2-40B4-BE49-F238E27FC236}">
                <a16:creationId xmlns:a16="http://schemas.microsoft.com/office/drawing/2014/main" id="{FC07F303-DB89-4A36-9E42-4EAEA66D8A28}"/>
              </a:ext>
            </a:extLst>
          </p:cNvPr>
          <p:cNvSpPr/>
          <p:nvPr/>
        </p:nvSpPr>
        <p:spPr>
          <a:xfrm>
            <a:off x="6550819" y="3000375"/>
            <a:ext cx="201427" cy="707231"/>
          </a:xfrm>
          <a:custGeom>
            <a:avLst/>
            <a:gdLst>
              <a:gd name="connsiteX0" fmla="*/ 0 w 201427"/>
              <a:gd name="connsiteY0" fmla="*/ 707231 h 707231"/>
              <a:gd name="connsiteX1" fmla="*/ 185737 w 201427"/>
              <a:gd name="connsiteY1" fmla="*/ 378619 h 707231"/>
              <a:gd name="connsiteX2" fmla="*/ 178594 w 201427"/>
              <a:gd name="connsiteY2" fmla="*/ 0 h 707231"/>
            </a:gdLst>
            <a:ahLst/>
            <a:cxnLst>
              <a:cxn ang="0">
                <a:pos x="connsiteX0" y="connsiteY0"/>
              </a:cxn>
              <a:cxn ang="0">
                <a:pos x="connsiteX1" y="connsiteY1"/>
              </a:cxn>
              <a:cxn ang="0">
                <a:pos x="connsiteX2" y="connsiteY2"/>
              </a:cxn>
            </a:cxnLst>
            <a:rect l="l" t="t" r="r" b="b"/>
            <a:pathLst>
              <a:path w="201427" h="707231">
                <a:moveTo>
                  <a:pt x="0" y="707231"/>
                </a:moveTo>
                <a:cubicBezTo>
                  <a:pt x="77985" y="601861"/>
                  <a:pt x="155971" y="496491"/>
                  <a:pt x="185737" y="378619"/>
                </a:cubicBezTo>
                <a:cubicBezTo>
                  <a:pt x="215503" y="260747"/>
                  <a:pt x="197048" y="130373"/>
                  <a:pt x="178594" y="0"/>
                </a:cubicBezTo>
              </a:path>
            </a:pathLst>
          </a:custGeom>
          <a:noFill/>
          <a:ln>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4568D9D4-0A19-49EB-AFAC-E904D9FCD7A0}"/>
              </a:ext>
            </a:extLst>
          </p:cNvPr>
          <p:cNvSpPr/>
          <p:nvPr/>
        </p:nvSpPr>
        <p:spPr>
          <a:xfrm flipH="1">
            <a:off x="6192811" y="3023017"/>
            <a:ext cx="189009" cy="707231"/>
          </a:xfrm>
          <a:custGeom>
            <a:avLst/>
            <a:gdLst>
              <a:gd name="connsiteX0" fmla="*/ 0 w 201427"/>
              <a:gd name="connsiteY0" fmla="*/ 707231 h 707231"/>
              <a:gd name="connsiteX1" fmla="*/ 185737 w 201427"/>
              <a:gd name="connsiteY1" fmla="*/ 378619 h 707231"/>
              <a:gd name="connsiteX2" fmla="*/ 178594 w 201427"/>
              <a:gd name="connsiteY2" fmla="*/ 0 h 707231"/>
            </a:gdLst>
            <a:ahLst/>
            <a:cxnLst>
              <a:cxn ang="0">
                <a:pos x="connsiteX0" y="connsiteY0"/>
              </a:cxn>
              <a:cxn ang="0">
                <a:pos x="connsiteX1" y="connsiteY1"/>
              </a:cxn>
              <a:cxn ang="0">
                <a:pos x="connsiteX2" y="connsiteY2"/>
              </a:cxn>
            </a:cxnLst>
            <a:rect l="l" t="t" r="r" b="b"/>
            <a:pathLst>
              <a:path w="201427" h="707231">
                <a:moveTo>
                  <a:pt x="0" y="707231"/>
                </a:moveTo>
                <a:cubicBezTo>
                  <a:pt x="77985" y="601861"/>
                  <a:pt x="155971" y="496491"/>
                  <a:pt x="185737" y="378619"/>
                </a:cubicBezTo>
                <a:cubicBezTo>
                  <a:pt x="215503" y="260747"/>
                  <a:pt x="197048" y="130373"/>
                  <a:pt x="178594" y="0"/>
                </a:cubicBezTo>
              </a:path>
            </a:pathLst>
          </a:custGeom>
          <a:noFill/>
          <a:ln>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Line 12">
            <a:extLst>
              <a:ext uri="{FF2B5EF4-FFF2-40B4-BE49-F238E27FC236}">
                <a16:creationId xmlns:a16="http://schemas.microsoft.com/office/drawing/2014/main" id="{F98C41C9-6FD8-40D0-B53A-4F0DD4BC5025}"/>
              </a:ext>
            </a:extLst>
          </p:cNvPr>
          <p:cNvSpPr>
            <a:spLocks noChangeShapeType="1"/>
          </p:cNvSpPr>
          <p:nvPr/>
        </p:nvSpPr>
        <p:spPr bwMode="auto">
          <a:xfrm flipV="1">
            <a:off x="5249826" y="3622455"/>
            <a:ext cx="1040983" cy="82863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965227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cxnSp>
        <p:nvCxnSpPr>
          <p:cNvPr id="179" name="Shape 179"/>
          <p:cNvCxnSpPr/>
          <p:nvPr/>
        </p:nvCxnSpPr>
        <p:spPr>
          <a:xfrm rot="10800000">
            <a:off x="3147816" y="2464237"/>
            <a:ext cx="1318050" cy="195975"/>
          </a:xfrm>
          <a:prstGeom prst="straightConnector1">
            <a:avLst/>
          </a:prstGeom>
          <a:noFill/>
          <a:ln w="50800" cap="flat" cmpd="sng">
            <a:solidFill>
              <a:schemeClr val="dk1"/>
            </a:solidFill>
            <a:prstDash val="solid"/>
            <a:miter/>
            <a:headEnd type="none" w="med" len="med"/>
            <a:tailEnd type="triangle" w="lg" len="lg"/>
          </a:ln>
        </p:spPr>
      </p:cxnSp>
      <p:cxnSp>
        <p:nvCxnSpPr>
          <p:cNvPr id="180" name="Shape 180"/>
          <p:cNvCxnSpPr/>
          <p:nvPr/>
        </p:nvCxnSpPr>
        <p:spPr>
          <a:xfrm>
            <a:off x="742950" y="2562240"/>
            <a:ext cx="1202400" cy="0"/>
          </a:xfrm>
          <a:prstGeom prst="straightConnector1">
            <a:avLst/>
          </a:prstGeom>
          <a:noFill/>
          <a:ln w="50800" cap="flat" cmpd="sng">
            <a:solidFill>
              <a:schemeClr val="dk1"/>
            </a:solidFill>
            <a:prstDash val="solid"/>
            <a:miter/>
            <a:headEnd type="none" w="med" len="med"/>
            <a:tailEnd type="triangle" w="lg" len="lg"/>
          </a:ln>
        </p:spPr>
      </p:cxnSp>
      <p:sp>
        <p:nvSpPr>
          <p:cNvPr id="181" name="Shape 181"/>
          <p:cNvSpPr txBox="1"/>
          <p:nvPr/>
        </p:nvSpPr>
        <p:spPr>
          <a:xfrm>
            <a:off x="742950" y="277666"/>
            <a:ext cx="7886700" cy="610649"/>
          </a:xfrm>
          <a:prstGeom prst="rect">
            <a:avLst/>
          </a:prstGeom>
          <a:noFill/>
          <a:ln>
            <a:noFill/>
          </a:ln>
        </p:spPr>
        <p:txBody>
          <a:bodyPr lIns="68569" tIns="34275" rIns="68569" bIns="34275" anchor="ctr" anchorCtr="0">
            <a:noAutofit/>
          </a:bodyPr>
          <a:lstStyle/>
          <a:p>
            <a:pPr>
              <a:lnSpc>
                <a:spcPct val="90000"/>
              </a:lnSpc>
              <a:spcBef>
                <a:spcPts val="0"/>
              </a:spcBef>
              <a:buClr>
                <a:schemeClr val="dk1"/>
              </a:buClr>
              <a:buSzPct val="25000"/>
            </a:pPr>
            <a:r>
              <a:rPr lang="en-US" sz="3300">
                <a:solidFill>
                  <a:schemeClr val="dk2"/>
                </a:solidFill>
                <a:latin typeface="Calibri"/>
                <a:ea typeface="Calibri"/>
                <a:cs typeface="Calibri"/>
                <a:sym typeface="Calibri"/>
              </a:rPr>
              <a:t>Normal Anatomy: CN III</a:t>
            </a:r>
          </a:p>
        </p:txBody>
      </p:sp>
      <p:pic>
        <p:nvPicPr>
          <p:cNvPr id="7" name="Content Placeholder 3"/>
          <p:cNvPicPr>
            <a:picLocks noGrp="1"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6324600" y="1617713"/>
            <a:ext cx="2694659" cy="2981325"/>
          </a:xfrm>
          <a:prstGeom prst="rect">
            <a:avLst/>
          </a:prstGeom>
        </p:spPr>
      </p:pic>
      <p:pic>
        <p:nvPicPr>
          <p:cNvPr id="9" name="Content Placeholder 3"/>
          <p:cNvPicPr>
            <a:picLocks noGrp="1"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3378405" y="1617713"/>
            <a:ext cx="2819400" cy="2971800"/>
          </a:xfrm>
          <a:prstGeom prst="rect">
            <a:avLst/>
          </a:prstGeom>
        </p:spPr>
      </p:pic>
      <p:pic>
        <p:nvPicPr>
          <p:cNvPr id="8" name="Content Placeholder 3"/>
          <p:cNvPicPr>
            <a:picLocks noGrp="1" noChangeAspect="1"/>
          </p:cNvPicPr>
          <p:nvPr/>
        </p:nvPicPr>
        <p:blipFill rotWithShape="1">
          <a:blip r:embed="rId5" cstate="print">
            <a:extLst>
              <a:ext uri="{28A0092B-C50C-407E-A947-70E740481C1C}">
                <a14:useLocalDpi xmlns:a14="http://schemas.microsoft.com/office/drawing/2010/main" val="0"/>
              </a:ext>
            </a:extLst>
          </a:blip>
          <a:srcRect/>
          <a:stretch/>
        </p:blipFill>
        <p:spPr>
          <a:xfrm>
            <a:off x="584609" y="1541513"/>
            <a:ext cx="2667001" cy="3048000"/>
          </a:xfrm>
          <a:prstGeom prst="rect">
            <a:avLst/>
          </a:prstGeom>
        </p:spPr>
      </p:pic>
      <p:sp>
        <p:nvSpPr>
          <p:cNvPr id="10" name="Line 13"/>
          <p:cNvSpPr>
            <a:spLocks noChangeShapeType="1"/>
          </p:cNvSpPr>
          <p:nvPr/>
        </p:nvSpPr>
        <p:spPr bwMode="auto">
          <a:xfrm flipH="1" flipV="1">
            <a:off x="2057400" y="3638550"/>
            <a:ext cx="457200" cy="171450"/>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Line 13"/>
          <p:cNvSpPr>
            <a:spLocks noChangeShapeType="1"/>
          </p:cNvSpPr>
          <p:nvPr/>
        </p:nvSpPr>
        <p:spPr bwMode="auto">
          <a:xfrm flipH="1" flipV="1">
            <a:off x="4953000" y="3619500"/>
            <a:ext cx="457200" cy="171450"/>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13"/>
          <p:cNvSpPr>
            <a:spLocks noChangeShapeType="1"/>
          </p:cNvSpPr>
          <p:nvPr/>
        </p:nvSpPr>
        <p:spPr bwMode="auto">
          <a:xfrm flipH="1" flipV="1">
            <a:off x="7868265" y="3643466"/>
            <a:ext cx="457200" cy="171450"/>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13"/>
          <p:cNvSpPr>
            <a:spLocks noChangeShapeType="1"/>
          </p:cNvSpPr>
          <p:nvPr/>
        </p:nvSpPr>
        <p:spPr bwMode="auto">
          <a:xfrm flipH="1">
            <a:off x="7956755" y="3409950"/>
            <a:ext cx="600076" cy="114300"/>
          </a:xfrm>
          <a:prstGeom prst="line">
            <a:avLst/>
          </a:prstGeom>
          <a:noFill/>
          <a:ln w="1905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13"/>
          <p:cNvSpPr>
            <a:spLocks noChangeShapeType="1"/>
          </p:cNvSpPr>
          <p:nvPr/>
        </p:nvSpPr>
        <p:spPr bwMode="auto">
          <a:xfrm flipH="1" flipV="1">
            <a:off x="7622049" y="3954718"/>
            <a:ext cx="457200" cy="171450"/>
          </a:xfrm>
          <a:prstGeom prst="line">
            <a:avLst/>
          </a:prstGeom>
          <a:noFill/>
          <a:ln w="19050">
            <a:solidFill>
              <a:srgbClr val="FFC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13"/>
          <p:cNvSpPr>
            <a:spLocks noChangeShapeType="1"/>
          </p:cNvSpPr>
          <p:nvPr/>
        </p:nvSpPr>
        <p:spPr bwMode="auto">
          <a:xfrm flipH="1" flipV="1">
            <a:off x="4765778" y="3804469"/>
            <a:ext cx="457200" cy="171450"/>
          </a:xfrm>
          <a:prstGeom prst="line">
            <a:avLst/>
          </a:prstGeom>
          <a:noFill/>
          <a:ln w="19050">
            <a:solidFill>
              <a:srgbClr val="FFC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13"/>
          <p:cNvSpPr>
            <a:spLocks noChangeShapeType="1"/>
          </p:cNvSpPr>
          <p:nvPr/>
        </p:nvSpPr>
        <p:spPr bwMode="auto">
          <a:xfrm flipH="1" flipV="1">
            <a:off x="2103291" y="3916312"/>
            <a:ext cx="457200" cy="171450"/>
          </a:xfrm>
          <a:prstGeom prst="line">
            <a:avLst/>
          </a:prstGeom>
          <a:noFill/>
          <a:ln w="19050">
            <a:solidFill>
              <a:srgbClr val="00B0F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13"/>
          <p:cNvSpPr>
            <a:spLocks noChangeShapeType="1"/>
          </p:cNvSpPr>
          <p:nvPr/>
        </p:nvSpPr>
        <p:spPr bwMode="auto">
          <a:xfrm flipV="1">
            <a:off x="1151399" y="3916312"/>
            <a:ext cx="385102" cy="205248"/>
          </a:xfrm>
          <a:prstGeom prst="line">
            <a:avLst/>
          </a:prstGeom>
          <a:noFill/>
          <a:ln w="19050">
            <a:solidFill>
              <a:srgbClr val="00B0F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419084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7235" y="1657350"/>
            <a:ext cx="2114181" cy="3009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5"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b="-232"/>
          <a:stretch>
            <a:fillRect/>
          </a:stretch>
        </p:blipFill>
        <p:spPr bwMode="auto">
          <a:xfrm>
            <a:off x="546984" y="1666324"/>
            <a:ext cx="1937794" cy="3000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6"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86974" y="1657350"/>
            <a:ext cx="2061692" cy="3009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7" name="Picture 7"/>
          <p:cNvPicPr>
            <a:picLocks noChangeAspect="1" noChangeArrowheads="1"/>
          </p:cNvPicPr>
          <p:nvPr/>
        </p:nvPicPr>
        <p:blipFill>
          <a:blip r:embed="rId6" cstate="print">
            <a:extLst>
              <a:ext uri="{28A0092B-C50C-407E-A947-70E740481C1C}">
                <a14:useLocalDpi xmlns:a14="http://schemas.microsoft.com/office/drawing/2010/main" val="0"/>
              </a:ext>
            </a:extLst>
          </a:blip>
          <a:srcRect r="-15095"/>
          <a:stretch>
            <a:fillRect/>
          </a:stretch>
        </p:blipFill>
        <p:spPr bwMode="auto">
          <a:xfrm>
            <a:off x="6934586" y="1657350"/>
            <a:ext cx="2449535" cy="3009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396" name="Line 12"/>
          <p:cNvSpPr>
            <a:spLocks noChangeShapeType="1"/>
          </p:cNvSpPr>
          <p:nvPr/>
        </p:nvSpPr>
        <p:spPr bwMode="auto">
          <a:xfrm flipH="1">
            <a:off x="1729390" y="2303476"/>
            <a:ext cx="457200" cy="285750"/>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4397" name="Line 13"/>
          <p:cNvSpPr>
            <a:spLocks noChangeShapeType="1"/>
          </p:cNvSpPr>
          <p:nvPr/>
        </p:nvSpPr>
        <p:spPr bwMode="auto">
          <a:xfrm flipH="1">
            <a:off x="3937223" y="2394750"/>
            <a:ext cx="457200" cy="285750"/>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4398" name="Line 14"/>
          <p:cNvSpPr>
            <a:spLocks noChangeShapeType="1"/>
          </p:cNvSpPr>
          <p:nvPr/>
        </p:nvSpPr>
        <p:spPr bwMode="auto">
          <a:xfrm>
            <a:off x="4809090" y="2283284"/>
            <a:ext cx="493822" cy="385763"/>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4399" name="Line 15"/>
          <p:cNvSpPr>
            <a:spLocks noChangeShapeType="1"/>
          </p:cNvSpPr>
          <p:nvPr/>
        </p:nvSpPr>
        <p:spPr bwMode="auto">
          <a:xfrm flipH="1">
            <a:off x="8385687" y="2303476"/>
            <a:ext cx="457200" cy="285750"/>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4400" name="Line 16"/>
          <p:cNvSpPr>
            <a:spLocks noChangeShapeType="1"/>
          </p:cNvSpPr>
          <p:nvPr/>
        </p:nvSpPr>
        <p:spPr bwMode="auto">
          <a:xfrm>
            <a:off x="838200" y="2286000"/>
            <a:ext cx="400050" cy="285750"/>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4401" name="Line 17"/>
          <p:cNvSpPr>
            <a:spLocks noChangeShapeType="1"/>
          </p:cNvSpPr>
          <p:nvPr/>
        </p:nvSpPr>
        <p:spPr bwMode="auto">
          <a:xfrm flipH="1">
            <a:off x="6061099" y="2304391"/>
            <a:ext cx="333986" cy="343548"/>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4402" name="Line 18"/>
          <p:cNvSpPr>
            <a:spLocks noChangeShapeType="1"/>
          </p:cNvSpPr>
          <p:nvPr/>
        </p:nvSpPr>
        <p:spPr bwMode="auto">
          <a:xfrm>
            <a:off x="4286250" y="2000250"/>
            <a:ext cx="400050" cy="285750"/>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4403" name="Line 19"/>
          <p:cNvSpPr>
            <a:spLocks noChangeShapeType="1"/>
          </p:cNvSpPr>
          <p:nvPr/>
        </p:nvSpPr>
        <p:spPr bwMode="auto">
          <a:xfrm>
            <a:off x="2843606" y="2394750"/>
            <a:ext cx="400050" cy="285750"/>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4405" name="Line 21"/>
          <p:cNvSpPr>
            <a:spLocks noChangeShapeType="1"/>
          </p:cNvSpPr>
          <p:nvPr/>
        </p:nvSpPr>
        <p:spPr bwMode="auto">
          <a:xfrm>
            <a:off x="5086083" y="1514474"/>
            <a:ext cx="349078" cy="1014413"/>
          </a:xfrm>
          <a:prstGeom prst="line">
            <a:avLst/>
          </a:prstGeom>
          <a:noFill/>
          <a:ln w="19050">
            <a:solidFill>
              <a:srgbClr val="92D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4406" name="Line 22"/>
          <p:cNvSpPr>
            <a:spLocks noChangeShapeType="1"/>
          </p:cNvSpPr>
          <p:nvPr/>
        </p:nvSpPr>
        <p:spPr bwMode="auto">
          <a:xfrm>
            <a:off x="3189147" y="1637513"/>
            <a:ext cx="209408" cy="900112"/>
          </a:xfrm>
          <a:prstGeom prst="line">
            <a:avLst/>
          </a:prstGeom>
          <a:noFill/>
          <a:ln w="19050">
            <a:solidFill>
              <a:srgbClr val="0070C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22"/>
          <p:cNvSpPr>
            <a:spLocks noChangeShapeType="1"/>
          </p:cNvSpPr>
          <p:nvPr/>
        </p:nvSpPr>
        <p:spPr bwMode="auto">
          <a:xfrm>
            <a:off x="3500831" y="1614488"/>
            <a:ext cx="209408" cy="900112"/>
          </a:xfrm>
          <a:prstGeom prst="line">
            <a:avLst/>
          </a:prstGeom>
          <a:noFill/>
          <a:ln w="19050">
            <a:solidFill>
              <a:srgbClr val="0070C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15"/>
          <p:cNvSpPr>
            <a:spLocks noChangeShapeType="1"/>
          </p:cNvSpPr>
          <p:nvPr/>
        </p:nvSpPr>
        <p:spPr bwMode="auto">
          <a:xfrm>
            <a:off x="6908698" y="2219679"/>
            <a:ext cx="537087" cy="346876"/>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Line 21"/>
          <p:cNvSpPr>
            <a:spLocks noChangeShapeType="1"/>
          </p:cNvSpPr>
          <p:nvPr/>
        </p:nvSpPr>
        <p:spPr bwMode="auto">
          <a:xfrm>
            <a:off x="7182627" y="1441620"/>
            <a:ext cx="349078" cy="1014413"/>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TextBox 1"/>
          <p:cNvSpPr txBox="1"/>
          <p:nvPr/>
        </p:nvSpPr>
        <p:spPr>
          <a:xfrm>
            <a:off x="1334901" y="4248150"/>
            <a:ext cx="312906" cy="369332"/>
          </a:xfrm>
          <a:prstGeom prst="rect">
            <a:avLst/>
          </a:prstGeom>
          <a:noFill/>
        </p:spPr>
        <p:txBody>
          <a:bodyPr wrap="none" rtlCol="0">
            <a:spAutoFit/>
          </a:bodyPr>
          <a:lstStyle/>
          <a:p>
            <a:r>
              <a:rPr lang="en-US" dirty="0">
                <a:solidFill>
                  <a:schemeClr val="tx2"/>
                </a:solidFill>
              </a:rPr>
              <a:t>1</a:t>
            </a:r>
          </a:p>
        </p:txBody>
      </p:sp>
      <p:sp>
        <p:nvSpPr>
          <p:cNvPr id="24" name="TextBox 23"/>
          <p:cNvSpPr txBox="1"/>
          <p:nvPr/>
        </p:nvSpPr>
        <p:spPr>
          <a:xfrm>
            <a:off x="3449082" y="4248150"/>
            <a:ext cx="312906" cy="369332"/>
          </a:xfrm>
          <a:prstGeom prst="rect">
            <a:avLst/>
          </a:prstGeom>
          <a:noFill/>
        </p:spPr>
        <p:txBody>
          <a:bodyPr wrap="none" rtlCol="0">
            <a:spAutoFit/>
          </a:bodyPr>
          <a:lstStyle/>
          <a:p>
            <a:r>
              <a:rPr lang="en-US" dirty="0">
                <a:solidFill>
                  <a:schemeClr val="tx2"/>
                </a:solidFill>
              </a:rPr>
              <a:t>2</a:t>
            </a:r>
          </a:p>
        </p:txBody>
      </p:sp>
      <p:sp>
        <p:nvSpPr>
          <p:cNvPr id="25" name="TextBox 24"/>
          <p:cNvSpPr txBox="1"/>
          <p:nvPr/>
        </p:nvSpPr>
        <p:spPr>
          <a:xfrm>
            <a:off x="5661367" y="4248150"/>
            <a:ext cx="312906" cy="369332"/>
          </a:xfrm>
          <a:prstGeom prst="rect">
            <a:avLst/>
          </a:prstGeom>
          <a:noFill/>
        </p:spPr>
        <p:txBody>
          <a:bodyPr wrap="none" rtlCol="0">
            <a:spAutoFit/>
          </a:bodyPr>
          <a:lstStyle/>
          <a:p>
            <a:r>
              <a:rPr lang="en-US" dirty="0">
                <a:solidFill>
                  <a:schemeClr val="tx2"/>
                </a:solidFill>
              </a:rPr>
              <a:t>3</a:t>
            </a:r>
          </a:p>
        </p:txBody>
      </p:sp>
      <p:sp>
        <p:nvSpPr>
          <p:cNvPr id="26" name="TextBox 25"/>
          <p:cNvSpPr txBox="1"/>
          <p:nvPr/>
        </p:nvSpPr>
        <p:spPr>
          <a:xfrm>
            <a:off x="7846447" y="4248150"/>
            <a:ext cx="312906" cy="369332"/>
          </a:xfrm>
          <a:prstGeom prst="rect">
            <a:avLst/>
          </a:prstGeom>
          <a:noFill/>
        </p:spPr>
        <p:txBody>
          <a:bodyPr wrap="none" rtlCol="0">
            <a:spAutoFit/>
          </a:bodyPr>
          <a:lstStyle/>
          <a:p>
            <a:r>
              <a:rPr lang="en-US" dirty="0">
                <a:solidFill>
                  <a:schemeClr val="tx2"/>
                </a:solidFill>
              </a:rPr>
              <a:t>4</a:t>
            </a:r>
          </a:p>
        </p:txBody>
      </p:sp>
      <p:sp>
        <p:nvSpPr>
          <p:cNvPr id="27" name="Shape 152"/>
          <p:cNvSpPr txBox="1"/>
          <p:nvPr/>
        </p:nvSpPr>
        <p:spPr>
          <a:xfrm>
            <a:off x="742950" y="277666"/>
            <a:ext cx="7886700" cy="610649"/>
          </a:xfrm>
          <a:prstGeom prst="rect">
            <a:avLst/>
          </a:prstGeom>
          <a:noFill/>
          <a:ln>
            <a:noFill/>
          </a:ln>
        </p:spPr>
        <p:txBody>
          <a:bodyPr lIns="68569" tIns="34275" rIns="68569" bIns="34275" anchor="ctr" anchorCtr="0">
            <a:noAutofit/>
          </a:bodyPr>
          <a:lstStyle/>
          <a:p>
            <a:pPr>
              <a:lnSpc>
                <a:spcPct val="90000"/>
              </a:lnSpc>
              <a:spcBef>
                <a:spcPts val="0"/>
              </a:spcBef>
              <a:buClr>
                <a:schemeClr val="dk1"/>
              </a:buClr>
              <a:buSzPct val="25000"/>
            </a:pPr>
            <a:r>
              <a:rPr lang="en-US" sz="3300" dirty="0" err="1">
                <a:solidFill>
                  <a:schemeClr val="dk2"/>
                </a:solidFill>
                <a:latin typeface="Calibri"/>
                <a:ea typeface="Calibri"/>
                <a:cs typeface="Calibri"/>
                <a:sym typeface="Calibri"/>
              </a:rPr>
              <a:t>Cisternal</a:t>
            </a:r>
            <a:r>
              <a:rPr lang="en-US" sz="3300" dirty="0">
                <a:solidFill>
                  <a:schemeClr val="dk2"/>
                </a:solidFill>
                <a:latin typeface="Calibri"/>
                <a:ea typeface="Calibri"/>
                <a:cs typeface="Calibri"/>
                <a:sym typeface="Calibri"/>
              </a:rPr>
              <a:t> course: CN III</a:t>
            </a:r>
          </a:p>
        </p:txBody>
      </p:sp>
      <p:sp>
        <p:nvSpPr>
          <p:cNvPr id="29" name="Line 13"/>
          <p:cNvSpPr>
            <a:spLocks noChangeShapeType="1"/>
          </p:cNvSpPr>
          <p:nvPr/>
        </p:nvSpPr>
        <p:spPr bwMode="auto">
          <a:xfrm flipH="1">
            <a:off x="4087716" y="2551676"/>
            <a:ext cx="457200" cy="28575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Line 19"/>
          <p:cNvSpPr>
            <a:spLocks noChangeShapeType="1"/>
          </p:cNvSpPr>
          <p:nvPr/>
        </p:nvSpPr>
        <p:spPr bwMode="auto">
          <a:xfrm>
            <a:off x="2716640" y="2514600"/>
            <a:ext cx="400050" cy="28575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 name="TextBox 30"/>
          <p:cNvSpPr txBox="1"/>
          <p:nvPr/>
        </p:nvSpPr>
        <p:spPr>
          <a:xfrm>
            <a:off x="1173479" y="3208902"/>
            <a:ext cx="684803" cy="369332"/>
          </a:xfrm>
          <a:prstGeom prst="rect">
            <a:avLst/>
          </a:prstGeom>
          <a:noFill/>
        </p:spPr>
        <p:txBody>
          <a:bodyPr wrap="none" rtlCol="0">
            <a:spAutoFit/>
          </a:bodyPr>
          <a:lstStyle/>
          <a:p>
            <a:r>
              <a:rPr lang="en-US" dirty="0">
                <a:solidFill>
                  <a:schemeClr val="accent2">
                    <a:lumMod val="60000"/>
                    <a:lumOff val="40000"/>
                  </a:schemeClr>
                </a:solidFill>
              </a:rPr>
              <a:t>pons</a:t>
            </a:r>
          </a:p>
        </p:txBody>
      </p:sp>
      <p:sp>
        <p:nvSpPr>
          <p:cNvPr id="32" name="TextBox 31"/>
          <p:cNvSpPr txBox="1"/>
          <p:nvPr/>
        </p:nvSpPr>
        <p:spPr>
          <a:xfrm>
            <a:off x="5850705" y="3380359"/>
            <a:ext cx="1088760" cy="276999"/>
          </a:xfrm>
          <a:prstGeom prst="rect">
            <a:avLst/>
          </a:prstGeom>
          <a:noFill/>
        </p:spPr>
        <p:txBody>
          <a:bodyPr wrap="none" rtlCol="0">
            <a:spAutoFit/>
          </a:bodyPr>
          <a:lstStyle/>
          <a:p>
            <a:r>
              <a:rPr lang="en-US" sz="1200" dirty="0">
                <a:solidFill>
                  <a:schemeClr val="tx2"/>
                </a:solidFill>
              </a:rPr>
              <a:t>Basilar artery</a:t>
            </a:r>
          </a:p>
        </p:txBody>
      </p:sp>
      <p:sp>
        <p:nvSpPr>
          <p:cNvPr id="33" name="Line 17"/>
          <p:cNvSpPr>
            <a:spLocks noChangeShapeType="1"/>
          </p:cNvSpPr>
          <p:nvPr/>
        </p:nvSpPr>
        <p:spPr bwMode="auto">
          <a:xfrm flipH="1" flipV="1">
            <a:off x="5735147" y="3208901"/>
            <a:ext cx="445234" cy="228611"/>
          </a:xfrm>
          <a:prstGeom prst="line">
            <a:avLst/>
          </a:prstGeom>
          <a:noFill/>
          <a:ln w="19050">
            <a:solidFill>
              <a:schemeClr val="accent1">
                <a:lumMod val="5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941558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1177981"/>
            <a:ext cx="2876181" cy="3793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Line 13"/>
          <p:cNvSpPr>
            <a:spLocks noChangeShapeType="1"/>
          </p:cNvSpPr>
          <p:nvPr/>
        </p:nvSpPr>
        <p:spPr bwMode="auto">
          <a:xfrm flipH="1">
            <a:off x="5306368" y="2107526"/>
            <a:ext cx="621986" cy="360208"/>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 name="Line 19"/>
          <p:cNvSpPr>
            <a:spLocks noChangeShapeType="1"/>
          </p:cNvSpPr>
          <p:nvPr/>
        </p:nvSpPr>
        <p:spPr bwMode="auto">
          <a:xfrm>
            <a:off x="3818586" y="2107526"/>
            <a:ext cx="544237" cy="360208"/>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22"/>
          <p:cNvSpPr>
            <a:spLocks noChangeShapeType="1"/>
          </p:cNvSpPr>
          <p:nvPr/>
        </p:nvSpPr>
        <p:spPr bwMode="auto">
          <a:xfrm>
            <a:off x="4288668" y="1152975"/>
            <a:ext cx="284884" cy="1134655"/>
          </a:xfrm>
          <a:prstGeom prst="line">
            <a:avLst/>
          </a:prstGeom>
          <a:noFill/>
          <a:ln w="19050">
            <a:solidFill>
              <a:srgbClr val="0070C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22"/>
          <p:cNvSpPr>
            <a:spLocks noChangeShapeType="1"/>
          </p:cNvSpPr>
          <p:nvPr/>
        </p:nvSpPr>
        <p:spPr bwMode="auto">
          <a:xfrm flipH="1">
            <a:off x="5038635" y="1197162"/>
            <a:ext cx="139427" cy="1080624"/>
          </a:xfrm>
          <a:prstGeom prst="line">
            <a:avLst/>
          </a:prstGeom>
          <a:noFill/>
          <a:ln w="19050">
            <a:solidFill>
              <a:srgbClr val="0070C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Line 13"/>
          <p:cNvSpPr>
            <a:spLocks noChangeShapeType="1"/>
          </p:cNvSpPr>
          <p:nvPr/>
        </p:nvSpPr>
        <p:spPr bwMode="auto">
          <a:xfrm flipH="1">
            <a:off x="5494782" y="2312636"/>
            <a:ext cx="621986" cy="360208"/>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19"/>
          <p:cNvSpPr>
            <a:spLocks noChangeShapeType="1"/>
          </p:cNvSpPr>
          <p:nvPr/>
        </p:nvSpPr>
        <p:spPr bwMode="auto">
          <a:xfrm>
            <a:off x="3649219" y="2237195"/>
            <a:ext cx="544237" cy="360208"/>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Shape 152"/>
          <p:cNvSpPr txBox="1"/>
          <p:nvPr/>
        </p:nvSpPr>
        <p:spPr>
          <a:xfrm>
            <a:off x="742950" y="277666"/>
            <a:ext cx="7886700" cy="610649"/>
          </a:xfrm>
          <a:prstGeom prst="rect">
            <a:avLst/>
          </a:prstGeom>
          <a:noFill/>
          <a:ln>
            <a:noFill/>
          </a:ln>
        </p:spPr>
        <p:txBody>
          <a:bodyPr lIns="68569" tIns="34275" rIns="68569" bIns="34275" anchor="ctr" anchorCtr="0">
            <a:noAutofit/>
          </a:bodyPr>
          <a:lstStyle/>
          <a:p>
            <a:pPr>
              <a:lnSpc>
                <a:spcPct val="90000"/>
              </a:lnSpc>
              <a:spcBef>
                <a:spcPts val="0"/>
              </a:spcBef>
              <a:buClr>
                <a:schemeClr val="dk1"/>
              </a:buClr>
              <a:buSzPct val="25000"/>
            </a:pPr>
            <a:r>
              <a:rPr lang="en-US" sz="3300" dirty="0" err="1">
                <a:solidFill>
                  <a:schemeClr val="dk2"/>
                </a:solidFill>
                <a:latin typeface="Calibri"/>
                <a:ea typeface="Calibri"/>
                <a:cs typeface="Calibri"/>
                <a:sym typeface="Calibri"/>
              </a:rPr>
              <a:t>Cisternal</a:t>
            </a:r>
            <a:r>
              <a:rPr lang="en-US" sz="3300" dirty="0">
                <a:solidFill>
                  <a:schemeClr val="dk2"/>
                </a:solidFill>
                <a:latin typeface="Calibri"/>
                <a:ea typeface="Calibri"/>
                <a:cs typeface="Calibri"/>
                <a:sym typeface="Calibri"/>
              </a:rPr>
              <a:t> course: CN III</a:t>
            </a:r>
          </a:p>
        </p:txBody>
      </p:sp>
    </p:spTree>
    <p:extLst>
      <p:ext uri="{BB962C8B-B14F-4D97-AF65-F5344CB8AC3E}">
        <p14:creationId xmlns:p14="http://schemas.microsoft.com/office/powerpoint/2010/main" val="1419490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DFACD-5830-466E-95C5-C3948DF06618}"/>
              </a:ext>
            </a:extLst>
          </p:cNvPr>
          <p:cNvSpPr>
            <a:spLocks noGrp="1"/>
          </p:cNvSpPr>
          <p:nvPr>
            <p:ph type="title"/>
          </p:nvPr>
        </p:nvSpPr>
        <p:spPr>
          <a:xfrm>
            <a:off x="914400" y="120650"/>
            <a:ext cx="7772400" cy="685800"/>
          </a:xfrm>
        </p:spPr>
        <p:txBody>
          <a:bodyPr/>
          <a:lstStyle/>
          <a:p>
            <a:r>
              <a:rPr lang="en-US" dirty="0"/>
              <a:t>Cavernous sinus: Cranial nerve III</a:t>
            </a:r>
          </a:p>
        </p:txBody>
      </p:sp>
      <p:sp>
        <p:nvSpPr>
          <p:cNvPr id="6" name="Freeform: Shape 5">
            <a:extLst>
              <a:ext uri="{FF2B5EF4-FFF2-40B4-BE49-F238E27FC236}">
                <a16:creationId xmlns:a16="http://schemas.microsoft.com/office/drawing/2014/main" id="{C94FC715-78AF-472F-9670-78E8E848F669}"/>
              </a:ext>
            </a:extLst>
          </p:cNvPr>
          <p:cNvSpPr/>
          <p:nvPr/>
        </p:nvSpPr>
        <p:spPr>
          <a:xfrm>
            <a:off x="4191000" y="1504950"/>
            <a:ext cx="4583906" cy="2962496"/>
          </a:xfrm>
          <a:custGeom>
            <a:avLst/>
            <a:gdLst>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07406 w 3364706"/>
              <a:gd name="connsiteY20" fmla="*/ 893190 h 2200496"/>
              <a:gd name="connsiteX21" fmla="*/ 2085975 w 3364706"/>
              <a:gd name="connsiteY21" fmla="*/ 900333 h 2200496"/>
              <a:gd name="connsiteX22" fmla="*/ 2050256 w 3364706"/>
              <a:gd name="connsiteY22" fmla="*/ 921765 h 2200496"/>
              <a:gd name="connsiteX23" fmla="*/ 2014538 w 3364706"/>
              <a:gd name="connsiteY23" fmla="*/ 928908 h 2200496"/>
              <a:gd name="connsiteX24" fmla="*/ 1993106 w 3364706"/>
              <a:gd name="connsiteY24" fmla="*/ 9360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5975 w 3364706"/>
              <a:gd name="connsiteY21" fmla="*/ 900333 h 2200496"/>
              <a:gd name="connsiteX22" fmla="*/ 2050256 w 3364706"/>
              <a:gd name="connsiteY22" fmla="*/ 921765 h 2200496"/>
              <a:gd name="connsiteX23" fmla="*/ 2014538 w 3364706"/>
              <a:gd name="connsiteY23" fmla="*/ 928908 h 2200496"/>
              <a:gd name="connsiteX24" fmla="*/ 1993106 w 3364706"/>
              <a:gd name="connsiteY24" fmla="*/ 9360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21765 h 2200496"/>
              <a:gd name="connsiteX23" fmla="*/ 2014538 w 3364706"/>
              <a:gd name="connsiteY23" fmla="*/ 928908 h 2200496"/>
              <a:gd name="connsiteX24" fmla="*/ 1993106 w 3364706"/>
              <a:gd name="connsiteY24" fmla="*/ 9360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14538 w 3364706"/>
              <a:gd name="connsiteY23" fmla="*/ 928908 h 2200496"/>
              <a:gd name="connsiteX24" fmla="*/ 1993106 w 3364706"/>
              <a:gd name="connsiteY24" fmla="*/ 9360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14538 w 3364706"/>
              <a:gd name="connsiteY23" fmla="*/ 928908 h 2200496"/>
              <a:gd name="connsiteX24" fmla="*/ 2001496 w 3364706"/>
              <a:gd name="connsiteY24" fmla="*/ 10209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70124 w 3364706"/>
              <a:gd name="connsiteY25" fmla="*/ 103241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70124 w 3364706"/>
              <a:gd name="connsiteY25" fmla="*/ 103241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70124 w 3364706"/>
              <a:gd name="connsiteY25" fmla="*/ 1032410 h 2200496"/>
              <a:gd name="connsiteX26" fmla="*/ 1573785 w 3364706"/>
              <a:gd name="connsiteY26" fmla="*/ 1065024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70124 w 3364706"/>
              <a:gd name="connsiteY25" fmla="*/ 1032410 h 2200496"/>
              <a:gd name="connsiteX26" fmla="*/ 1573785 w 3364706"/>
              <a:gd name="connsiteY26" fmla="*/ 1065024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70124 w 3364706"/>
              <a:gd name="connsiteY25" fmla="*/ 1032410 h 2200496"/>
              <a:gd name="connsiteX26" fmla="*/ 1573785 w 3364706"/>
              <a:gd name="connsiteY26" fmla="*/ 1065024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20652 w 3364706"/>
              <a:gd name="connsiteY27" fmla="*/ 102392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080228 w 3364706"/>
              <a:gd name="connsiteY32" fmla="*/ 90437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080228 w 3364706"/>
              <a:gd name="connsiteY32" fmla="*/ 904372 h 2200496"/>
              <a:gd name="connsiteX33" fmla="*/ 1051348 w 3364706"/>
              <a:gd name="connsiteY33" fmla="*/ 86447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080228 w 3364706"/>
              <a:gd name="connsiteY32" fmla="*/ 904372 h 2200496"/>
              <a:gd name="connsiteX33" fmla="*/ 1051348 w 3364706"/>
              <a:gd name="connsiteY33" fmla="*/ 864477 h 2200496"/>
              <a:gd name="connsiteX34" fmla="*/ 1030859 w 3364706"/>
              <a:gd name="connsiteY34" fmla="*/ 81743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080228 w 3364706"/>
              <a:gd name="connsiteY32" fmla="*/ 904372 h 2200496"/>
              <a:gd name="connsiteX33" fmla="*/ 1051348 w 3364706"/>
              <a:gd name="connsiteY33" fmla="*/ 864477 h 2200496"/>
              <a:gd name="connsiteX34" fmla="*/ 1030859 w 3364706"/>
              <a:gd name="connsiteY34" fmla="*/ 817438 h 2200496"/>
              <a:gd name="connsiteX35" fmla="*/ 1020919 w 3364706"/>
              <a:gd name="connsiteY35" fmla="*/ 79600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080228 w 3364706"/>
              <a:gd name="connsiteY32" fmla="*/ 904372 h 2200496"/>
              <a:gd name="connsiteX33" fmla="*/ 1051348 w 3364706"/>
              <a:gd name="connsiteY33" fmla="*/ 864477 h 2200496"/>
              <a:gd name="connsiteX34" fmla="*/ 1030859 w 3364706"/>
              <a:gd name="connsiteY34" fmla="*/ 817438 h 2200496"/>
              <a:gd name="connsiteX35" fmla="*/ 1020919 w 3364706"/>
              <a:gd name="connsiteY35" fmla="*/ 796007 h 2200496"/>
              <a:gd name="connsiteX36" fmla="*/ 1009123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Lst>
            <a:rect l="l" t="t" r="r" b="b"/>
            <a:pathLst>
              <a:path w="3364706" h="2200496">
                <a:moveTo>
                  <a:pt x="2150269" y="43083"/>
                </a:moveTo>
                <a:cubicBezTo>
                  <a:pt x="2138363" y="51417"/>
                  <a:pt x="2175885" y="43492"/>
                  <a:pt x="2185988" y="50227"/>
                </a:cubicBezTo>
                <a:cubicBezTo>
                  <a:pt x="2198675" y="58685"/>
                  <a:pt x="2205415" y="73748"/>
                  <a:pt x="2214563" y="85946"/>
                </a:cubicBezTo>
                <a:cubicBezTo>
                  <a:pt x="2219714" y="92814"/>
                  <a:pt x="2222146" y="102014"/>
                  <a:pt x="2228850" y="107377"/>
                </a:cubicBezTo>
                <a:cubicBezTo>
                  <a:pt x="2234730" y="112081"/>
                  <a:pt x="2243137" y="112140"/>
                  <a:pt x="2250281" y="114521"/>
                </a:cubicBezTo>
                <a:cubicBezTo>
                  <a:pt x="2275393" y="152187"/>
                  <a:pt x="2256337" y="118399"/>
                  <a:pt x="2271713" y="164527"/>
                </a:cubicBezTo>
                <a:cubicBezTo>
                  <a:pt x="2275768" y="176692"/>
                  <a:pt x="2281618" y="188195"/>
                  <a:pt x="2286000" y="200246"/>
                </a:cubicBezTo>
                <a:cubicBezTo>
                  <a:pt x="2291147" y="214400"/>
                  <a:pt x="2295526" y="228821"/>
                  <a:pt x="2300288" y="243108"/>
                </a:cubicBezTo>
                <a:lnTo>
                  <a:pt x="2307431" y="264540"/>
                </a:lnTo>
                <a:lnTo>
                  <a:pt x="2314575" y="285971"/>
                </a:lnTo>
                <a:cubicBezTo>
                  <a:pt x="2312194" y="355027"/>
                  <a:pt x="2311373" y="424155"/>
                  <a:pt x="2307431" y="493140"/>
                </a:cubicBezTo>
                <a:cubicBezTo>
                  <a:pt x="2306605" y="507601"/>
                  <a:pt x="2302336" y="521663"/>
                  <a:pt x="2300288" y="536002"/>
                </a:cubicBezTo>
                <a:cubicBezTo>
                  <a:pt x="2293067" y="586551"/>
                  <a:pt x="2294095" y="594590"/>
                  <a:pt x="2286000" y="643158"/>
                </a:cubicBezTo>
                <a:cubicBezTo>
                  <a:pt x="2282081" y="666671"/>
                  <a:pt x="2275032" y="700815"/>
                  <a:pt x="2264569" y="721740"/>
                </a:cubicBezTo>
                <a:cubicBezTo>
                  <a:pt x="2259806" y="731265"/>
                  <a:pt x="2255565" y="741069"/>
                  <a:pt x="2250281" y="750315"/>
                </a:cubicBezTo>
                <a:cubicBezTo>
                  <a:pt x="2246021" y="757769"/>
                  <a:pt x="2239834" y="764067"/>
                  <a:pt x="2235994" y="771746"/>
                </a:cubicBezTo>
                <a:cubicBezTo>
                  <a:pt x="2232626" y="778481"/>
                  <a:pt x="2233671" y="787392"/>
                  <a:pt x="2228850" y="793177"/>
                </a:cubicBezTo>
                <a:cubicBezTo>
                  <a:pt x="2221228" y="802324"/>
                  <a:pt x="2208694" y="806189"/>
                  <a:pt x="2200275" y="814608"/>
                </a:cubicBezTo>
                <a:cubicBezTo>
                  <a:pt x="2191856" y="823027"/>
                  <a:pt x="2187743" y="835273"/>
                  <a:pt x="2178844" y="843183"/>
                </a:cubicBezTo>
                <a:cubicBezTo>
                  <a:pt x="2166010" y="854591"/>
                  <a:pt x="2146489" y="855877"/>
                  <a:pt x="2135981" y="871758"/>
                </a:cubicBezTo>
                <a:cubicBezTo>
                  <a:pt x="2125473" y="887639"/>
                  <a:pt x="2123664" y="925218"/>
                  <a:pt x="2115796" y="938470"/>
                </a:cubicBezTo>
                <a:cubicBezTo>
                  <a:pt x="2107928" y="951723"/>
                  <a:pt x="2099694" y="943209"/>
                  <a:pt x="2088771" y="951273"/>
                </a:cubicBezTo>
                <a:cubicBezTo>
                  <a:pt x="2077848" y="959337"/>
                  <a:pt x="2059831" y="979734"/>
                  <a:pt x="2050256" y="986855"/>
                </a:cubicBezTo>
                <a:cubicBezTo>
                  <a:pt x="2040681" y="993976"/>
                  <a:pt x="2039445" y="988315"/>
                  <a:pt x="2031318" y="993998"/>
                </a:cubicBezTo>
                <a:cubicBezTo>
                  <a:pt x="2023191" y="999681"/>
                  <a:pt x="2023814" y="1007947"/>
                  <a:pt x="2001496" y="1020952"/>
                </a:cubicBezTo>
                <a:cubicBezTo>
                  <a:pt x="1979178" y="1033957"/>
                  <a:pt x="1968697" y="1064685"/>
                  <a:pt x="1897412" y="1072030"/>
                </a:cubicBezTo>
                <a:cubicBezTo>
                  <a:pt x="1826127" y="1079375"/>
                  <a:pt x="1729203" y="1085283"/>
                  <a:pt x="1573785" y="1065024"/>
                </a:cubicBezTo>
                <a:cubicBezTo>
                  <a:pt x="1485679" y="1062643"/>
                  <a:pt x="1368014" y="1041418"/>
                  <a:pt x="1309466" y="1032410"/>
                </a:cubicBezTo>
                <a:cubicBezTo>
                  <a:pt x="1250918" y="1023402"/>
                  <a:pt x="1244808" y="1016235"/>
                  <a:pt x="1222495" y="1010978"/>
                </a:cubicBezTo>
                <a:cubicBezTo>
                  <a:pt x="1200182" y="1005721"/>
                  <a:pt x="1189309" y="1009403"/>
                  <a:pt x="1175589" y="1000867"/>
                </a:cubicBezTo>
                <a:cubicBezTo>
                  <a:pt x="1161869" y="992331"/>
                  <a:pt x="1152030" y="970881"/>
                  <a:pt x="1140175" y="959763"/>
                </a:cubicBezTo>
                <a:cubicBezTo>
                  <a:pt x="1128320" y="948645"/>
                  <a:pt x="1114447" y="943388"/>
                  <a:pt x="1104456" y="934156"/>
                </a:cubicBezTo>
                <a:cubicBezTo>
                  <a:pt x="1094465" y="924924"/>
                  <a:pt x="1089079" y="915985"/>
                  <a:pt x="1080228" y="904372"/>
                </a:cubicBezTo>
                <a:cubicBezTo>
                  <a:pt x="1071377" y="892759"/>
                  <a:pt x="1059576" y="878966"/>
                  <a:pt x="1051348" y="864477"/>
                </a:cubicBezTo>
                <a:cubicBezTo>
                  <a:pt x="1043120" y="849988"/>
                  <a:pt x="1060696" y="837330"/>
                  <a:pt x="1030859" y="817438"/>
                </a:cubicBezTo>
                <a:cubicBezTo>
                  <a:pt x="1028478" y="810294"/>
                  <a:pt x="1024542" y="803622"/>
                  <a:pt x="1020919" y="796007"/>
                </a:cubicBezTo>
                <a:cubicBezTo>
                  <a:pt x="1017296" y="788392"/>
                  <a:pt x="1014970" y="780552"/>
                  <a:pt x="1009123" y="771746"/>
                </a:cubicBezTo>
                <a:cubicBezTo>
                  <a:pt x="1003276" y="762940"/>
                  <a:pt x="995672" y="756268"/>
                  <a:pt x="985838" y="743171"/>
                </a:cubicBezTo>
                <a:cubicBezTo>
                  <a:pt x="976004" y="730074"/>
                  <a:pt x="955344" y="703615"/>
                  <a:pt x="950119" y="693165"/>
                </a:cubicBezTo>
                <a:cubicBezTo>
                  <a:pt x="946751" y="686430"/>
                  <a:pt x="944801" y="679039"/>
                  <a:pt x="942975" y="671733"/>
                </a:cubicBezTo>
                <a:cubicBezTo>
                  <a:pt x="929304" y="617051"/>
                  <a:pt x="941704" y="648283"/>
                  <a:pt x="928688" y="578865"/>
                </a:cubicBezTo>
                <a:cubicBezTo>
                  <a:pt x="925069" y="559565"/>
                  <a:pt x="919163" y="540765"/>
                  <a:pt x="914400" y="521715"/>
                </a:cubicBezTo>
                <a:lnTo>
                  <a:pt x="907256" y="493140"/>
                </a:lnTo>
                <a:cubicBezTo>
                  <a:pt x="911736" y="403551"/>
                  <a:pt x="897579" y="376765"/>
                  <a:pt x="928688" y="314546"/>
                </a:cubicBezTo>
                <a:cubicBezTo>
                  <a:pt x="932528" y="306867"/>
                  <a:pt x="937271" y="299532"/>
                  <a:pt x="942975" y="293115"/>
                </a:cubicBezTo>
                <a:cubicBezTo>
                  <a:pt x="956399" y="278013"/>
                  <a:pt x="985838" y="250252"/>
                  <a:pt x="985838" y="250252"/>
                </a:cubicBezTo>
                <a:cubicBezTo>
                  <a:pt x="1004885" y="193104"/>
                  <a:pt x="976314" y="259776"/>
                  <a:pt x="1014413" y="221677"/>
                </a:cubicBezTo>
                <a:cubicBezTo>
                  <a:pt x="1019738" y="216352"/>
                  <a:pt x="1016735" y="206031"/>
                  <a:pt x="1021556" y="200246"/>
                </a:cubicBezTo>
                <a:cubicBezTo>
                  <a:pt x="1029178" y="191099"/>
                  <a:pt x="1040606" y="185959"/>
                  <a:pt x="1050131" y="178815"/>
                </a:cubicBezTo>
                <a:lnTo>
                  <a:pt x="1078706" y="135952"/>
                </a:lnTo>
                <a:lnTo>
                  <a:pt x="1092994" y="114521"/>
                </a:lnTo>
                <a:cubicBezTo>
                  <a:pt x="1088231" y="107377"/>
                  <a:pt x="1087087" y="94953"/>
                  <a:pt x="1078706" y="93090"/>
                </a:cubicBezTo>
                <a:cubicBezTo>
                  <a:pt x="1072299" y="91666"/>
                  <a:pt x="1005102" y="104347"/>
                  <a:pt x="992981" y="107377"/>
                </a:cubicBezTo>
                <a:cubicBezTo>
                  <a:pt x="974572" y="111979"/>
                  <a:pt x="965083" y="116338"/>
                  <a:pt x="950119" y="128808"/>
                </a:cubicBezTo>
                <a:cubicBezTo>
                  <a:pt x="942358" y="135276"/>
                  <a:pt x="937094" y="144636"/>
                  <a:pt x="928688" y="150240"/>
                </a:cubicBezTo>
                <a:cubicBezTo>
                  <a:pt x="922422" y="154417"/>
                  <a:pt x="914177" y="154417"/>
                  <a:pt x="907256" y="157383"/>
                </a:cubicBezTo>
                <a:cubicBezTo>
                  <a:pt x="887833" y="165707"/>
                  <a:pt x="863738" y="181803"/>
                  <a:pt x="842963" y="185958"/>
                </a:cubicBezTo>
                <a:cubicBezTo>
                  <a:pt x="819496" y="190651"/>
                  <a:pt x="795338" y="190721"/>
                  <a:pt x="771525" y="193102"/>
                </a:cubicBezTo>
                <a:cubicBezTo>
                  <a:pt x="750094" y="185958"/>
                  <a:pt x="729147" y="177150"/>
                  <a:pt x="707231" y="171671"/>
                </a:cubicBezTo>
                <a:cubicBezTo>
                  <a:pt x="697706" y="169290"/>
                  <a:pt x="687719" y="168303"/>
                  <a:pt x="678656" y="164527"/>
                </a:cubicBezTo>
                <a:cubicBezTo>
                  <a:pt x="658996" y="156335"/>
                  <a:pt x="639228" y="147766"/>
                  <a:pt x="621506" y="135952"/>
                </a:cubicBezTo>
                <a:cubicBezTo>
                  <a:pt x="614362" y="131190"/>
                  <a:pt x="607966" y="125047"/>
                  <a:pt x="600075" y="121665"/>
                </a:cubicBezTo>
                <a:cubicBezTo>
                  <a:pt x="591051" y="117797"/>
                  <a:pt x="581025" y="116902"/>
                  <a:pt x="571500" y="114521"/>
                </a:cubicBezTo>
                <a:cubicBezTo>
                  <a:pt x="561975" y="107377"/>
                  <a:pt x="552613" y="100010"/>
                  <a:pt x="542925" y="93090"/>
                </a:cubicBezTo>
                <a:cubicBezTo>
                  <a:pt x="535939" y="88100"/>
                  <a:pt x="527565" y="84873"/>
                  <a:pt x="521494" y="78802"/>
                </a:cubicBezTo>
                <a:cubicBezTo>
                  <a:pt x="515423" y="72731"/>
                  <a:pt x="514192" y="62361"/>
                  <a:pt x="507206" y="57371"/>
                </a:cubicBezTo>
                <a:cubicBezTo>
                  <a:pt x="496771" y="49918"/>
                  <a:pt x="482697" y="49311"/>
                  <a:pt x="471488" y="43083"/>
                </a:cubicBezTo>
                <a:cubicBezTo>
                  <a:pt x="461080" y="37301"/>
                  <a:pt x="452438" y="28796"/>
                  <a:pt x="442913" y="21652"/>
                </a:cubicBezTo>
                <a:cubicBezTo>
                  <a:pt x="426244" y="24033"/>
                  <a:pt x="408730" y="23042"/>
                  <a:pt x="392906" y="28796"/>
                </a:cubicBezTo>
                <a:cubicBezTo>
                  <a:pt x="381717" y="32865"/>
                  <a:pt x="374668" y="44320"/>
                  <a:pt x="364331" y="50227"/>
                </a:cubicBezTo>
                <a:cubicBezTo>
                  <a:pt x="357793" y="53963"/>
                  <a:pt x="350044" y="54990"/>
                  <a:pt x="342900" y="57371"/>
                </a:cubicBezTo>
                <a:cubicBezTo>
                  <a:pt x="335756" y="69277"/>
                  <a:pt x="330505" y="82548"/>
                  <a:pt x="321469" y="93090"/>
                </a:cubicBezTo>
                <a:cubicBezTo>
                  <a:pt x="315882" y="99609"/>
                  <a:pt x="305401" y="100673"/>
                  <a:pt x="300038" y="107377"/>
                </a:cubicBezTo>
                <a:cubicBezTo>
                  <a:pt x="260600" y="156673"/>
                  <a:pt x="332884" y="102147"/>
                  <a:pt x="271463" y="143096"/>
                </a:cubicBezTo>
                <a:cubicBezTo>
                  <a:pt x="263032" y="168389"/>
                  <a:pt x="264745" y="166617"/>
                  <a:pt x="250031" y="193102"/>
                </a:cubicBezTo>
                <a:cubicBezTo>
                  <a:pt x="221915" y="243711"/>
                  <a:pt x="234516" y="211075"/>
                  <a:pt x="221456" y="250252"/>
                </a:cubicBezTo>
                <a:cubicBezTo>
                  <a:pt x="242586" y="355898"/>
                  <a:pt x="226547" y="261480"/>
                  <a:pt x="221456" y="493140"/>
                </a:cubicBezTo>
                <a:cubicBezTo>
                  <a:pt x="218212" y="640761"/>
                  <a:pt x="221780" y="788584"/>
                  <a:pt x="214313" y="936052"/>
                </a:cubicBezTo>
                <a:cubicBezTo>
                  <a:pt x="212234" y="977106"/>
                  <a:pt x="202851" y="1017616"/>
                  <a:pt x="192881" y="1057496"/>
                </a:cubicBezTo>
                <a:lnTo>
                  <a:pt x="178594" y="1114646"/>
                </a:lnTo>
                <a:cubicBezTo>
                  <a:pt x="187184" y="1252078"/>
                  <a:pt x="190231" y="1236160"/>
                  <a:pt x="178594" y="1393252"/>
                </a:cubicBezTo>
                <a:cubicBezTo>
                  <a:pt x="177869" y="1403043"/>
                  <a:pt x="174271" y="1412423"/>
                  <a:pt x="171450" y="1421827"/>
                </a:cubicBezTo>
                <a:cubicBezTo>
                  <a:pt x="156188" y="1472702"/>
                  <a:pt x="159428" y="1450928"/>
                  <a:pt x="150019" y="1493265"/>
                </a:cubicBezTo>
                <a:cubicBezTo>
                  <a:pt x="147385" y="1505118"/>
                  <a:pt x="145509" y="1517130"/>
                  <a:pt x="142875" y="1528983"/>
                </a:cubicBezTo>
                <a:cubicBezTo>
                  <a:pt x="140745" y="1538567"/>
                  <a:pt x="137487" y="1547898"/>
                  <a:pt x="135731" y="1557558"/>
                </a:cubicBezTo>
                <a:cubicBezTo>
                  <a:pt x="127216" y="1604393"/>
                  <a:pt x="132662" y="1598747"/>
                  <a:pt x="121444" y="1636140"/>
                </a:cubicBezTo>
                <a:cubicBezTo>
                  <a:pt x="91322" y="1736541"/>
                  <a:pt x="125901" y="1608467"/>
                  <a:pt x="78581" y="1750440"/>
                </a:cubicBezTo>
                <a:cubicBezTo>
                  <a:pt x="68071" y="1781974"/>
                  <a:pt x="74806" y="1765136"/>
                  <a:pt x="57150" y="1800446"/>
                </a:cubicBezTo>
                <a:cubicBezTo>
                  <a:pt x="54769" y="1812352"/>
                  <a:pt x="52951" y="1824385"/>
                  <a:pt x="50006" y="1836165"/>
                </a:cubicBezTo>
                <a:cubicBezTo>
                  <a:pt x="48180" y="1843470"/>
                  <a:pt x="44689" y="1850291"/>
                  <a:pt x="42863" y="1857596"/>
                </a:cubicBezTo>
                <a:lnTo>
                  <a:pt x="28575" y="1914746"/>
                </a:lnTo>
                <a:cubicBezTo>
                  <a:pt x="26194" y="1933796"/>
                  <a:pt x="23674" y="1952829"/>
                  <a:pt x="21431" y="1971896"/>
                </a:cubicBezTo>
                <a:cubicBezTo>
                  <a:pt x="18119" y="2000052"/>
                  <a:pt x="11665" y="2063957"/>
                  <a:pt x="7144" y="2093340"/>
                </a:cubicBezTo>
                <a:cubicBezTo>
                  <a:pt x="5298" y="2105341"/>
                  <a:pt x="2381" y="2117152"/>
                  <a:pt x="0" y="2129058"/>
                </a:cubicBezTo>
                <a:cubicBezTo>
                  <a:pt x="4763" y="2145727"/>
                  <a:pt x="3645" y="2165381"/>
                  <a:pt x="14288" y="2179065"/>
                </a:cubicBezTo>
                <a:cubicBezTo>
                  <a:pt x="17277" y="2182909"/>
                  <a:pt x="61167" y="2197072"/>
                  <a:pt x="71438" y="2200496"/>
                </a:cubicBezTo>
                <a:cubicBezTo>
                  <a:pt x="84970" y="2159896"/>
                  <a:pt x="73256" y="2184390"/>
                  <a:pt x="121444" y="2136202"/>
                </a:cubicBezTo>
                <a:cubicBezTo>
                  <a:pt x="130969" y="2126677"/>
                  <a:pt x="142547" y="2118835"/>
                  <a:pt x="150019" y="2107627"/>
                </a:cubicBezTo>
                <a:cubicBezTo>
                  <a:pt x="161472" y="2090448"/>
                  <a:pt x="178997" y="2062819"/>
                  <a:pt x="192881" y="2050477"/>
                </a:cubicBezTo>
                <a:cubicBezTo>
                  <a:pt x="203259" y="2041252"/>
                  <a:pt x="216694" y="2036190"/>
                  <a:pt x="228600" y="2029046"/>
                </a:cubicBezTo>
                <a:cubicBezTo>
                  <a:pt x="277941" y="1930368"/>
                  <a:pt x="206390" y="2065934"/>
                  <a:pt x="264319" y="1979040"/>
                </a:cubicBezTo>
                <a:cubicBezTo>
                  <a:pt x="268496" y="1972774"/>
                  <a:pt x="267806" y="1964191"/>
                  <a:pt x="271463" y="1957608"/>
                </a:cubicBezTo>
                <a:cubicBezTo>
                  <a:pt x="296591" y="1912378"/>
                  <a:pt x="293270" y="1919822"/>
                  <a:pt x="328613" y="1893315"/>
                </a:cubicBezTo>
                <a:cubicBezTo>
                  <a:pt x="360184" y="1845955"/>
                  <a:pt x="323085" y="1898572"/>
                  <a:pt x="364331" y="1850452"/>
                </a:cubicBezTo>
                <a:cubicBezTo>
                  <a:pt x="395471" y="1814123"/>
                  <a:pt x="371186" y="1826736"/>
                  <a:pt x="407194" y="1814733"/>
                </a:cubicBezTo>
                <a:cubicBezTo>
                  <a:pt x="419346" y="1778278"/>
                  <a:pt x="406581" y="1805924"/>
                  <a:pt x="435769" y="1771871"/>
                </a:cubicBezTo>
                <a:cubicBezTo>
                  <a:pt x="443517" y="1762831"/>
                  <a:pt x="450372" y="1753050"/>
                  <a:pt x="457200" y="1743296"/>
                </a:cubicBezTo>
                <a:cubicBezTo>
                  <a:pt x="467047" y="1729228"/>
                  <a:pt x="471487" y="1709958"/>
                  <a:pt x="485775" y="1700433"/>
                </a:cubicBezTo>
                <a:cubicBezTo>
                  <a:pt x="492919" y="1695671"/>
                  <a:pt x="501135" y="1692217"/>
                  <a:pt x="507206" y="1686146"/>
                </a:cubicBezTo>
                <a:cubicBezTo>
                  <a:pt x="579946" y="1613406"/>
                  <a:pt x="517313" y="1672341"/>
                  <a:pt x="557213" y="1614708"/>
                </a:cubicBezTo>
                <a:cubicBezTo>
                  <a:pt x="593345" y="1562517"/>
                  <a:pt x="595492" y="1562143"/>
                  <a:pt x="628650" y="1528983"/>
                </a:cubicBezTo>
                <a:cubicBezTo>
                  <a:pt x="644189" y="1482369"/>
                  <a:pt x="622450" y="1534029"/>
                  <a:pt x="664369" y="1486121"/>
                </a:cubicBezTo>
                <a:cubicBezTo>
                  <a:pt x="718650" y="1424085"/>
                  <a:pt x="656666" y="1469824"/>
                  <a:pt x="707231" y="1436115"/>
                </a:cubicBezTo>
                <a:cubicBezTo>
                  <a:pt x="718248" y="1403065"/>
                  <a:pt x="708878" y="1424908"/>
                  <a:pt x="728663" y="1393252"/>
                </a:cubicBezTo>
                <a:cubicBezTo>
                  <a:pt x="736022" y="1381478"/>
                  <a:pt x="741569" y="1368493"/>
                  <a:pt x="750094" y="1357533"/>
                </a:cubicBezTo>
                <a:cubicBezTo>
                  <a:pt x="758364" y="1346900"/>
                  <a:pt x="769799" y="1339096"/>
                  <a:pt x="778669" y="1328958"/>
                </a:cubicBezTo>
                <a:cubicBezTo>
                  <a:pt x="786509" y="1319998"/>
                  <a:pt x="793790" y="1310479"/>
                  <a:pt x="800100" y="1300383"/>
                </a:cubicBezTo>
                <a:cubicBezTo>
                  <a:pt x="805744" y="1291352"/>
                  <a:pt x="807570" y="1279989"/>
                  <a:pt x="814388" y="1271808"/>
                </a:cubicBezTo>
                <a:cubicBezTo>
                  <a:pt x="819884" y="1265212"/>
                  <a:pt x="828675" y="1262283"/>
                  <a:pt x="835819" y="1257521"/>
                </a:cubicBezTo>
                <a:cubicBezTo>
                  <a:pt x="847552" y="1210589"/>
                  <a:pt x="835325" y="1245884"/>
                  <a:pt x="857250" y="1207515"/>
                </a:cubicBezTo>
                <a:cubicBezTo>
                  <a:pt x="862534" y="1198269"/>
                  <a:pt x="864720" y="1187121"/>
                  <a:pt x="871538" y="1178940"/>
                </a:cubicBezTo>
                <a:cubicBezTo>
                  <a:pt x="877034" y="1172344"/>
                  <a:pt x="885825" y="1169415"/>
                  <a:pt x="892969" y="1164652"/>
                </a:cubicBezTo>
                <a:cubicBezTo>
                  <a:pt x="897731" y="1150365"/>
                  <a:pt x="892646" y="1125443"/>
                  <a:pt x="907256" y="1121790"/>
                </a:cubicBezTo>
                <a:cubicBezTo>
                  <a:pt x="936232" y="1114546"/>
                  <a:pt x="971003" y="1108048"/>
                  <a:pt x="992981" y="1086071"/>
                </a:cubicBezTo>
                <a:cubicBezTo>
                  <a:pt x="1019738" y="1059316"/>
                  <a:pt x="1004829" y="1067835"/>
                  <a:pt x="1035844" y="1057496"/>
                </a:cubicBezTo>
                <a:cubicBezTo>
                  <a:pt x="1045369" y="1050352"/>
                  <a:pt x="1052971" y="1039336"/>
                  <a:pt x="1064419" y="1036065"/>
                </a:cubicBezTo>
                <a:cubicBezTo>
                  <a:pt x="1126763" y="1018252"/>
                  <a:pt x="1131929" y="1028826"/>
                  <a:pt x="1185863" y="1043208"/>
                </a:cubicBezTo>
                <a:cubicBezTo>
                  <a:pt x="1204836" y="1048268"/>
                  <a:pt x="1223758" y="1053645"/>
                  <a:pt x="1243013" y="1057496"/>
                </a:cubicBezTo>
                <a:cubicBezTo>
                  <a:pt x="1254919" y="1059877"/>
                  <a:pt x="1266952" y="1061695"/>
                  <a:pt x="1278731" y="1064640"/>
                </a:cubicBezTo>
                <a:cubicBezTo>
                  <a:pt x="1286037" y="1066466"/>
                  <a:pt x="1292674" y="1070995"/>
                  <a:pt x="1300163" y="1071783"/>
                </a:cubicBezTo>
                <a:cubicBezTo>
                  <a:pt x="1338128" y="1075779"/>
                  <a:pt x="1376363" y="1076546"/>
                  <a:pt x="1414463" y="1078927"/>
                </a:cubicBezTo>
                <a:cubicBezTo>
                  <a:pt x="1458473" y="1093598"/>
                  <a:pt x="1413670" y="1080083"/>
                  <a:pt x="1485900" y="1093215"/>
                </a:cubicBezTo>
                <a:cubicBezTo>
                  <a:pt x="1495560" y="1094971"/>
                  <a:pt x="1504891" y="1098228"/>
                  <a:pt x="1514475" y="1100358"/>
                </a:cubicBezTo>
                <a:cubicBezTo>
                  <a:pt x="1526328" y="1102992"/>
                  <a:pt x="1538288" y="1105121"/>
                  <a:pt x="1550194" y="1107502"/>
                </a:cubicBezTo>
                <a:lnTo>
                  <a:pt x="1964531" y="1100358"/>
                </a:lnTo>
                <a:cubicBezTo>
                  <a:pt x="1972057" y="1100111"/>
                  <a:pt x="1978554" y="1094562"/>
                  <a:pt x="1985963" y="1093215"/>
                </a:cubicBezTo>
                <a:cubicBezTo>
                  <a:pt x="2004852" y="1089781"/>
                  <a:pt x="2024083" y="1088608"/>
                  <a:pt x="2043113" y="1086071"/>
                </a:cubicBezTo>
                <a:lnTo>
                  <a:pt x="2093119" y="1078927"/>
                </a:lnTo>
                <a:cubicBezTo>
                  <a:pt x="2112149" y="1076390"/>
                  <a:pt x="2131332" y="1074939"/>
                  <a:pt x="2150269" y="1071783"/>
                </a:cubicBezTo>
                <a:cubicBezTo>
                  <a:pt x="2159954" y="1070169"/>
                  <a:pt x="2169319" y="1067021"/>
                  <a:pt x="2178844" y="1064640"/>
                </a:cubicBezTo>
                <a:cubicBezTo>
                  <a:pt x="2188369" y="1069402"/>
                  <a:pt x="2199103" y="1072274"/>
                  <a:pt x="2207419" y="1078927"/>
                </a:cubicBezTo>
                <a:cubicBezTo>
                  <a:pt x="2223197" y="1091549"/>
                  <a:pt x="2235994" y="1107502"/>
                  <a:pt x="2250281" y="1121790"/>
                </a:cubicBezTo>
                <a:cubicBezTo>
                  <a:pt x="2259806" y="1131315"/>
                  <a:pt x="2268080" y="1142283"/>
                  <a:pt x="2278856" y="1150365"/>
                </a:cubicBezTo>
                <a:cubicBezTo>
                  <a:pt x="2288381" y="1157509"/>
                  <a:pt x="2299012" y="1163377"/>
                  <a:pt x="2307431" y="1171796"/>
                </a:cubicBezTo>
                <a:cubicBezTo>
                  <a:pt x="2367646" y="1232010"/>
                  <a:pt x="2282387" y="1156562"/>
                  <a:pt x="2328863" y="1214658"/>
                </a:cubicBezTo>
                <a:cubicBezTo>
                  <a:pt x="2334226" y="1221362"/>
                  <a:pt x="2343150" y="1224183"/>
                  <a:pt x="2350294" y="1228946"/>
                </a:cubicBezTo>
                <a:cubicBezTo>
                  <a:pt x="2352675" y="1238471"/>
                  <a:pt x="2351731" y="1249532"/>
                  <a:pt x="2357438" y="1257521"/>
                </a:cubicBezTo>
                <a:cubicBezTo>
                  <a:pt x="2364358" y="1267209"/>
                  <a:pt x="2377053" y="1271112"/>
                  <a:pt x="2386013" y="1278952"/>
                </a:cubicBezTo>
                <a:cubicBezTo>
                  <a:pt x="2396151" y="1287822"/>
                  <a:pt x="2405063" y="1298002"/>
                  <a:pt x="2414588" y="1307527"/>
                </a:cubicBezTo>
                <a:cubicBezTo>
                  <a:pt x="2416969" y="1314671"/>
                  <a:pt x="2417554" y="1322693"/>
                  <a:pt x="2421731" y="1328958"/>
                </a:cubicBezTo>
                <a:cubicBezTo>
                  <a:pt x="2438936" y="1354765"/>
                  <a:pt x="2443508" y="1346227"/>
                  <a:pt x="2464594" y="1364677"/>
                </a:cubicBezTo>
                <a:cubicBezTo>
                  <a:pt x="2477266" y="1375765"/>
                  <a:pt x="2488407" y="1388490"/>
                  <a:pt x="2500313" y="1400396"/>
                </a:cubicBezTo>
                <a:cubicBezTo>
                  <a:pt x="2502694" y="1407540"/>
                  <a:pt x="2503279" y="1415562"/>
                  <a:pt x="2507456" y="1421827"/>
                </a:cubicBezTo>
                <a:cubicBezTo>
                  <a:pt x="2527564" y="1451989"/>
                  <a:pt x="2543370" y="1443451"/>
                  <a:pt x="2571750" y="1471833"/>
                </a:cubicBezTo>
                <a:cubicBezTo>
                  <a:pt x="2634370" y="1534455"/>
                  <a:pt x="2557733" y="1455014"/>
                  <a:pt x="2607469" y="1514696"/>
                </a:cubicBezTo>
                <a:cubicBezTo>
                  <a:pt x="2613937" y="1522457"/>
                  <a:pt x="2622247" y="1528524"/>
                  <a:pt x="2628900" y="1536127"/>
                </a:cubicBezTo>
                <a:cubicBezTo>
                  <a:pt x="2638941" y="1547602"/>
                  <a:pt x="2647950" y="1559940"/>
                  <a:pt x="2657475" y="1571846"/>
                </a:cubicBezTo>
                <a:cubicBezTo>
                  <a:pt x="2670573" y="1611137"/>
                  <a:pt x="2656750" y="1575934"/>
                  <a:pt x="2678906" y="1614708"/>
                </a:cubicBezTo>
                <a:cubicBezTo>
                  <a:pt x="2695187" y="1643200"/>
                  <a:pt x="2693213" y="1650452"/>
                  <a:pt x="2714625" y="1679002"/>
                </a:cubicBezTo>
                <a:cubicBezTo>
                  <a:pt x="2720687" y="1687084"/>
                  <a:pt x="2728912" y="1693289"/>
                  <a:pt x="2736056" y="1700433"/>
                </a:cubicBezTo>
                <a:cubicBezTo>
                  <a:pt x="2748976" y="1752110"/>
                  <a:pt x="2737309" y="1721153"/>
                  <a:pt x="2786063" y="1786158"/>
                </a:cubicBezTo>
                <a:lnTo>
                  <a:pt x="2807494" y="1814733"/>
                </a:lnTo>
                <a:cubicBezTo>
                  <a:pt x="2814638" y="1824258"/>
                  <a:pt x="2822321" y="1833401"/>
                  <a:pt x="2828925" y="1843308"/>
                </a:cubicBezTo>
                <a:cubicBezTo>
                  <a:pt x="2833688" y="1850452"/>
                  <a:pt x="2837142" y="1858669"/>
                  <a:pt x="2843213" y="1864740"/>
                </a:cubicBezTo>
                <a:cubicBezTo>
                  <a:pt x="2849284" y="1870811"/>
                  <a:pt x="2857500" y="1874265"/>
                  <a:pt x="2864644" y="1879027"/>
                </a:cubicBezTo>
                <a:cubicBezTo>
                  <a:pt x="2902742" y="1936175"/>
                  <a:pt x="2852738" y="1867121"/>
                  <a:pt x="2900363" y="1914746"/>
                </a:cubicBezTo>
                <a:cubicBezTo>
                  <a:pt x="2906434" y="1920817"/>
                  <a:pt x="2908054" y="1930681"/>
                  <a:pt x="2914650" y="1936177"/>
                </a:cubicBezTo>
                <a:cubicBezTo>
                  <a:pt x="2933162" y="1951604"/>
                  <a:pt x="2945000" y="1948673"/>
                  <a:pt x="2964656" y="1957608"/>
                </a:cubicBezTo>
                <a:cubicBezTo>
                  <a:pt x="2984046" y="1966421"/>
                  <a:pt x="3001600" y="1979448"/>
                  <a:pt x="3021806" y="1986183"/>
                </a:cubicBezTo>
                <a:cubicBezTo>
                  <a:pt x="3036094" y="1990946"/>
                  <a:pt x="3050906" y="1994354"/>
                  <a:pt x="3064669" y="2000471"/>
                </a:cubicBezTo>
                <a:cubicBezTo>
                  <a:pt x="3072515" y="2003958"/>
                  <a:pt x="3078254" y="2011271"/>
                  <a:pt x="3086100" y="2014758"/>
                </a:cubicBezTo>
                <a:cubicBezTo>
                  <a:pt x="3099863" y="2020875"/>
                  <a:pt x="3128963" y="2029046"/>
                  <a:pt x="3128963" y="2029046"/>
                </a:cubicBezTo>
                <a:cubicBezTo>
                  <a:pt x="3214052" y="2092862"/>
                  <a:pt x="3105862" y="2017495"/>
                  <a:pt x="3186113" y="2057621"/>
                </a:cubicBezTo>
                <a:cubicBezTo>
                  <a:pt x="3196762" y="2062946"/>
                  <a:pt x="3204351" y="2073145"/>
                  <a:pt x="3214688" y="2079052"/>
                </a:cubicBezTo>
                <a:cubicBezTo>
                  <a:pt x="3221226" y="2082788"/>
                  <a:pt x="3229198" y="2083230"/>
                  <a:pt x="3236119" y="2086196"/>
                </a:cubicBezTo>
                <a:cubicBezTo>
                  <a:pt x="3245907" y="2090391"/>
                  <a:pt x="3254806" y="2096528"/>
                  <a:pt x="3264694" y="2100483"/>
                </a:cubicBezTo>
                <a:cubicBezTo>
                  <a:pt x="3293684" y="2112079"/>
                  <a:pt x="3308061" y="2114897"/>
                  <a:pt x="3336131" y="2121915"/>
                </a:cubicBezTo>
                <a:cubicBezTo>
                  <a:pt x="3343275" y="2126677"/>
                  <a:pt x="3349234" y="2138284"/>
                  <a:pt x="3357563" y="2136202"/>
                </a:cubicBezTo>
                <a:cubicBezTo>
                  <a:pt x="3364868" y="2134376"/>
                  <a:pt x="3364706" y="2122301"/>
                  <a:pt x="3364706" y="2114771"/>
                </a:cubicBezTo>
                <a:cubicBezTo>
                  <a:pt x="3364706" y="2083723"/>
                  <a:pt x="3363285" y="2052418"/>
                  <a:pt x="3357563" y="2021902"/>
                </a:cubicBezTo>
                <a:cubicBezTo>
                  <a:pt x="3355268" y="2009662"/>
                  <a:pt x="3328640" y="1985836"/>
                  <a:pt x="3321844" y="1979040"/>
                </a:cubicBezTo>
                <a:cubicBezTo>
                  <a:pt x="3303009" y="1884869"/>
                  <a:pt x="3322997" y="1994047"/>
                  <a:pt x="3307556" y="1793302"/>
                </a:cubicBezTo>
                <a:cubicBezTo>
                  <a:pt x="3305069" y="1760972"/>
                  <a:pt x="3294815" y="1746582"/>
                  <a:pt x="3286125" y="1714721"/>
                </a:cubicBezTo>
                <a:cubicBezTo>
                  <a:pt x="3269506" y="1653785"/>
                  <a:pt x="3290890" y="1702820"/>
                  <a:pt x="3264694" y="1650427"/>
                </a:cubicBezTo>
                <a:cubicBezTo>
                  <a:pt x="3262313" y="1636140"/>
                  <a:pt x="3259507" y="1621917"/>
                  <a:pt x="3257550" y="1607565"/>
                </a:cubicBezTo>
                <a:cubicBezTo>
                  <a:pt x="3252362" y="1569521"/>
                  <a:pt x="3250793" y="1530916"/>
                  <a:pt x="3243263" y="1493265"/>
                </a:cubicBezTo>
                <a:cubicBezTo>
                  <a:pt x="3241991" y="1486907"/>
                  <a:pt x="3232759" y="1437799"/>
                  <a:pt x="3228975" y="1428971"/>
                </a:cubicBezTo>
                <a:cubicBezTo>
                  <a:pt x="3199491" y="1360176"/>
                  <a:pt x="3229950" y="1470319"/>
                  <a:pt x="3200400" y="1371821"/>
                </a:cubicBezTo>
                <a:cubicBezTo>
                  <a:pt x="3196911" y="1360191"/>
                  <a:pt x="3195890" y="1347955"/>
                  <a:pt x="3193256" y="1336102"/>
                </a:cubicBezTo>
                <a:cubicBezTo>
                  <a:pt x="3178977" y="1271846"/>
                  <a:pt x="3193290" y="1338605"/>
                  <a:pt x="3178969" y="1286096"/>
                </a:cubicBezTo>
                <a:cubicBezTo>
                  <a:pt x="3173802" y="1267152"/>
                  <a:pt x="3164681" y="1228946"/>
                  <a:pt x="3164681" y="1228946"/>
                </a:cubicBezTo>
                <a:cubicBezTo>
                  <a:pt x="3162300" y="1200371"/>
                  <a:pt x="3162010" y="1171544"/>
                  <a:pt x="3157538" y="1143221"/>
                </a:cubicBezTo>
                <a:cubicBezTo>
                  <a:pt x="3154834" y="1126097"/>
                  <a:pt x="3146100" y="1110315"/>
                  <a:pt x="3143250" y="1093215"/>
                </a:cubicBezTo>
                <a:cubicBezTo>
                  <a:pt x="3138926" y="1067271"/>
                  <a:pt x="3139508" y="1040714"/>
                  <a:pt x="3136106" y="1014633"/>
                </a:cubicBezTo>
                <a:cubicBezTo>
                  <a:pt x="3126125" y="938112"/>
                  <a:pt x="3129539" y="952067"/>
                  <a:pt x="3114675" y="907477"/>
                </a:cubicBezTo>
                <a:cubicBezTo>
                  <a:pt x="3112294" y="874140"/>
                  <a:pt x="3110700" y="840737"/>
                  <a:pt x="3107531" y="807465"/>
                </a:cubicBezTo>
                <a:cubicBezTo>
                  <a:pt x="3105935" y="790703"/>
                  <a:pt x="3101912" y="774227"/>
                  <a:pt x="3100388" y="757458"/>
                </a:cubicBezTo>
                <a:cubicBezTo>
                  <a:pt x="3094723" y="695138"/>
                  <a:pt x="3098141" y="661624"/>
                  <a:pt x="3086100" y="607440"/>
                </a:cubicBezTo>
                <a:cubicBezTo>
                  <a:pt x="3084466" y="600089"/>
                  <a:pt x="3081337" y="593152"/>
                  <a:pt x="3078956" y="586008"/>
                </a:cubicBezTo>
                <a:cubicBezTo>
                  <a:pt x="3076575" y="571721"/>
                  <a:pt x="3074955" y="557285"/>
                  <a:pt x="3071813" y="543146"/>
                </a:cubicBezTo>
                <a:cubicBezTo>
                  <a:pt x="3070180" y="535795"/>
                  <a:pt x="3065907" y="529143"/>
                  <a:pt x="3064669" y="521715"/>
                </a:cubicBezTo>
                <a:cubicBezTo>
                  <a:pt x="3061124" y="500445"/>
                  <a:pt x="3060888" y="478720"/>
                  <a:pt x="3057525" y="457421"/>
                </a:cubicBezTo>
                <a:cubicBezTo>
                  <a:pt x="3053738" y="433434"/>
                  <a:pt x="3047230" y="409937"/>
                  <a:pt x="3043238" y="385983"/>
                </a:cubicBezTo>
                <a:lnTo>
                  <a:pt x="3036094" y="343121"/>
                </a:lnTo>
                <a:cubicBezTo>
                  <a:pt x="3031912" y="288751"/>
                  <a:pt x="3031035" y="251004"/>
                  <a:pt x="3021806" y="200246"/>
                </a:cubicBezTo>
                <a:cubicBezTo>
                  <a:pt x="3021764" y="200017"/>
                  <a:pt x="3010921" y="153642"/>
                  <a:pt x="3007519" y="150240"/>
                </a:cubicBezTo>
                <a:cubicBezTo>
                  <a:pt x="3002194" y="144915"/>
                  <a:pt x="2993393" y="144922"/>
                  <a:pt x="2986088" y="143096"/>
                </a:cubicBezTo>
                <a:lnTo>
                  <a:pt x="2928938" y="128808"/>
                </a:lnTo>
                <a:cubicBezTo>
                  <a:pt x="2902744" y="131189"/>
                  <a:pt x="2876147" y="130794"/>
                  <a:pt x="2850356" y="135952"/>
                </a:cubicBezTo>
                <a:cubicBezTo>
                  <a:pt x="2822527" y="141518"/>
                  <a:pt x="2820031" y="155270"/>
                  <a:pt x="2800350" y="171671"/>
                </a:cubicBezTo>
                <a:cubicBezTo>
                  <a:pt x="2781887" y="187057"/>
                  <a:pt x="2778966" y="185942"/>
                  <a:pt x="2757488" y="193102"/>
                </a:cubicBezTo>
                <a:cubicBezTo>
                  <a:pt x="2709863" y="190721"/>
                  <a:pt x="2661929" y="191872"/>
                  <a:pt x="2614613" y="185958"/>
                </a:cubicBezTo>
                <a:cubicBezTo>
                  <a:pt x="2604046" y="184637"/>
                  <a:pt x="2596009" y="175410"/>
                  <a:pt x="2586038" y="171671"/>
                </a:cubicBezTo>
                <a:cubicBezTo>
                  <a:pt x="2567727" y="164805"/>
                  <a:pt x="2553301" y="166018"/>
                  <a:pt x="2536031" y="157383"/>
                </a:cubicBezTo>
                <a:cubicBezTo>
                  <a:pt x="2499336" y="139036"/>
                  <a:pt x="2527035" y="143814"/>
                  <a:pt x="2486025" y="114521"/>
                </a:cubicBezTo>
                <a:cubicBezTo>
                  <a:pt x="2479898" y="110144"/>
                  <a:pt x="2471329" y="110745"/>
                  <a:pt x="2464594" y="107377"/>
                </a:cubicBezTo>
                <a:cubicBezTo>
                  <a:pt x="2417846" y="84003"/>
                  <a:pt x="2469134" y="103259"/>
                  <a:pt x="2421731" y="71658"/>
                </a:cubicBezTo>
                <a:cubicBezTo>
                  <a:pt x="2415466" y="67481"/>
                  <a:pt x="2407444" y="66896"/>
                  <a:pt x="2400300" y="64515"/>
                </a:cubicBezTo>
                <a:cubicBezTo>
                  <a:pt x="2359119" y="37060"/>
                  <a:pt x="2398841" y="60827"/>
                  <a:pt x="2357438" y="43083"/>
                </a:cubicBezTo>
                <a:cubicBezTo>
                  <a:pt x="2347650" y="38888"/>
                  <a:pt x="2338651" y="32991"/>
                  <a:pt x="2328863" y="28796"/>
                </a:cubicBezTo>
                <a:cubicBezTo>
                  <a:pt x="2314515" y="22647"/>
                  <a:pt x="2293357" y="18133"/>
                  <a:pt x="2278856" y="14508"/>
                </a:cubicBezTo>
                <a:cubicBezTo>
                  <a:pt x="2271712" y="9746"/>
                  <a:pt x="2265985" y="879"/>
                  <a:pt x="2257425" y="221"/>
                </a:cubicBezTo>
                <a:cubicBezTo>
                  <a:pt x="2212537" y="-3232"/>
                  <a:pt x="2162175" y="34749"/>
                  <a:pt x="2150269" y="43083"/>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AAAE8E63-778D-43B0-8CED-71FBE1A35B69}"/>
              </a:ext>
            </a:extLst>
          </p:cNvPr>
          <p:cNvSpPr/>
          <p:nvPr/>
        </p:nvSpPr>
        <p:spPr>
          <a:xfrm>
            <a:off x="4495800" y="1783556"/>
            <a:ext cx="152400" cy="2286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E9097A1-6028-4660-B89C-B6404683EB5A}"/>
              </a:ext>
            </a:extLst>
          </p:cNvPr>
          <p:cNvSpPr/>
          <p:nvPr/>
        </p:nvSpPr>
        <p:spPr>
          <a:xfrm>
            <a:off x="8167686" y="1797049"/>
            <a:ext cx="152400" cy="2286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E531F35-1D1E-4AB6-A095-98F8397E4425}"/>
              </a:ext>
            </a:extLst>
          </p:cNvPr>
          <p:cNvSpPr/>
          <p:nvPr/>
        </p:nvSpPr>
        <p:spPr>
          <a:xfrm>
            <a:off x="4791075" y="2109787"/>
            <a:ext cx="609600" cy="533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4B075DC-0796-4A31-944F-B71D5C56744E}"/>
              </a:ext>
            </a:extLst>
          </p:cNvPr>
          <p:cNvSpPr/>
          <p:nvPr/>
        </p:nvSpPr>
        <p:spPr>
          <a:xfrm>
            <a:off x="7450931" y="2167157"/>
            <a:ext cx="609600" cy="533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92CE83C-98C3-47C2-9032-CD6588681C86}"/>
              </a:ext>
            </a:extLst>
          </p:cNvPr>
          <p:cNvSpPr/>
          <p:nvPr/>
        </p:nvSpPr>
        <p:spPr>
          <a:xfrm>
            <a:off x="4754853" y="2533650"/>
            <a:ext cx="92870" cy="10953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68F36CC-CC51-41C2-A8FC-51AAD7AF8CA3}"/>
              </a:ext>
            </a:extLst>
          </p:cNvPr>
          <p:cNvSpPr/>
          <p:nvPr/>
        </p:nvSpPr>
        <p:spPr>
          <a:xfrm>
            <a:off x="8013408" y="2560222"/>
            <a:ext cx="111416" cy="10438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A9BC2E69-959C-44FA-8C5B-C261E301DCDB}"/>
              </a:ext>
            </a:extLst>
          </p:cNvPr>
          <p:cNvSpPr/>
          <p:nvPr/>
        </p:nvSpPr>
        <p:spPr>
          <a:xfrm>
            <a:off x="3936206" y="1521619"/>
            <a:ext cx="5051160" cy="3364706"/>
          </a:xfrm>
          <a:custGeom>
            <a:avLst/>
            <a:gdLst>
              <a:gd name="connsiteX0" fmla="*/ 1735932 w 5051160"/>
              <a:gd name="connsiteY0" fmla="*/ 121444 h 3364706"/>
              <a:gd name="connsiteX1" fmla="*/ 1614488 w 5051160"/>
              <a:gd name="connsiteY1" fmla="*/ 121444 h 3364706"/>
              <a:gd name="connsiteX2" fmla="*/ 1593057 w 5051160"/>
              <a:gd name="connsiteY2" fmla="*/ 135731 h 3364706"/>
              <a:gd name="connsiteX3" fmla="*/ 1557338 w 5051160"/>
              <a:gd name="connsiteY3" fmla="*/ 142875 h 3364706"/>
              <a:gd name="connsiteX4" fmla="*/ 1535907 w 5051160"/>
              <a:gd name="connsiteY4" fmla="*/ 157162 h 3364706"/>
              <a:gd name="connsiteX5" fmla="*/ 1514475 w 5051160"/>
              <a:gd name="connsiteY5" fmla="*/ 164306 h 3364706"/>
              <a:gd name="connsiteX6" fmla="*/ 1485900 w 5051160"/>
              <a:gd name="connsiteY6" fmla="*/ 192881 h 3364706"/>
              <a:gd name="connsiteX7" fmla="*/ 1428750 w 5051160"/>
              <a:gd name="connsiteY7" fmla="*/ 221456 h 3364706"/>
              <a:gd name="connsiteX8" fmla="*/ 1407319 w 5051160"/>
              <a:gd name="connsiteY8" fmla="*/ 228600 h 3364706"/>
              <a:gd name="connsiteX9" fmla="*/ 1321594 w 5051160"/>
              <a:gd name="connsiteY9" fmla="*/ 250031 h 3364706"/>
              <a:gd name="connsiteX10" fmla="*/ 1293019 w 5051160"/>
              <a:gd name="connsiteY10" fmla="*/ 257175 h 3364706"/>
              <a:gd name="connsiteX11" fmla="*/ 1221582 w 5051160"/>
              <a:gd name="connsiteY11" fmla="*/ 250031 h 3364706"/>
              <a:gd name="connsiteX12" fmla="*/ 1178719 w 5051160"/>
              <a:gd name="connsiteY12" fmla="*/ 235744 h 3364706"/>
              <a:gd name="connsiteX13" fmla="*/ 1157288 w 5051160"/>
              <a:gd name="connsiteY13" fmla="*/ 221456 h 3364706"/>
              <a:gd name="connsiteX14" fmla="*/ 1128713 w 5051160"/>
              <a:gd name="connsiteY14" fmla="*/ 214312 h 3364706"/>
              <a:gd name="connsiteX15" fmla="*/ 1107282 w 5051160"/>
              <a:gd name="connsiteY15" fmla="*/ 207169 h 3364706"/>
              <a:gd name="connsiteX16" fmla="*/ 1057275 w 5051160"/>
              <a:gd name="connsiteY16" fmla="*/ 178594 h 3364706"/>
              <a:gd name="connsiteX17" fmla="*/ 1035844 w 5051160"/>
              <a:gd name="connsiteY17" fmla="*/ 171450 h 3364706"/>
              <a:gd name="connsiteX18" fmla="*/ 1000125 w 5051160"/>
              <a:gd name="connsiteY18" fmla="*/ 150019 h 3364706"/>
              <a:gd name="connsiteX19" fmla="*/ 942975 w 5051160"/>
              <a:gd name="connsiteY19" fmla="*/ 121444 h 3364706"/>
              <a:gd name="connsiteX20" fmla="*/ 914400 w 5051160"/>
              <a:gd name="connsiteY20" fmla="*/ 92869 h 3364706"/>
              <a:gd name="connsiteX21" fmla="*/ 900113 w 5051160"/>
              <a:gd name="connsiteY21" fmla="*/ 71437 h 3364706"/>
              <a:gd name="connsiteX22" fmla="*/ 864394 w 5051160"/>
              <a:gd name="connsiteY22" fmla="*/ 50006 h 3364706"/>
              <a:gd name="connsiteX23" fmla="*/ 807244 w 5051160"/>
              <a:gd name="connsiteY23" fmla="*/ 28575 h 3364706"/>
              <a:gd name="connsiteX24" fmla="*/ 742950 w 5051160"/>
              <a:gd name="connsiteY24" fmla="*/ 35719 h 3364706"/>
              <a:gd name="connsiteX25" fmla="*/ 721519 w 5051160"/>
              <a:gd name="connsiteY25" fmla="*/ 42862 h 3364706"/>
              <a:gd name="connsiteX26" fmla="*/ 714375 w 5051160"/>
              <a:gd name="connsiteY26" fmla="*/ 64294 h 3364706"/>
              <a:gd name="connsiteX27" fmla="*/ 692944 w 5051160"/>
              <a:gd name="connsiteY27" fmla="*/ 78581 h 3364706"/>
              <a:gd name="connsiteX28" fmla="*/ 671513 w 5051160"/>
              <a:gd name="connsiteY28" fmla="*/ 114300 h 3364706"/>
              <a:gd name="connsiteX29" fmla="*/ 650082 w 5051160"/>
              <a:gd name="connsiteY29" fmla="*/ 135731 h 3364706"/>
              <a:gd name="connsiteX30" fmla="*/ 642938 w 5051160"/>
              <a:gd name="connsiteY30" fmla="*/ 164306 h 3364706"/>
              <a:gd name="connsiteX31" fmla="*/ 600075 w 5051160"/>
              <a:gd name="connsiteY31" fmla="*/ 235744 h 3364706"/>
              <a:gd name="connsiteX32" fmla="*/ 592932 w 5051160"/>
              <a:gd name="connsiteY32" fmla="*/ 257175 h 3364706"/>
              <a:gd name="connsiteX33" fmla="*/ 585788 w 5051160"/>
              <a:gd name="connsiteY33" fmla="*/ 285750 h 3364706"/>
              <a:gd name="connsiteX34" fmla="*/ 564357 w 5051160"/>
              <a:gd name="connsiteY34" fmla="*/ 314325 h 3364706"/>
              <a:gd name="connsiteX35" fmla="*/ 571500 w 5051160"/>
              <a:gd name="connsiteY35" fmla="*/ 485775 h 3364706"/>
              <a:gd name="connsiteX36" fmla="*/ 642938 w 5051160"/>
              <a:gd name="connsiteY36" fmla="*/ 507206 h 3364706"/>
              <a:gd name="connsiteX37" fmla="*/ 692944 w 5051160"/>
              <a:gd name="connsiteY37" fmla="*/ 500062 h 3364706"/>
              <a:gd name="connsiteX38" fmla="*/ 707232 w 5051160"/>
              <a:gd name="connsiteY38" fmla="*/ 478631 h 3364706"/>
              <a:gd name="connsiteX39" fmla="*/ 714375 w 5051160"/>
              <a:gd name="connsiteY39" fmla="*/ 378619 h 3364706"/>
              <a:gd name="connsiteX40" fmla="*/ 707232 w 5051160"/>
              <a:gd name="connsiteY40" fmla="*/ 321469 h 3364706"/>
              <a:gd name="connsiteX41" fmla="*/ 700088 w 5051160"/>
              <a:gd name="connsiteY41" fmla="*/ 300037 h 3364706"/>
              <a:gd name="connsiteX42" fmla="*/ 635794 w 5051160"/>
              <a:gd name="connsiteY42" fmla="*/ 264319 h 3364706"/>
              <a:gd name="connsiteX43" fmla="*/ 607219 w 5051160"/>
              <a:gd name="connsiteY43" fmla="*/ 257175 h 3364706"/>
              <a:gd name="connsiteX44" fmla="*/ 585788 w 5051160"/>
              <a:gd name="connsiteY44" fmla="*/ 278606 h 3364706"/>
              <a:gd name="connsiteX45" fmla="*/ 557213 w 5051160"/>
              <a:gd name="connsiteY45" fmla="*/ 300037 h 3364706"/>
              <a:gd name="connsiteX46" fmla="*/ 542925 w 5051160"/>
              <a:gd name="connsiteY46" fmla="*/ 321469 h 3364706"/>
              <a:gd name="connsiteX47" fmla="*/ 557213 w 5051160"/>
              <a:gd name="connsiteY47" fmla="*/ 521494 h 3364706"/>
              <a:gd name="connsiteX48" fmla="*/ 564357 w 5051160"/>
              <a:gd name="connsiteY48" fmla="*/ 557212 h 3364706"/>
              <a:gd name="connsiteX49" fmla="*/ 571500 w 5051160"/>
              <a:gd name="connsiteY49" fmla="*/ 621506 h 3364706"/>
              <a:gd name="connsiteX50" fmla="*/ 564357 w 5051160"/>
              <a:gd name="connsiteY50" fmla="*/ 735806 h 3364706"/>
              <a:gd name="connsiteX51" fmla="*/ 557213 w 5051160"/>
              <a:gd name="connsiteY51" fmla="*/ 764381 h 3364706"/>
              <a:gd name="connsiteX52" fmla="*/ 542925 w 5051160"/>
              <a:gd name="connsiteY52" fmla="*/ 842962 h 3364706"/>
              <a:gd name="connsiteX53" fmla="*/ 578644 w 5051160"/>
              <a:gd name="connsiteY53" fmla="*/ 878681 h 3364706"/>
              <a:gd name="connsiteX54" fmla="*/ 621507 w 5051160"/>
              <a:gd name="connsiteY54" fmla="*/ 864394 h 3364706"/>
              <a:gd name="connsiteX55" fmla="*/ 635794 w 5051160"/>
              <a:gd name="connsiteY55" fmla="*/ 842962 h 3364706"/>
              <a:gd name="connsiteX56" fmla="*/ 607219 w 5051160"/>
              <a:gd name="connsiteY56" fmla="*/ 778669 h 3364706"/>
              <a:gd name="connsiteX57" fmla="*/ 585788 w 5051160"/>
              <a:gd name="connsiteY57" fmla="*/ 771525 h 3364706"/>
              <a:gd name="connsiteX58" fmla="*/ 542925 w 5051160"/>
              <a:gd name="connsiteY58" fmla="*/ 778669 h 3364706"/>
              <a:gd name="connsiteX59" fmla="*/ 557213 w 5051160"/>
              <a:gd name="connsiteY59" fmla="*/ 1007269 h 3364706"/>
              <a:gd name="connsiteX60" fmla="*/ 550069 w 5051160"/>
              <a:gd name="connsiteY60" fmla="*/ 1300162 h 3364706"/>
              <a:gd name="connsiteX61" fmla="*/ 542925 w 5051160"/>
              <a:gd name="connsiteY61" fmla="*/ 1321594 h 3364706"/>
              <a:gd name="connsiteX62" fmla="*/ 535782 w 5051160"/>
              <a:gd name="connsiteY62" fmla="*/ 1350169 h 3364706"/>
              <a:gd name="connsiteX63" fmla="*/ 514350 w 5051160"/>
              <a:gd name="connsiteY63" fmla="*/ 1357312 h 3364706"/>
              <a:gd name="connsiteX64" fmla="*/ 500063 w 5051160"/>
              <a:gd name="connsiteY64" fmla="*/ 1385887 h 3364706"/>
              <a:gd name="connsiteX65" fmla="*/ 485775 w 5051160"/>
              <a:gd name="connsiteY65" fmla="*/ 1407319 h 3364706"/>
              <a:gd name="connsiteX66" fmla="*/ 478632 w 5051160"/>
              <a:gd name="connsiteY66" fmla="*/ 1450181 h 3364706"/>
              <a:gd name="connsiteX67" fmla="*/ 471488 w 5051160"/>
              <a:gd name="connsiteY67" fmla="*/ 1471612 h 3364706"/>
              <a:gd name="connsiteX68" fmla="*/ 478632 w 5051160"/>
              <a:gd name="connsiteY68" fmla="*/ 1614487 h 3364706"/>
              <a:gd name="connsiteX69" fmla="*/ 492919 w 5051160"/>
              <a:gd name="connsiteY69" fmla="*/ 1635919 h 3364706"/>
              <a:gd name="connsiteX70" fmla="*/ 564357 w 5051160"/>
              <a:gd name="connsiteY70" fmla="*/ 1657350 h 3364706"/>
              <a:gd name="connsiteX71" fmla="*/ 614363 w 5051160"/>
              <a:gd name="connsiteY71" fmla="*/ 1650206 h 3364706"/>
              <a:gd name="connsiteX72" fmla="*/ 642938 w 5051160"/>
              <a:gd name="connsiteY72" fmla="*/ 1643062 h 3364706"/>
              <a:gd name="connsiteX73" fmla="*/ 664369 w 5051160"/>
              <a:gd name="connsiteY73" fmla="*/ 1600200 h 3364706"/>
              <a:gd name="connsiteX74" fmla="*/ 678657 w 5051160"/>
              <a:gd name="connsiteY74" fmla="*/ 1578769 h 3364706"/>
              <a:gd name="connsiteX75" fmla="*/ 692944 w 5051160"/>
              <a:gd name="connsiteY75" fmla="*/ 1528762 h 3364706"/>
              <a:gd name="connsiteX76" fmla="*/ 707232 w 5051160"/>
              <a:gd name="connsiteY76" fmla="*/ 1478756 h 3364706"/>
              <a:gd name="connsiteX77" fmla="*/ 700088 w 5051160"/>
              <a:gd name="connsiteY77" fmla="*/ 1378744 h 3364706"/>
              <a:gd name="connsiteX78" fmla="*/ 685800 w 5051160"/>
              <a:gd name="connsiteY78" fmla="*/ 1357312 h 3364706"/>
              <a:gd name="connsiteX79" fmla="*/ 628650 w 5051160"/>
              <a:gd name="connsiteY79" fmla="*/ 1314450 h 3364706"/>
              <a:gd name="connsiteX80" fmla="*/ 542925 w 5051160"/>
              <a:gd name="connsiteY80" fmla="*/ 1335881 h 3364706"/>
              <a:gd name="connsiteX81" fmla="*/ 521494 w 5051160"/>
              <a:gd name="connsiteY81" fmla="*/ 1385887 h 3364706"/>
              <a:gd name="connsiteX82" fmla="*/ 485775 w 5051160"/>
              <a:gd name="connsiteY82" fmla="*/ 1450181 h 3364706"/>
              <a:gd name="connsiteX83" fmla="*/ 471488 w 5051160"/>
              <a:gd name="connsiteY83" fmla="*/ 1543050 h 3364706"/>
              <a:gd name="connsiteX84" fmla="*/ 478632 w 5051160"/>
              <a:gd name="connsiteY84" fmla="*/ 1614487 h 3364706"/>
              <a:gd name="connsiteX85" fmla="*/ 492919 w 5051160"/>
              <a:gd name="connsiteY85" fmla="*/ 1635919 h 3364706"/>
              <a:gd name="connsiteX86" fmla="*/ 492919 w 5051160"/>
              <a:gd name="connsiteY86" fmla="*/ 1843087 h 3364706"/>
              <a:gd name="connsiteX87" fmla="*/ 471488 w 5051160"/>
              <a:gd name="connsiteY87" fmla="*/ 1914525 h 3364706"/>
              <a:gd name="connsiteX88" fmla="*/ 464344 w 5051160"/>
              <a:gd name="connsiteY88" fmla="*/ 1943100 h 3364706"/>
              <a:gd name="connsiteX89" fmla="*/ 457200 w 5051160"/>
              <a:gd name="connsiteY89" fmla="*/ 2021681 h 3364706"/>
              <a:gd name="connsiteX90" fmla="*/ 442913 w 5051160"/>
              <a:gd name="connsiteY90" fmla="*/ 2071687 h 3364706"/>
              <a:gd name="connsiteX91" fmla="*/ 435769 w 5051160"/>
              <a:gd name="connsiteY91" fmla="*/ 2100262 h 3364706"/>
              <a:gd name="connsiteX92" fmla="*/ 421482 w 5051160"/>
              <a:gd name="connsiteY92" fmla="*/ 2121694 h 3364706"/>
              <a:gd name="connsiteX93" fmla="*/ 414338 w 5051160"/>
              <a:gd name="connsiteY93" fmla="*/ 2178844 h 3364706"/>
              <a:gd name="connsiteX94" fmla="*/ 400050 w 5051160"/>
              <a:gd name="connsiteY94" fmla="*/ 2243137 h 3364706"/>
              <a:gd name="connsiteX95" fmla="*/ 378619 w 5051160"/>
              <a:gd name="connsiteY95" fmla="*/ 2293144 h 3364706"/>
              <a:gd name="connsiteX96" fmla="*/ 364332 w 5051160"/>
              <a:gd name="connsiteY96" fmla="*/ 2336006 h 3364706"/>
              <a:gd name="connsiteX97" fmla="*/ 350044 w 5051160"/>
              <a:gd name="connsiteY97" fmla="*/ 2386012 h 3364706"/>
              <a:gd name="connsiteX98" fmla="*/ 335757 w 5051160"/>
              <a:gd name="connsiteY98" fmla="*/ 2407444 h 3364706"/>
              <a:gd name="connsiteX99" fmla="*/ 307182 w 5051160"/>
              <a:gd name="connsiteY99" fmla="*/ 2507456 h 3364706"/>
              <a:gd name="connsiteX100" fmla="*/ 292894 w 5051160"/>
              <a:gd name="connsiteY100" fmla="*/ 2564606 h 3364706"/>
              <a:gd name="connsiteX101" fmla="*/ 285750 w 5051160"/>
              <a:gd name="connsiteY101" fmla="*/ 2586037 h 3364706"/>
              <a:gd name="connsiteX102" fmla="*/ 278607 w 5051160"/>
              <a:gd name="connsiteY102" fmla="*/ 2614612 h 3364706"/>
              <a:gd name="connsiteX103" fmla="*/ 264319 w 5051160"/>
              <a:gd name="connsiteY103" fmla="*/ 2764631 h 3364706"/>
              <a:gd name="connsiteX104" fmla="*/ 257175 w 5051160"/>
              <a:gd name="connsiteY104" fmla="*/ 2821781 h 3364706"/>
              <a:gd name="connsiteX105" fmla="*/ 235744 w 5051160"/>
              <a:gd name="connsiteY105" fmla="*/ 2871787 h 3364706"/>
              <a:gd name="connsiteX106" fmla="*/ 242888 w 5051160"/>
              <a:gd name="connsiteY106" fmla="*/ 2900362 h 3364706"/>
              <a:gd name="connsiteX107" fmla="*/ 250032 w 5051160"/>
              <a:gd name="connsiteY107" fmla="*/ 2921794 h 3364706"/>
              <a:gd name="connsiteX108" fmla="*/ 242888 w 5051160"/>
              <a:gd name="connsiteY108" fmla="*/ 2957512 h 3364706"/>
              <a:gd name="connsiteX109" fmla="*/ 214313 w 5051160"/>
              <a:gd name="connsiteY109" fmla="*/ 3000375 h 3364706"/>
              <a:gd name="connsiteX110" fmla="*/ 192882 w 5051160"/>
              <a:gd name="connsiteY110" fmla="*/ 3007519 h 3364706"/>
              <a:gd name="connsiteX111" fmla="*/ 171450 w 5051160"/>
              <a:gd name="connsiteY111" fmla="*/ 3028950 h 3364706"/>
              <a:gd name="connsiteX112" fmla="*/ 142875 w 5051160"/>
              <a:gd name="connsiteY112" fmla="*/ 3036094 h 3364706"/>
              <a:gd name="connsiteX113" fmla="*/ 121444 w 5051160"/>
              <a:gd name="connsiteY113" fmla="*/ 3064669 h 3364706"/>
              <a:gd name="connsiteX114" fmla="*/ 100013 w 5051160"/>
              <a:gd name="connsiteY114" fmla="*/ 3086100 h 3364706"/>
              <a:gd name="connsiteX115" fmla="*/ 85725 w 5051160"/>
              <a:gd name="connsiteY115" fmla="*/ 3107531 h 3364706"/>
              <a:gd name="connsiteX116" fmla="*/ 42863 w 5051160"/>
              <a:gd name="connsiteY116" fmla="*/ 3150394 h 3364706"/>
              <a:gd name="connsiteX117" fmla="*/ 35719 w 5051160"/>
              <a:gd name="connsiteY117" fmla="*/ 3171825 h 3364706"/>
              <a:gd name="connsiteX118" fmla="*/ 21432 w 5051160"/>
              <a:gd name="connsiteY118" fmla="*/ 3200400 h 3364706"/>
              <a:gd name="connsiteX119" fmla="*/ 14288 w 5051160"/>
              <a:gd name="connsiteY119" fmla="*/ 3228975 h 3364706"/>
              <a:gd name="connsiteX120" fmla="*/ 0 w 5051160"/>
              <a:gd name="connsiteY120" fmla="*/ 3264694 h 3364706"/>
              <a:gd name="connsiteX121" fmla="*/ 14288 w 5051160"/>
              <a:gd name="connsiteY121" fmla="*/ 3314700 h 3364706"/>
              <a:gd name="connsiteX122" fmla="*/ 28575 w 5051160"/>
              <a:gd name="connsiteY122" fmla="*/ 3357562 h 3364706"/>
              <a:gd name="connsiteX123" fmla="*/ 135732 w 5051160"/>
              <a:gd name="connsiteY123" fmla="*/ 3336131 h 3364706"/>
              <a:gd name="connsiteX124" fmla="*/ 171450 w 5051160"/>
              <a:gd name="connsiteY124" fmla="*/ 3321844 h 3364706"/>
              <a:gd name="connsiteX125" fmla="*/ 178594 w 5051160"/>
              <a:gd name="connsiteY125" fmla="*/ 3300412 h 3364706"/>
              <a:gd name="connsiteX126" fmla="*/ 192882 w 5051160"/>
              <a:gd name="connsiteY126" fmla="*/ 3271837 h 3364706"/>
              <a:gd name="connsiteX127" fmla="*/ 200025 w 5051160"/>
              <a:gd name="connsiteY127" fmla="*/ 3250406 h 3364706"/>
              <a:gd name="connsiteX128" fmla="*/ 228600 w 5051160"/>
              <a:gd name="connsiteY128" fmla="*/ 3207544 h 3364706"/>
              <a:gd name="connsiteX129" fmla="*/ 221457 w 5051160"/>
              <a:gd name="connsiteY129" fmla="*/ 3093244 h 3364706"/>
              <a:gd name="connsiteX130" fmla="*/ 207169 w 5051160"/>
              <a:gd name="connsiteY130" fmla="*/ 3071812 h 3364706"/>
              <a:gd name="connsiteX131" fmla="*/ 228600 w 5051160"/>
              <a:gd name="connsiteY131" fmla="*/ 2986087 h 3364706"/>
              <a:gd name="connsiteX132" fmla="*/ 264319 w 5051160"/>
              <a:gd name="connsiteY132" fmla="*/ 2964656 h 3364706"/>
              <a:gd name="connsiteX133" fmla="*/ 321469 w 5051160"/>
              <a:gd name="connsiteY133" fmla="*/ 2943225 h 3364706"/>
              <a:gd name="connsiteX134" fmla="*/ 335757 w 5051160"/>
              <a:gd name="connsiteY134" fmla="*/ 2921794 h 3364706"/>
              <a:gd name="connsiteX135" fmla="*/ 364332 w 5051160"/>
              <a:gd name="connsiteY135" fmla="*/ 2914650 h 3364706"/>
              <a:gd name="connsiteX136" fmla="*/ 385763 w 5051160"/>
              <a:gd name="connsiteY136" fmla="*/ 2900362 h 3364706"/>
              <a:gd name="connsiteX137" fmla="*/ 400050 w 5051160"/>
              <a:gd name="connsiteY137" fmla="*/ 2878931 h 3364706"/>
              <a:gd name="connsiteX138" fmla="*/ 407194 w 5051160"/>
              <a:gd name="connsiteY138" fmla="*/ 2857500 h 3364706"/>
              <a:gd name="connsiteX139" fmla="*/ 428625 w 5051160"/>
              <a:gd name="connsiteY139" fmla="*/ 2828925 h 3364706"/>
              <a:gd name="connsiteX140" fmla="*/ 450057 w 5051160"/>
              <a:gd name="connsiteY140" fmla="*/ 2778919 h 3364706"/>
              <a:gd name="connsiteX141" fmla="*/ 464344 w 5051160"/>
              <a:gd name="connsiteY141" fmla="*/ 2736056 h 3364706"/>
              <a:gd name="connsiteX142" fmla="*/ 478632 w 5051160"/>
              <a:gd name="connsiteY142" fmla="*/ 2671762 h 3364706"/>
              <a:gd name="connsiteX143" fmla="*/ 471488 w 5051160"/>
              <a:gd name="connsiteY143" fmla="*/ 2607469 h 3364706"/>
              <a:gd name="connsiteX144" fmla="*/ 442913 w 5051160"/>
              <a:gd name="connsiteY144" fmla="*/ 2600325 h 3364706"/>
              <a:gd name="connsiteX145" fmla="*/ 421482 w 5051160"/>
              <a:gd name="connsiteY145" fmla="*/ 2586037 h 3364706"/>
              <a:gd name="connsiteX146" fmla="*/ 357188 w 5051160"/>
              <a:gd name="connsiteY146" fmla="*/ 2600325 h 3364706"/>
              <a:gd name="connsiteX147" fmla="*/ 307182 w 5051160"/>
              <a:gd name="connsiteY147" fmla="*/ 2664619 h 3364706"/>
              <a:gd name="connsiteX148" fmla="*/ 300038 w 5051160"/>
              <a:gd name="connsiteY148" fmla="*/ 2686050 h 3364706"/>
              <a:gd name="connsiteX149" fmla="*/ 271463 w 5051160"/>
              <a:gd name="connsiteY149" fmla="*/ 2707481 h 3364706"/>
              <a:gd name="connsiteX150" fmla="*/ 264319 w 5051160"/>
              <a:gd name="connsiteY150" fmla="*/ 2764631 h 3364706"/>
              <a:gd name="connsiteX151" fmla="*/ 250032 w 5051160"/>
              <a:gd name="connsiteY151" fmla="*/ 2793206 h 3364706"/>
              <a:gd name="connsiteX152" fmla="*/ 242888 w 5051160"/>
              <a:gd name="connsiteY152" fmla="*/ 2836069 h 3364706"/>
              <a:gd name="connsiteX153" fmla="*/ 235744 w 5051160"/>
              <a:gd name="connsiteY153" fmla="*/ 2857500 h 3364706"/>
              <a:gd name="connsiteX154" fmla="*/ 250032 w 5051160"/>
              <a:gd name="connsiteY154" fmla="*/ 2943225 h 3364706"/>
              <a:gd name="connsiteX155" fmla="*/ 292894 w 5051160"/>
              <a:gd name="connsiteY155" fmla="*/ 2957512 h 3364706"/>
              <a:gd name="connsiteX156" fmla="*/ 335757 w 5051160"/>
              <a:gd name="connsiteY156" fmla="*/ 2950369 h 3364706"/>
              <a:gd name="connsiteX157" fmla="*/ 357188 w 5051160"/>
              <a:gd name="connsiteY157" fmla="*/ 2936081 h 3364706"/>
              <a:gd name="connsiteX158" fmla="*/ 392907 w 5051160"/>
              <a:gd name="connsiteY158" fmla="*/ 2914650 h 3364706"/>
              <a:gd name="connsiteX159" fmla="*/ 428625 w 5051160"/>
              <a:gd name="connsiteY159" fmla="*/ 2850356 h 3364706"/>
              <a:gd name="connsiteX160" fmla="*/ 464344 w 5051160"/>
              <a:gd name="connsiteY160" fmla="*/ 2800350 h 3364706"/>
              <a:gd name="connsiteX161" fmla="*/ 471488 w 5051160"/>
              <a:gd name="connsiteY161" fmla="*/ 2771775 h 3364706"/>
              <a:gd name="connsiteX162" fmla="*/ 514350 w 5051160"/>
              <a:gd name="connsiteY162" fmla="*/ 2736056 h 3364706"/>
              <a:gd name="connsiteX163" fmla="*/ 528638 w 5051160"/>
              <a:gd name="connsiteY163" fmla="*/ 2714625 h 3364706"/>
              <a:gd name="connsiteX164" fmla="*/ 578644 w 5051160"/>
              <a:gd name="connsiteY164" fmla="*/ 2678906 h 3364706"/>
              <a:gd name="connsiteX165" fmla="*/ 607219 w 5051160"/>
              <a:gd name="connsiteY165" fmla="*/ 2643187 h 3364706"/>
              <a:gd name="connsiteX166" fmla="*/ 650082 w 5051160"/>
              <a:gd name="connsiteY166" fmla="*/ 2586037 h 3364706"/>
              <a:gd name="connsiteX167" fmla="*/ 692944 w 5051160"/>
              <a:gd name="connsiteY167" fmla="*/ 2550319 h 3364706"/>
              <a:gd name="connsiteX168" fmla="*/ 721519 w 5051160"/>
              <a:gd name="connsiteY168" fmla="*/ 2500312 h 3364706"/>
              <a:gd name="connsiteX169" fmla="*/ 764382 w 5051160"/>
              <a:gd name="connsiteY169" fmla="*/ 2464594 h 3364706"/>
              <a:gd name="connsiteX170" fmla="*/ 785813 w 5051160"/>
              <a:gd name="connsiteY170" fmla="*/ 2436019 h 3364706"/>
              <a:gd name="connsiteX171" fmla="*/ 828675 w 5051160"/>
              <a:gd name="connsiteY171" fmla="*/ 2400300 h 3364706"/>
              <a:gd name="connsiteX172" fmla="*/ 850107 w 5051160"/>
              <a:gd name="connsiteY172" fmla="*/ 2364581 h 3364706"/>
              <a:gd name="connsiteX173" fmla="*/ 871538 w 5051160"/>
              <a:gd name="connsiteY173" fmla="*/ 2336006 h 3364706"/>
              <a:gd name="connsiteX174" fmla="*/ 885825 w 5051160"/>
              <a:gd name="connsiteY174" fmla="*/ 2307431 h 3364706"/>
              <a:gd name="connsiteX175" fmla="*/ 914400 w 5051160"/>
              <a:gd name="connsiteY175" fmla="*/ 2293144 h 3364706"/>
              <a:gd name="connsiteX176" fmla="*/ 964407 w 5051160"/>
              <a:gd name="connsiteY176" fmla="*/ 2228850 h 3364706"/>
              <a:gd name="connsiteX177" fmla="*/ 1000125 w 5051160"/>
              <a:gd name="connsiteY177" fmla="*/ 2193131 h 3364706"/>
              <a:gd name="connsiteX178" fmla="*/ 1028700 w 5051160"/>
              <a:gd name="connsiteY178" fmla="*/ 2150269 h 3364706"/>
              <a:gd name="connsiteX179" fmla="*/ 1064419 w 5051160"/>
              <a:gd name="connsiteY179" fmla="*/ 2093119 h 3364706"/>
              <a:gd name="connsiteX180" fmla="*/ 1085850 w 5051160"/>
              <a:gd name="connsiteY180" fmla="*/ 2085975 h 3364706"/>
              <a:gd name="connsiteX181" fmla="*/ 1100138 w 5051160"/>
              <a:gd name="connsiteY181" fmla="*/ 2050256 h 3364706"/>
              <a:gd name="connsiteX182" fmla="*/ 1135857 w 5051160"/>
              <a:gd name="connsiteY182" fmla="*/ 2007394 h 3364706"/>
              <a:gd name="connsiteX183" fmla="*/ 1157288 w 5051160"/>
              <a:gd name="connsiteY183" fmla="*/ 1978819 h 3364706"/>
              <a:gd name="connsiteX184" fmla="*/ 1164432 w 5051160"/>
              <a:gd name="connsiteY184" fmla="*/ 1950244 h 3364706"/>
              <a:gd name="connsiteX185" fmla="*/ 1200150 w 5051160"/>
              <a:gd name="connsiteY185" fmla="*/ 1907381 h 3364706"/>
              <a:gd name="connsiteX186" fmla="*/ 1264444 w 5051160"/>
              <a:gd name="connsiteY186" fmla="*/ 1821656 h 3364706"/>
              <a:gd name="connsiteX187" fmla="*/ 1285875 w 5051160"/>
              <a:gd name="connsiteY187" fmla="*/ 1807369 h 3364706"/>
              <a:gd name="connsiteX188" fmla="*/ 1314450 w 5051160"/>
              <a:gd name="connsiteY188" fmla="*/ 1757362 h 3364706"/>
              <a:gd name="connsiteX189" fmla="*/ 1321594 w 5051160"/>
              <a:gd name="connsiteY189" fmla="*/ 1735931 h 3364706"/>
              <a:gd name="connsiteX190" fmla="*/ 1343025 w 5051160"/>
              <a:gd name="connsiteY190" fmla="*/ 1721644 h 3364706"/>
              <a:gd name="connsiteX191" fmla="*/ 1371600 w 5051160"/>
              <a:gd name="connsiteY191" fmla="*/ 1685925 h 3364706"/>
              <a:gd name="connsiteX192" fmla="*/ 1385888 w 5051160"/>
              <a:gd name="connsiteY192" fmla="*/ 1664494 h 3364706"/>
              <a:gd name="connsiteX193" fmla="*/ 1407319 w 5051160"/>
              <a:gd name="connsiteY193" fmla="*/ 1650206 h 3364706"/>
              <a:gd name="connsiteX194" fmla="*/ 1421607 w 5051160"/>
              <a:gd name="connsiteY194" fmla="*/ 1614487 h 3364706"/>
              <a:gd name="connsiteX195" fmla="*/ 1435894 w 5051160"/>
              <a:gd name="connsiteY195" fmla="*/ 1593056 h 3364706"/>
              <a:gd name="connsiteX196" fmla="*/ 1450182 w 5051160"/>
              <a:gd name="connsiteY196" fmla="*/ 1564481 h 3364706"/>
              <a:gd name="connsiteX197" fmla="*/ 1464469 w 5051160"/>
              <a:gd name="connsiteY197" fmla="*/ 1543050 h 3364706"/>
              <a:gd name="connsiteX198" fmla="*/ 1478757 w 5051160"/>
              <a:gd name="connsiteY198" fmla="*/ 1514475 h 3364706"/>
              <a:gd name="connsiteX199" fmla="*/ 1500188 w 5051160"/>
              <a:gd name="connsiteY199" fmla="*/ 1493044 h 3364706"/>
              <a:gd name="connsiteX200" fmla="*/ 1514475 w 5051160"/>
              <a:gd name="connsiteY200" fmla="*/ 1471612 h 3364706"/>
              <a:gd name="connsiteX201" fmla="*/ 1557338 w 5051160"/>
              <a:gd name="connsiteY201" fmla="*/ 1443037 h 3364706"/>
              <a:gd name="connsiteX202" fmla="*/ 1578769 w 5051160"/>
              <a:gd name="connsiteY202" fmla="*/ 1421606 h 3364706"/>
              <a:gd name="connsiteX203" fmla="*/ 1650207 w 5051160"/>
              <a:gd name="connsiteY203" fmla="*/ 1407319 h 3364706"/>
              <a:gd name="connsiteX204" fmla="*/ 1750219 w 5051160"/>
              <a:gd name="connsiteY204" fmla="*/ 1385887 h 3364706"/>
              <a:gd name="connsiteX205" fmla="*/ 1943100 w 5051160"/>
              <a:gd name="connsiteY205" fmla="*/ 1407319 h 3364706"/>
              <a:gd name="connsiteX206" fmla="*/ 1964532 w 5051160"/>
              <a:gd name="connsiteY206" fmla="*/ 1414462 h 3364706"/>
              <a:gd name="connsiteX207" fmla="*/ 2028825 w 5051160"/>
              <a:gd name="connsiteY207" fmla="*/ 1428750 h 3364706"/>
              <a:gd name="connsiteX208" fmla="*/ 2057400 w 5051160"/>
              <a:gd name="connsiteY208" fmla="*/ 1435894 h 3364706"/>
              <a:gd name="connsiteX209" fmla="*/ 2235994 w 5051160"/>
              <a:gd name="connsiteY209" fmla="*/ 1450181 h 3364706"/>
              <a:gd name="connsiteX210" fmla="*/ 2286000 w 5051160"/>
              <a:gd name="connsiteY210" fmla="*/ 1457325 h 3364706"/>
              <a:gd name="connsiteX211" fmla="*/ 2364582 w 5051160"/>
              <a:gd name="connsiteY211" fmla="*/ 1471612 h 3364706"/>
              <a:gd name="connsiteX212" fmla="*/ 2486025 w 5051160"/>
              <a:gd name="connsiteY212" fmla="*/ 1478756 h 3364706"/>
              <a:gd name="connsiteX213" fmla="*/ 2600325 w 5051160"/>
              <a:gd name="connsiteY213" fmla="*/ 1493044 h 3364706"/>
              <a:gd name="connsiteX214" fmla="*/ 2650332 w 5051160"/>
              <a:gd name="connsiteY214" fmla="*/ 1485900 h 3364706"/>
              <a:gd name="connsiteX215" fmla="*/ 2714625 w 5051160"/>
              <a:gd name="connsiteY215" fmla="*/ 1478756 h 3364706"/>
              <a:gd name="connsiteX216" fmla="*/ 2836069 w 5051160"/>
              <a:gd name="connsiteY216" fmla="*/ 1464469 h 3364706"/>
              <a:gd name="connsiteX217" fmla="*/ 3136107 w 5051160"/>
              <a:gd name="connsiteY217" fmla="*/ 1457325 h 3364706"/>
              <a:gd name="connsiteX218" fmla="*/ 3221832 w 5051160"/>
              <a:gd name="connsiteY218" fmla="*/ 1443037 h 3364706"/>
              <a:gd name="connsiteX219" fmla="*/ 3328988 w 5051160"/>
              <a:gd name="connsiteY219" fmla="*/ 1471612 h 3364706"/>
              <a:gd name="connsiteX220" fmla="*/ 3364707 w 5051160"/>
              <a:gd name="connsiteY220" fmla="*/ 1507331 h 3364706"/>
              <a:gd name="connsiteX221" fmla="*/ 3378994 w 5051160"/>
              <a:gd name="connsiteY221" fmla="*/ 1528762 h 3364706"/>
              <a:gd name="connsiteX222" fmla="*/ 3414713 w 5051160"/>
              <a:gd name="connsiteY222" fmla="*/ 1557337 h 3364706"/>
              <a:gd name="connsiteX223" fmla="*/ 3436144 w 5051160"/>
              <a:gd name="connsiteY223" fmla="*/ 1578769 h 3364706"/>
              <a:gd name="connsiteX224" fmla="*/ 3450432 w 5051160"/>
              <a:gd name="connsiteY224" fmla="*/ 1600200 h 3364706"/>
              <a:gd name="connsiteX225" fmla="*/ 3471863 w 5051160"/>
              <a:gd name="connsiteY225" fmla="*/ 1614487 h 3364706"/>
              <a:gd name="connsiteX226" fmla="*/ 3514725 w 5051160"/>
              <a:gd name="connsiteY226" fmla="*/ 1657350 h 3364706"/>
              <a:gd name="connsiteX227" fmla="*/ 3529013 w 5051160"/>
              <a:gd name="connsiteY227" fmla="*/ 1678781 h 3364706"/>
              <a:gd name="connsiteX228" fmla="*/ 3557588 w 5051160"/>
              <a:gd name="connsiteY228" fmla="*/ 1700212 h 3364706"/>
              <a:gd name="connsiteX229" fmla="*/ 3586163 w 5051160"/>
              <a:gd name="connsiteY229" fmla="*/ 1743075 h 3364706"/>
              <a:gd name="connsiteX230" fmla="*/ 3600450 w 5051160"/>
              <a:gd name="connsiteY230" fmla="*/ 1764506 h 3364706"/>
              <a:gd name="connsiteX231" fmla="*/ 3621882 w 5051160"/>
              <a:gd name="connsiteY231" fmla="*/ 1771650 h 3364706"/>
              <a:gd name="connsiteX232" fmla="*/ 3629025 w 5051160"/>
              <a:gd name="connsiteY232" fmla="*/ 1793081 h 3364706"/>
              <a:gd name="connsiteX233" fmla="*/ 3671888 w 5051160"/>
              <a:gd name="connsiteY233" fmla="*/ 1843087 h 3364706"/>
              <a:gd name="connsiteX234" fmla="*/ 3707607 w 5051160"/>
              <a:gd name="connsiteY234" fmla="*/ 1893094 h 3364706"/>
              <a:gd name="connsiteX235" fmla="*/ 3729038 w 5051160"/>
              <a:gd name="connsiteY235" fmla="*/ 1921669 h 3364706"/>
              <a:gd name="connsiteX236" fmla="*/ 3743325 w 5051160"/>
              <a:gd name="connsiteY236" fmla="*/ 1943100 h 3364706"/>
              <a:gd name="connsiteX237" fmla="*/ 3779044 w 5051160"/>
              <a:gd name="connsiteY237" fmla="*/ 1971675 h 3364706"/>
              <a:gd name="connsiteX238" fmla="*/ 3807619 w 5051160"/>
              <a:gd name="connsiteY238" fmla="*/ 2035969 h 3364706"/>
              <a:gd name="connsiteX239" fmla="*/ 3829050 w 5051160"/>
              <a:gd name="connsiteY239" fmla="*/ 2057400 h 3364706"/>
              <a:gd name="connsiteX240" fmla="*/ 3836194 w 5051160"/>
              <a:gd name="connsiteY240" fmla="*/ 2085975 h 3364706"/>
              <a:gd name="connsiteX241" fmla="*/ 3879057 w 5051160"/>
              <a:gd name="connsiteY241" fmla="*/ 2135981 h 3364706"/>
              <a:gd name="connsiteX242" fmla="*/ 3914775 w 5051160"/>
              <a:gd name="connsiteY242" fmla="*/ 2171700 h 3364706"/>
              <a:gd name="connsiteX243" fmla="*/ 3929063 w 5051160"/>
              <a:gd name="connsiteY243" fmla="*/ 2207419 h 3364706"/>
              <a:gd name="connsiteX244" fmla="*/ 3971925 w 5051160"/>
              <a:gd name="connsiteY244" fmla="*/ 2257425 h 3364706"/>
              <a:gd name="connsiteX245" fmla="*/ 3979069 w 5051160"/>
              <a:gd name="connsiteY245" fmla="*/ 2278856 h 3364706"/>
              <a:gd name="connsiteX246" fmla="*/ 4029075 w 5051160"/>
              <a:gd name="connsiteY246" fmla="*/ 2343150 h 3364706"/>
              <a:gd name="connsiteX247" fmla="*/ 4064794 w 5051160"/>
              <a:gd name="connsiteY247" fmla="*/ 2407444 h 3364706"/>
              <a:gd name="connsiteX248" fmla="*/ 4086225 w 5051160"/>
              <a:gd name="connsiteY248" fmla="*/ 2421731 h 3364706"/>
              <a:gd name="connsiteX249" fmla="*/ 4121944 w 5051160"/>
              <a:gd name="connsiteY249" fmla="*/ 2464594 h 3364706"/>
              <a:gd name="connsiteX250" fmla="*/ 4157663 w 5051160"/>
              <a:gd name="connsiteY250" fmla="*/ 2500312 h 3364706"/>
              <a:gd name="connsiteX251" fmla="*/ 4200525 w 5051160"/>
              <a:gd name="connsiteY251" fmla="*/ 2536031 h 3364706"/>
              <a:gd name="connsiteX252" fmla="*/ 4214813 w 5051160"/>
              <a:gd name="connsiteY252" fmla="*/ 2557462 h 3364706"/>
              <a:gd name="connsiteX253" fmla="*/ 4257675 w 5051160"/>
              <a:gd name="connsiteY253" fmla="*/ 2586037 h 3364706"/>
              <a:gd name="connsiteX254" fmla="*/ 4279107 w 5051160"/>
              <a:gd name="connsiteY254" fmla="*/ 2600325 h 3364706"/>
              <a:gd name="connsiteX255" fmla="*/ 4300538 w 5051160"/>
              <a:gd name="connsiteY255" fmla="*/ 2621756 h 3364706"/>
              <a:gd name="connsiteX256" fmla="*/ 4321969 w 5051160"/>
              <a:gd name="connsiteY256" fmla="*/ 2628900 h 3364706"/>
              <a:gd name="connsiteX257" fmla="*/ 4350544 w 5051160"/>
              <a:gd name="connsiteY257" fmla="*/ 2643187 h 3364706"/>
              <a:gd name="connsiteX258" fmla="*/ 4371975 w 5051160"/>
              <a:gd name="connsiteY258" fmla="*/ 2671762 h 3364706"/>
              <a:gd name="connsiteX259" fmla="*/ 4421982 w 5051160"/>
              <a:gd name="connsiteY259" fmla="*/ 2686050 h 3364706"/>
              <a:gd name="connsiteX260" fmla="*/ 4450557 w 5051160"/>
              <a:gd name="connsiteY260" fmla="*/ 2707481 h 3364706"/>
              <a:gd name="connsiteX261" fmla="*/ 4471988 w 5051160"/>
              <a:gd name="connsiteY261" fmla="*/ 2714625 h 3364706"/>
              <a:gd name="connsiteX262" fmla="*/ 4536282 w 5051160"/>
              <a:gd name="connsiteY262" fmla="*/ 2736056 h 3364706"/>
              <a:gd name="connsiteX263" fmla="*/ 4564857 w 5051160"/>
              <a:gd name="connsiteY263" fmla="*/ 2757487 h 3364706"/>
              <a:gd name="connsiteX264" fmla="*/ 4593432 w 5051160"/>
              <a:gd name="connsiteY264" fmla="*/ 2771775 h 3364706"/>
              <a:gd name="connsiteX265" fmla="*/ 4686300 w 5051160"/>
              <a:gd name="connsiteY265" fmla="*/ 2800350 h 3364706"/>
              <a:gd name="connsiteX266" fmla="*/ 4736307 w 5051160"/>
              <a:gd name="connsiteY266" fmla="*/ 2843212 h 3364706"/>
              <a:gd name="connsiteX267" fmla="*/ 4779169 w 5051160"/>
              <a:gd name="connsiteY267" fmla="*/ 2864644 h 3364706"/>
              <a:gd name="connsiteX268" fmla="*/ 4814888 w 5051160"/>
              <a:gd name="connsiteY268" fmla="*/ 2921794 h 3364706"/>
              <a:gd name="connsiteX269" fmla="*/ 4807744 w 5051160"/>
              <a:gd name="connsiteY269" fmla="*/ 3000375 h 3364706"/>
              <a:gd name="connsiteX270" fmla="*/ 4793457 w 5051160"/>
              <a:gd name="connsiteY270" fmla="*/ 3043237 h 3364706"/>
              <a:gd name="connsiteX271" fmla="*/ 4786313 w 5051160"/>
              <a:gd name="connsiteY271" fmla="*/ 3071812 h 3364706"/>
              <a:gd name="connsiteX272" fmla="*/ 4800600 w 5051160"/>
              <a:gd name="connsiteY272" fmla="*/ 3121819 h 3364706"/>
              <a:gd name="connsiteX273" fmla="*/ 4814888 w 5051160"/>
              <a:gd name="connsiteY273" fmla="*/ 3178969 h 3364706"/>
              <a:gd name="connsiteX274" fmla="*/ 4864894 w 5051160"/>
              <a:gd name="connsiteY274" fmla="*/ 3264694 h 3364706"/>
              <a:gd name="connsiteX275" fmla="*/ 4872038 w 5051160"/>
              <a:gd name="connsiteY275" fmla="*/ 3293269 h 3364706"/>
              <a:gd name="connsiteX276" fmla="*/ 4936332 w 5051160"/>
              <a:gd name="connsiteY276" fmla="*/ 3343275 h 3364706"/>
              <a:gd name="connsiteX277" fmla="*/ 4979194 w 5051160"/>
              <a:gd name="connsiteY277" fmla="*/ 3364706 h 3364706"/>
              <a:gd name="connsiteX278" fmla="*/ 5050632 w 5051160"/>
              <a:gd name="connsiteY278" fmla="*/ 3328987 h 3364706"/>
              <a:gd name="connsiteX279" fmla="*/ 5029200 w 5051160"/>
              <a:gd name="connsiteY279" fmla="*/ 3314700 h 3364706"/>
              <a:gd name="connsiteX280" fmla="*/ 5014913 w 5051160"/>
              <a:gd name="connsiteY280" fmla="*/ 3157537 h 3364706"/>
              <a:gd name="connsiteX281" fmla="*/ 4986338 w 5051160"/>
              <a:gd name="connsiteY281" fmla="*/ 3078956 h 3364706"/>
              <a:gd name="connsiteX282" fmla="*/ 4964907 w 5051160"/>
              <a:gd name="connsiteY282" fmla="*/ 3064669 h 3364706"/>
              <a:gd name="connsiteX283" fmla="*/ 4936332 w 5051160"/>
              <a:gd name="connsiteY283" fmla="*/ 3036094 h 3364706"/>
              <a:gd name="connsiteX284" fmla="*/ 4922044 w 5051160"/>
              <a:gd name="connsiteY284" fmla="*/ 3014662 h 3364706"/>
              <a:gd name="connsiteX285" fmla="*/ 4886325 w 5051160"/>
              <a:gd name="connsiteY285" fmla="*/ 3000375 h 3364706"/>
              <a:gd name="connsiteX286" fmla="*/ 4843463 w 5051160"/>
              <a:gd name="connsiteY286" fmla="*/ 2978944 h 3364706"/>
              <a:gd name="connsiteX287" fmla="*/ 4836319 w 5051160"/>
              <a:gd name="connsiteY287" fmla="*/ 2957512 h 3364706"/>
              <a:gd name="connsiteX288" fmla="*/ 4814888 w 5051160"/>
              <a:gd name="connsiteY288" fmla="*/ 2943225 h 3364706"/>
              <a:gd name="connsiteX289" fmla="*/ 4836319 w 5051160"/>
              <a:gd name="connsiteY289" fmla="*/ 2828925 h 3364706"/>
              <a:gd name="connsiteX290" fmla="*/ 4829175 w 5051160"/>
              <a:gd name="connsiteY290" fmla="*/ 2636044 h 3364706"/>
              <a:gd name="connsiteX291" fmla="*/ 4822032 w 5051160"/>
              <a:gd name="connsiteY291" fmla="*/ 2600325 h 3364706"/>
              <a:gd name="connsiteX292" fmla="*/ 4779169 w 5051160"/>
              <a:gd name="connsiteY292" fmla="*/ 2571750 h 3364706"/>
              <a:gd name="connsiteX293" fmla="*/ 4722019 w 5051160"/>
              <a:gd name="connsiteY293" fmla="*/ 2543175 h 3364706"/>
              <a:gd name="connsiteX294" fmla="*/ 4643438 w 5051160"/>
              <a:gd name="connsiteY294" fmla="*/ 2550319 h 3364706"/>
              <a:gd name="connsiteX295" fmla="*/ 4622007 w 5051160"/>
              <a:gd name="connsiteY295" fmla="*/ 2571750 h 3364706"/>
              <a:gd name="connsiteX296" fmla="*/ 4629150 w 5051160"/>
              <a:gd name="connsiteY296" fmla="*/ 2664619 h 3364706"/>
              <a:gd name="connsiteX297" fmla="*/ 4643438 w 5051160"/>
              <a:gd name="connsiteY297" fmla="*/ 2693194 h 3364706"/>
              <a:gd name="connsiteX298" fmla="*/ 4657725 w 5051160"/>
              <a:gd name="connsiteY298" fmla="*/ 2736056 h 3364706"/>
              <a:gd name="connsiteX299" fmla="*/ 4672013 w 5051160"/>
              <a:gd name="connsiteY299" fmla="*/ 2786062 h 3364706"/>
              <a:gd name="connsiteX300" fmla="*/ 4643438 w 5051160"/>
              <a:gd name="connsiteY300" fmla="*/ 2778919 h 3364706"/>
              <a:gd name="connsiteX301" fmla="*/ 4636294 w 5051160"/>
              <a:gd name="connsiteY301" fmla="*/ 2728912 h 3364706"/>
              <a:gd name="connsiteX302" fmla="*/ 4643438 w 5051160"/>
              <a:gd name="connsiteY302" fmla="*/ 2571750 h 3364706"/>
              <a:gd name="connsiteX303" fmla="*/ 4686300 w 5051160"/>
              <a:gd name="connsiteY303" fmla="*/ 2557462 h 3364706"/>
              <a:gd name="connsiteX304" fmla="*/ 4714875 w 5051160"/>
              <a:gd name="connsiteY304" fmla="*/ 2543175 h 3364706"/>
              <a:gd name="connsiteX305" fmla="*/ 4764882 w 5051160"/>
              <a:gd name="connsiteY305" fmla="*/ 2528887 h 3364706"/>
              <a:gd name="connsiteX306" fmla="*/ 4757738 w 5051160"/>
              <a:gd name="connsiteY306" fmla="*/ 2464594 h 3364706"/>
              <a:gd name="connsiteX307" fmla="*/ 4743450 w 5051160"/>
              <a:gd name="connsiteY307" fmla="*/ 2364581 h 3364706"/>
              <a:gd name="connsiteX308" fmla="*/ 4736307 w 5051160"/>
              <a:gd name="connsiteY308" fmla="*/ 2336006 h 3364706"/>
              <a:gd name="connsiteX309" fmla="*/ 4722019 w 5051160"/>
              <a:gd name="connsiteY309" fmla="*/ 2314575 h 3364706"/>
              <a:gd name="connsiteX310" fmla="*/ 4707732 w 5051160"/>
              <a:gd name="connsiteY310" fmla="*/ 2250281 h 3364706"/>
              <a:gd name="connsiteX311" fmla="*/ 4700588 w 5051160"/>
              <a:gd name="connsiteY311" fmla="*/ 2221706 h 3364706"/>
              <a:gd name="connsiteX312" fmla="*/ 4686300 w 5051160"/>
              <a:gd name="connsiteY312" fmla="*/ 2157412 h 3364706"/>
              <a:gd name="connsiteX313" fmla="*/ 4672013 w 5051160"/>
              <a:gd name="connsiteY313" fmla="*/ 2128837 h 3364706"/>
              <a:gd name="connsiteX314" fmla="*/ 4664869 w 5051160"/>
              <a:gd name="connsiteY314" fmla="*/ 2093119 h 3364706"/>
              <a:gd name="connsiteX315" fmla="*/ 4650582 w 5051160"/>
              <a:gd name="connsiteY315" fmla="*/ 2035969 h 3364706"/>
              <a:gd name="connsiteX316" fmla="*/ 4643438 w 5051160"/>
              <a:gd name="connsiteY316" fmla="*/ 2000250 h 3364706"/>
              <a:gd name="connsiteX317" fmla="*/ 4636294 w 5051160"/>
              <a:gd name="connsiteY317" fmla="*/ 1978819 h 3364706"/>
              <a:gd name="connsiteX318" fmla="*/ 4622007 w 5051160"/>
              <a:gd name="connsiteY318" fmla="*/ 1885950 h 3364706"/>
              <a:gd name="connsiteX319" fmla="*/ 4593432 w 5051160"/>
              <a:gd name="connsiteY319" fmla="*/ 1800225 h 3364706"/>
              <a:gd name="connsiteX320" fmla="*/ 4579144 w 5051160"/>
              <a:gd name="connsiteY320" fmla="*/ 1728787 h 3364706"/>
              <a:gd name="connsiteX321" fmla="*/ 4564857 w 5051160"/>
              <a:gd name="connsiteY321" fmla="*/ 1657350 h 3364706"/>
              <a:gd name="connsiteX322" fmla="*/ 4557713 w 5051160"/>
              <a:gd name="connsiteY322" fmla="*/ 1571625 h 3364706"/>
              <a:gd name="connsiteX323" fmla="*/ 4550569 w 5051160"/>
              <a:gd name="connsiteY323" fmla="*/ 1543050 h 3364706"/>
              <a:gd name="connsiteX324" fmla="*/ 4529138 w 5051160"/>
              <a:gd name="connsiteY324" fmla="*/ 1350169 h 3364706"/>
              <a:gd name="connsiteX325" fmla="*/ 4500563 w 5051160"/>
              <a:gd name="connsiteY325" fmla="*/ 1250156 h 3364706"/>
              <a:gd name="connsiteX326" fmla="*/ 4479132 w 5051160"/>
              <a:gd name="connsiteY326" fmla="*/ 1235869 h 3364706"/>
              <a:gd name="connsiteX327" fmla="*/ 4450557 w 5051160"/>
              <a:gd name="connsiteY327" fmla="*/ 1228725 h 3364706"/>
              <a:gd name="connsiteX328" fmla="*/ 4429125 w 5051160"/>
              <a:gd name="connsiteY328" fmla="*/ 1221581 h 3364706"/>
              <a:gd name="connsiteX329" fmla="*/ 4407694 w 5051160"/>
              <a:gd name="connsiteY329" fmla="*/ 1235869 h 3364706"/>
              <a:gd name="connsiteX330" fmla="*/ 4371975 w 5051160"/>
              <a:gd name="connsiteY330" fmla="*/ 1293019 h 3364706"/>
              <a:gd name="connsiteX331" fmla="*/ 4336257 w 5051160"/>
              <a:gd name="connsiteY331" fmla="*/ 1378744 h 3364706"/>
              <a:gd name="connsiteX332" fmla="*/ 4350544 w 5051160"/>
              <a:gd name="connsiteY332" fmla="*/ 1493044 h 3364706"/>
              <a:gd name="connsiteX333" fmla="*/ 4364832 w 5051160"/>
              <a:gd name="connsiteY333" fmla="*/ 1514475 h 3364706"/>
              <a:gd name="connsiteX334" fmla="*/ 4386263 w 5051160"/>
              <a:gd name="connsiteY334" fmla="*/ 1521619 h 3364706"/>
              <a:gd name="connsiteX335" fmla="*/ 4429125 w 5051160"/>
              <a:gd name="connsiteY335" fmla="*/ 1550194 h 3364706"/>
              <a:gd name="connsiteX336" fmla="*/ 4486275 w 5051160"/>
              <a:gd name="connsiteY336" fmla="*/ 1543050 h 3364706"/>
              <a:gd name="connsiteX337" fmla="*/ 4507707 w 5051160"/>
              <a:gd name="connsiteY337" fmla="*/ 1535906 h 3364706"/>
              <a:gd name="connsiteX338" fmla="*/ 4521994 w 5051160"/>
              <a:gd name="connsiteY338" fmla="*/ 1514475 h 3364706"/>
              <a:gd name="connsiteX339" fmla="*/ 4536282 w 5051160"/>
              <a:gd name="connsiteY339" fmla="*/ 1471612 h 3364706"/>
              <a:gd name="connsiteX340" fmla="*/ 4529138 w 5051160"/>
              <a:gd name="connsiteY340" fmla="*/ 1421606 h 3364706"/>
              <a:gd name="connsiteX341" fmla="*/ 4514850 w 5051160"/>
              <a:gd name="connsiteY341" fmla="*/ 1400175 h 3364706"/>
              <a:gd name="connsiteX342" fmla="*/ 4507707 w 5051160"/>
              <a:gd name="connsiteY342" fmla="*/ 1357312 h 3364706"/>
              <a:gd name="connsiteX343" fmla="*/ 4500563 w 5051160"/>
              <a:gd name="connsiteY343" fmla="*/ 1328737 h 3364706"/>
              <a:gd name="connsiteX344" fmla="*/ 4486275 w 5051160"/>
              <a:gd name="connsiteY344" fmla="*/ 1250156 h 3364706"/>
              <a:gd name="connsiteX345" fmla="*/ 4479132 w 5051160"/>
              <a:gd name="connsiteY345" fmla="*/ 1064419 h 3364706"/>
              <a:gd name="connsiteX346" fmla="*/ 4464844 w 5051160"/>
              <a:gd name="connsiteY346" fmla="*/ 914400 h 3364706"/>
              <a:gd name="connsiteX347" fmla="*/ 4457700 w 5051160"/>
              <a:gd name="connsiteY347" fmla="*/ 864394 h 3364706"/>
              <a:gd name="connsiteX348" fmla="*/ 4450557 w 5051160"/>
              <a:gd name="connsiteY348" fmla="*/ 828675 h 3364706"/>
              <a:gd name="connsiteX349" fmla="*/ 4429125 w 5051160"/>
              <a:gd name="connsiteY349" fmla="*/ 814387 h 3364706"/>
              <a:gd name="connsiteX350" fmla="*/ 4379119 w 5051160"/>
              <a:gd name="connsiteY350" fmla="*/ 821531 h 3364706"/>
              <a:gd name="connsiteX351" fmla="*/ 4350544 w 5051160"/>
              <a:gd name="connsiteY351" fmla="*/ 885825 h 3364706"/>
              <a:gd name="connsiteX352" fmla="*/ 4379119 w 5051160"/>
              <a:gd name="connsiteY352" fmla="*/ 935831 h 3364706"/>
              <a:gd name="connsiteX353" fmla="*/ 4421982 w 5051160"/>
              <a:gd name="connsiteY353" fmla="*/ 921544 h 3364706"/>
              <a:gd name="connsiteX354" fmla="*/ 4436269 w 5051160"/>
              <a:gd name="connsiteY354" fmla="*/ 900112 h 3364706"/>
              <a:gd name="connsiteX355" fmla="*/ 4443413 w 5051160"/>
              <a:gd name="connsiteY355" fmla="*/ 871537 h 3364706"/>
              <a:gd name="connsiteX356" fmla="*/ 4436269 w 5051160"/>
              <a:gd name="connsiteY356" fmla="*/ 678656 h 3364706"/>
              <a:gd name="connsiteX357" fmla="*/ 4421982 w 5051160"/>
              <a:gd name="connsiteY357" fmla="*/ 578644 h 3364706"/>
              <a:gd name="connsiteX358" fmla="*/ 4400550 w 5051160"/>
              <a:gd name="connsiteY358" fmla="*/ 492919 h 3364706"/>
              <a:gd name="connsiteX359" fmla="*/ 4393407 w 5051160"/>
              <a:gd name="connsiteY359" fmla="*/ 400050 h 3364706"/>
              <a:gd name="connsiteX360" fmla="*/ 4379119 w 5051160"/>
              <a:gd name="connsiteY360" fmla="*/ 335756 h 3364706"/>
              <a:gd name="connsiteX361" fmla="*/ 4371975 w 5051160"/>
              <a:gd name="connsiteY361" fmla="*/ 314325 h 3364706"/>
              <a:gd name="connsiteX362" fmla="*/ 4329113 w 5051160"/>
              <a:gd name="connsiteY362" fmla="*/ 285750 h 3364706"/>
              <a:gd name="connsiteX363" fmla="*/ 4250532 w 5051160"/>
              <a:gd name="connsiteY363" fmla="*/ 307181 h 3364706"/>
              <a:gd name="connsiteX364" fmla="*/ 4236244 w 5051160"/>
              <a:gd name="connsiteY364" fmla="*/ 328612 h 3364706"/>
              <a:gd name="connsiteX365" fmla="*/ 4236244 w 5051160"/>
              <a:gd name="connsiteY365" fmla="*/ 464344 h 3364706"/>
              <a:gd name="connsiteX366" fmla="*/ 4250532 w 5051160"/>
              <a:gd name="connsiteY366" fmla="*/ 485775 h 3364706"/>
              <a:gd name="connsiteX367" fmla="*/ 4293394 w 5051160"/>
              <a:gd name="connsiteY367" fmla="*/ 500062 h 3364706"/>
              <a:gd name="connsiteX368" fmla="*/ 4357688 w 5051160"/>
              <a:gd name="connsiteY368" fmla="*/ 485775 h 3364706"/>
              <a:gd name="connsiteX369" fmla="*/ 4364832 w 5051160"/>
              <a:gd name="connsiteY369" fmla="*/ 464344 h 3364706"/>
              <a:gd name="connsiteX370" fmla="*/ 4371975 w 5051160"/>
              <a:gd name="connsiteY370" fmla="*/ 407194 h 3364706"/>
              <a:gd name="connsiteX371" fmla="*/ 4364832 w 5051160"/>
              <a:gd name="connsiteY371" fmla="*/ 235744 h 3364706"/>
              <a:gd name="connsiteX372" fmla="*/ 4314825 w 5051160"/>
              <a:gd name="connsiteY372" fmla="*/ 200025 h 3364706"/>
              <a:gd name="connsiteX373" fmla="*/ 4293394 w 5051160"/>
              <a:gd name="connsiteY373" fmla="*/ 185737 h 3364706"/>
              <a:gd name="connsiteX374" fmla="*/ 4243388 w 5051160"/>
              <a:gd name="connsiteY374" fmla="*/ 171450 h 3364706"/>
              <a:gd name="connsiteX375" fmla="*/ 4186238 w 5051160"/>
              <a:gd name="connsiteY375" fmla="*/ 157162 h 3364706"/>
              <a:gd name="connsiteX376" fmla="*/ 4164807 w 5051160"/>
              <a:gd name="connsiteY376" fmla="*/ 171450 h 3364706"/>
              <a:gd name="connsiteX377" fmla="*/ 4136232 w 5051160"/>
              <a:gd name="connsiteY377" fmla="*/ 178594 h 3364706"/>
              <a:gd name="connsiteX378" fmla="*/ 4107657 w 5051160"/>
              <a:gd name="connsiteY378" fmla="*/ 192881 h 3364706"/>
              <a:gd name="connsiteX379" fmla="*/ 4079082 w 5051160"/>
              <a:gd name="connsiteY379" fmla="*/ 221456 h 3364706"/>
              <a:gd name="connsiteX380" fmla="*/ 4050507 w 5051160"/>
              <a:gd name="connsiteY380" fmla="*/ 228600 h 3364706"/>
              <a:gd name="connsiteX381" fmla="*/ 3800475 w 5051160"/>
              <a:gd name="connsiteY381" fmla="*/ 221456 h 3364706"/>
              <a:gd name="connsiteX382" fmla="*/ 3764757 w 5051160"/>
              <a:gd name="connsiteY382" fmla="*/ 214312 h 3364706"/>
              <a:gd name="connsiteX383" fmla="*/ 3721894 w 5051160"/>
              <a:gd name="connsiteY383" fmla="*/ 207169 h 3364706"/>
              <a:gd name="connsiteX384" fmla="*/ 3693319 w 5051160"/>
              <a:gd name="connsiteY384" fmla="*/ 200025 h 3364706"/>
              <a:gd name="connsiteX385" fmla="*/ 3643313 w 5051160"/>
              <a:gd name="connsiteY385" fmla="*/ 150019 h 3364706"/>
              <a:gd name="connsiteX386" fmla="*/ 3621882 w 5051160"/>
              <a:gd name="connsiteY386" fmla="*/ 128587 h 3364706"/>
              <a:gd name="connsiteX387" fmla="*/ 3593307 w 5051160"/>
              <a:gd name="connsiteY387" fmla="*/ 121444 h 3364706"/>
              <a:gd name="connsiteX388" fmla="*/ 3543300 w 5051160"/>
              <a:gd name="connsiteY388" fmla="*/ 85725 h 3364706"/>
              <a:gd name="connsiteX389" fmla="*/ 3514725 w 5051160"/>
              <a:gd name="connsiteY389" fmla="*/ 64294 h 3364706"/>
              <a:gd name="connsiteX390" fmla="*/ 3421857 w 5051160"/>
              <a:gd name="connsiteY390" fmla="*/ 35719 h 3364706"/>
              <a:gd name="connsiteX391" fmla="*/ 3364707 w 5051160"/>
              <a:gd name="connsiteY391" fmla="*/ 14287 h 3364706"/>
              <a:gd name="connsiteX392" fmla="*/ 3336132 w 5051160"/>
              <a:gd name="connsiteY392" fmla="*/ 0 h 3364706"/>
              <a:gd name="connsiteX393" fmla="*/ 3186113 w 5051160"/>
              <a:gd name="connsiteY393" fmla="*/ 28575 h 336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5051160" h="3364706">
                <a:moveTo>
                  <a:pt x="1735932" y="121444"/>
                </a:moveTo>
                <a:cubicBezTo>
                  <a:pt x="1684177" y="111093"/>
                  <a:pt x="1683782" y="107585"/>
                  <a:pt x="1614488" y="121444"/>
                </a:cubicBezTo>
                <a:cubicBezTo>
                  <a:pt x="1606069" y="123128"/>
                  <a:pt x="1601096" y="132716"/>
                  <a:pt x="1593057" y="135731"/>
                </a:cubicBezTo>
                <a:cubicBezTo>
                  <a:pt x="1581688" y="139994"/>
                  <a:pt x="1569244" y="140494"/>
                  <a:pt x="1557338" y="142875"/>
                </a:cubicBezTo>
                <a:cubicBezTo>
                  <a:pt x="1550194" y="147637"/>
                  <a:pt x="1543586" y="153322"/>
                  <a:pt x="1535907" y="157162"/>
                </a:cubicBezTo>
                <a:cubicBezTo>
                  <a:pt x="1529172" y="160530"/>
                  <a:pt x="1520603" y="159929"/>
                  <a:pt x="1514475" y="164306"/>
                </a:cubicBezTo>
                <a:cubicBezTo>
                  <a:pt x="1503514" y="172135"/>
                  <a:pt x="1496127" y="184115"/>
                  <a:pt x="1485900" y="192881"/>
                </a:cubicBezTo>
                <a:cubicBezTo>
                  <a:pt x="1467995" y="208228"/>
                  <a:pt x="1451238" y="213023"/>
                  <a:pt x="1428750" y="221456"/>
                </a:cubicBezTo>
                <a:cubicBezTo>
                  <a:pt x="1421699" y="224100"/>
                  <a:pt x="1414584" y="226619"/>
                  <a:pt x="1407319" y="228600"/>
                </a:cubicBezTo>
                <a:cubicBezTo>
                  <a:pt x="1378902" y="236350"/>
                  <a:pt x="1350169" y="242887"/>
                  <a:pt x="1321594" y="250031"/>
                </a:cubicBezTo>
                <a:lnTo>
                  <a:pt x="1293019" y="257175"/>
                </a:lnTo>
                <a:cubicBezTo>
                  <a:pt x="1269207" y="254794"/>
                  <a:pt x="1245103" y="254441"/>
                  <a:pt x="1221582" y="250031"/>
                </a:cubicBezTo>
                <a:cubicBezTo>
                  <a:pt x="1206779" y="247256"/>
                  <a:pt x="1178719" y="235744"/>
                  <a:pt x="1178719" y="235744"/>
                </a:cubicBezTo>
                <a:cubicBezTo>
                  <a:pt x="1171575" y="230981"/>
                  <a:pt x="1165179" y="224838"/>
                  <a:pt x="1157288" y="221456"/>
                </a:cubicBezTo>
                <a:cubicBezTo>
                  <a:pt x="1148264" y="217588"/>
                  <a:pt x="1138153" y="217009"/>
                  <a:pt x="1128713" y="214312"/>
                </a:cubicBezTo>
                <a:cubicBezTo>
                  <a:pt x="1121473" y="212243"/>
                  <a:pt x="1114426" y="209550"/>
                  <a:pt x="1107282" y="207169"/>
                </a:cubicBezTo>
                <a:cubicBezTo>
                  <a:pt x="1085757" y="192819"/>
                  <a:pt x="1082656" y="189471"/>
                  <a:pt x="1057275" y="178594"/>
                </a:cubicBezTo>
                <a:cubicBezTo>
                  <a:pt x="1050354" y="175628"/>
                  <a:pt x="1042579" y="174818"/>
                  <a:pt x="1035844" y="171450"/>
                </a:cubicBezTo>
                <a:cubicBezTo>
                  <a:pt x="1023425" y="165240"/>
                  <a:pt x="1012350" y="156602"/>
                  <a:pt x="1000125" y="150019"/>
                </a:cubicBezTo>
                <a:cubicBezTo>
                  <a:pt x="981372" y="139921"/>
                  <a:pt x="942975" y="121444"/>
                  <a:pt x="942975" y="121444"/>
                </a:cubicBezTo>
                <a:cubicBezTo>
                  <a:pt x="933450" y="111919"/>
                  <a:pt x="923166" y="103097"/>
                  <a:pt x="914400" y="92869"/>
                </a:cubicBezTo>
                <a:cubicBezTo>
                  <a:pt x="908812" y="86350"/>
                  <a:pt x="906632" y="77025"/>
                  <a:pt x="900113" y="71437"/>
                </a:cubicBezTo>
                <a:cubicBezTo>
                  <a:pt x="889571" y="62401"/>
                  <a:pt x="876532" y="56749"/>
                  <a:pt x="864394" y="50006"/>
                </a:cubicBezTo>
                <a:cubicBezTo>
                  <a:pt x="833830" y="33027"/>
                  <a:pt x="839887" y="36736"/>
                  <a:pt x="807244" y="28575"/>
                </a:cubicBezTo>
                <a:cubicBezTo>
                  <a:pt x="785813" y="30956"/>
                  <a:pt x="764220" y="32174"/>
                  <a:pt x="742950" y="35719"/>
                </a:cubicBezTo>
                <a:cubicBezTo>
                  <a:pt x="735522" y="36957"/>
                  <a:pt x="726844" y="37537"/>
                  <a:pt x="721519" y="42862"/>
                </a:cubicBezTo>
                <a:cubicBezTo>
                  <a:pt x="716194" y="48187"/>
                  <a:pt x="719079" y="58414"/>
                  <a:pt x="714375" y="64294"/>
                </a:cubicBezTo>
                <a:cubicBezTo>
                  <a:pt x="709012" y="70998"/>
                  <a:pt x="700088" y="73819"/>
                  <a:pt x="692944" y="78581"/>
                </a:cubicBezTo>
                <a:cubicBezTo>
                  <a:pt x="685800" y="90487"/>
                  <a:pt x="679844" y="103192"/>
                  <a:pt x="671513" y="114300"/>
                </a:cubicBezTo>
                <a:cubicBezTo>
                  <a:pt x="665451" y="122382"/>
                  <a:pt x="655094" y="126959"/>
                  <a:pt x="650082" y="135731"/>
                </a:cubicBezTo>
                <a:cubicBezTo>
                  <a:pt x="645211" y="144256"/>
                  <a:pt x="647329" y="155524"/>
                  <a:pt x="642938" y="164306"/>
                </a:cubicBezTo>
                <a:cubicBezTo>
                  <a:pt x="630519" y="189144"/>
                  <a:pt x="608856" y="209399"/>
                  <a:pt x="600075" y="235744"/>
                </a:cubicBezTo>
                <a:cubicBezTo>
                  <a:pt x="597694" y="242888"/>
                  <a:pt x="595001" y="249935"/>
                  <a:pt x="592932" y="257175"/>
                </a:cubicBezTo>
                <a:cubicBezTo>
                  <a:pt x="590235" y="266615"/>
                  <a:pt x="590179" y="276968"/>
                  <a:pt x="585788" y="285750"/>
                </a:cubicBezTo>
                <a:cubicBezTo>
                  <a:pt x="580463" y="296399"/>
                  <a:pt x="571501" y="304800"/>
                  <a:pt x="564357" y="314325"/>
                </a:cubicBezTo>
                <a:cubicBezTo>
                  <a:pt x="544246" y="374655"/>
                  <a:pt x="537028" y="386669"/>
                  <a:pt x="571500" y="485775"/>
                </a:cubicBezTo>
                <a:cubicBezTo>
                  <a:pt x="573156" y="490536"/>
                  <a:pt x="632688" y="504643"/>
                  <a:pt x="642938" y="507206"/>
                </a:cubicBezTo>
                <a:cubicBezTo>
                  <a:pt x="659607" y="504825"/>
                  <a:pt x="677557" y="506901"/>
                  <a:pt x="692944" y="500062"/>
                </a:cubicBezTo>
                <a:cubicBezTo>
                  <a:pt x="700790" y="496575"/>
                  <a:pt x="705740" y="487086"/>
                  <a:pt x="707232" y="478631"/>
                </a:cubicBezTo>
                <a:cubicBezTo>
                  <a:pt x="713040" y="445717"/>
                  <a:pt x="711994" y="411956"/>
                  <a:pt x="714375" y="378619"/>
                </a:cubicBezTo>
                <a:cubicBezTo>
                  <a:pt x="711994" y="359569"/>
                  <a:pt x="710666" y="340358"/>
                  <a:pt x="707232" y="321469"/>
                </a:cubicBezTo>
                <a:cubicBezTo>
                  <a:pt x="705885" y="314060"/>
                  <a:pt x="705413" y="305362"/>
                  <a:pt x="700088" y="300037"/>
                </a:cubicBezTo>
                <a:cubicBezTo>
                  <a:pt x="679618" y="279567"/>
                  <a:pt x="660948" y="271506"/>
                  <a:pt x="635794" y="264319"/>
                </a:cubicBezTo>
                <a:cubicBezTo>
                  <a:pt x="626354" y="261622"/>
                  <a:pt x="616744" y="259556"/>
                  <a:pt x="607219" y="257175"/>
                </a:cubicBezTo>
                <a:cubicBezTo>
                  <a:pt x="600075" y="264319"/>
                  <a:pt x="593459" y="272031"/>
                  <a:pt x="585788" y="278606"/>
                </a:cubicBezTo>
                <a:cubicBezTo>
                  <a:pt x="576748" y="286354"/>
                  <a:pt x="565632" y="291618"/>
                  <a:pt x="557213" y="300037"/>
                </a:cubicBezTo>
                <a:cubicBezTo>
                  <a:pt x="551142" y="306108"/>
                  <a:pt x="547688" y="314325"/>
                  <a:pt x="542925" y="321469"/>
                </a:cubicBezTo>
                <a:cubicBezTo>
                  <a:pt x="562520" y="419438"/>
                  <a:pt x="541870" y="306702"/>
                  <a:pt x="557213" y="521494"/>
                </a:cubicBezTo>
                <a:cubicBezTo>
                  <a:pt x="558078" y="533605"/>
                  <a:pt x="562640" y="545192"/>
                  <a:pt x="564357" y="557212"/>
                </a:cubicBezTo>
                <a:cubicBezTo>
                  <a:pt x="567406" y="578558"/>
                  <a:pt x="569119" y="600075"/>
                  <a:pt x="571500" y="621506"/>
                </a:cubicBezTo>
                <a:cubicBezTo>
                  <a:pt x="569119" y="659606"/>
                  <a:pt x="568155" y="697821"/>
                  <a:pt x="564357" y="735806"/>
                </a:cubicBezTo>
                <a:cubicBezTo>
                  <a:pt x="563380" y="745575"/>
                  <a:pt x="559343" y="754797"/>
                  <a:pt x="557213" y="764381"/>
                </a:cubicBezTo>
                <a:cubicBezTo>
                  <a:pt x="550557" y="794333"/>
                  <a:pt x="548095" y="811946"/>
                  <a:pt x="542925" y="842962"/>
                </a:cubicBezTo>
                <a:cubicBezTo>
                  <a:pt x="549275" y="852487"/>
                  <a:pt x="562769" y="878681"/>
                  <a:pt x="578644" y="878681"/>
                </a:cubicBezTo>
                <a:cubicBezTo>
                  <a:pt x="593704" y="878681"/>
                  <a:pt x="607219" y="869156"/>
                  <a:pt x="621507" y="864394"/>
                </a:cubicBezTo>
                <a:cubicBezTo>
                  <a:pt x="626269" y="857250"/>
                  <a:pt x="634940" y="851505"/>
                  <a:pt x="635794" y="842962"/>
                </a:cubicBezTo>
                <a:cubicBezTo>
                  <a:pt x="639864" y="802254"/>
                  <a:pt x="636323" y="793221"/>
                  <a:pt x="607219" y="778669"/>
                </a:cubicBezTo>
                <a:cubicBezTo>
                  <a:pt x="600484" y="775301"/>
                  <a:pt x="592932" y="773906"/>
                  <a:pt x="585788" y="771525"/>
                </a:cubicBezTo>
                <a:lnTo>
                  <a:pt x="542925" y="778669"/>
                </a:lnTo>
                <a:cubicBezTo>
                  <a:pt x="539828" y="791058"/>
                  <a:pt x="554731" y="974999"/>
                  <a:pt x="557213" y="1007269"/>
                </a:cubicBezTo>
                <a:cubicBezTo>
                  <a:pt x="554832" y="1104900"/>
                  <a:pt x="554504" y="1202603"/>
                  <a:pt x="550069" y="1300162"/>
                </a:cubicBezTo>
                <a:cubicBezTo>
                  <a:pt x="549727" y="1307685"/>
                  <a:pt x="544994" y="1314353"/>
                  <a:pt x="542925" y="1321594"/>
                </a:cubicBezTo>
                <a:cubicBezTo>
                  <a:pt x="540228" y="1331034"/>
                  <a:pt x="541915" y="1342502"/>
                  <a:pt x="535782" y="1350169"/>
                </a:cubicBezTo>
                <a:cubicBezTo>
                  <a:pt x="531078" y="1356049"/>
                  <a:pt x="521494" y="1354931"/>
                  <a:pt x="514350" y="1357312"/>
                </a:cubicBezTo>
                <a:cubicBezTo>
                  <a:pt x="509588" y="1366837"/>
                  <a:pt x="505346" y="1376641"/>
                  <a:pt x="500063" y="1385887"/>
                </a:cubicBezTo>
                <a:cubicBezTo>
                  <a:pt x="495803" y="1393342"/>
                  <a:pt x="488490" y="1399174"/>
                  <a:pt x="485775" y="1407319"/>
                </a:cubicBezTo>
                <a:cubicBezTo>
                  <a:pt x="481195" y="1421060"/>
                  <a:pt x="481774" y="1436042"/>
                  <a:pt x="478632" y="1450181"/>
                </a:cubicBezTo>
                <a:cubicBezTo>
                  <a:pt x="476999" y="1457532"/>
                  <a:pt x="473869" y="1464468"/>
                  <a:pt x="471488" y="1471612"/>
                </a:cubicBezTo>
                <a:cubicBezTo>
                  <a:pt x="473869" y="1519237"/>
                  <a:pt x="472465" y="1567203"/>
                  <a:pt x="478632" y="1614487"/>
                </a:cubicBezTo>
                <a:cubicBezTo>
                  <a:pt x="479742" y="1623001"/>
                  <a:pt x="485638" y="1631368"/>
                  <a:pt x="492919" y="1635919"/>
                </a:cubicBezTo>
                <a:cubicBezTo>
                  <a:pt x="504511" y="1643164"/>
                  <a:pt x="547630" y="1653168"/>
                  <a:pt x="564357" y="1657350"/>
                </a:cubicBezTo>
                <a:cubicBezTo>
                  <a:pt x="581026" y="1654969"/>
                  <a:pt x="597797" y="1653218"/>
                  <a:pt x="614363" y="1650206"/>
                </a:cubicBezTo>
                <a:cubicBezTo>
                  <a:pt x="624023" y="1648450"/>
                  <a:pt x="634769" y="1648508"/>
                  <a:pt x="642938" y="1643062"/>
                </a:cubicBezTo>
                <a:cubicBezTo>
                  <a:pt x="658292" y="1632826"/>
                  <a:pt x="657238" y="1614462"/>
                  <a:pt x="664369" y="1600200"/>
                </a:cubicBezTo>
                <a:cubicBezTo>
                  <a:pt x="668209" y="1592521"/>
                  <a:pt x="673894" y="1585913"/>
                  <a:pt x="678657" y="1578769"/>
                </a:cubicBezTo>
                <a:cubicBezTo>
                  <a:pt x="700973" y="1489494"/>
                  <a:pt x="672458" y="1600462"/>
                  <a:pt x="692944" y="1528762"/>
                </a:cubicBezTo>
                <a:cubicBezTo>
                  <a:pt x="710882" y="1465979"/>
                  <a:pt x="690105" y="1530134"/>
                  <a:pt x="707232" y="1478756"/>
                </a:cubicBezTo>
                <a:cubicBezTo>
                  <a:pt x="704851" y="1445419"/>
                  <a:pt x="705896" y="1411658"/>
                  <a:pt x="700088" y="1378744"/>
                </a:cubicBezTo>
                <a:cubicBezTo>
                  <a:pt x="698596" y="1370289"/>
                  <a:pt x="691297" y="1363908"/>
                  <a:pt x="685800" y="1357312"/>
                </a:cubicBezTo>
                <a:cubicBezTo>
                  <a:pt x="664967" y="1332313"/>
                  <a:pt x="658716" y="1332489"/>
                  <a:pt x="628650" y="1314450"/>
                </a:cubicBezTo>
                <a:cubicBezTo>
                  <a:pt x="600075" y="1321594"/>
                  <a:pt x="569998" y="1324278"/>
                  <a:pt x="542925" y="1335881"/>
                </a:cubicBezTo>
                <a:cubicBezTo>
                  <a:pt x="528620" y="1342012"/>
                  <a:pt x="524514" y="1375822"/>
                  <a:pt x="521494" y="1385887"/>
                </a:cubicBezTo>
                <a:cubicBezTo>
                  <a:pt x="506509" y="1435838"/>
                  <a:pt x="516182" y="1419776"/>
                  <a:pt x="485775" y="1450181"/>
                </a:cubicBezTo>
                <a:cubicBezTo>
                  <a:pt x="480338" y="1477368"/>
                  <a:pt x="471488" y="1517107"/>
                  <a:pt x="471488" y="1543050"/>
                </a:cubicBezTo>
                <a:cubicBezTo>
                  <a:pt x="471488" y="1566981"/>
                  <a:pt x="473251" y="1591169"/>
                  <a:pt x="478632" y="1614487"/>
                </a:cubicBezTo>
                <a:cubicBezTo>
                  <a:pt x="480563" y="1622853"/>
                  <a:pt x="488157" y="1628775"/>
                  <a:pt x="492919" y="1635919"/>
                </a:cubicBezTo>
                <a:cubicBezTo>
                  <a:pt x="504032" y="1735934"/>
                  <a:pt x="504008" y="1704484"/>
                  <a:pt x="492919" y="1843087"/>
                </a:cubicBezTo>
                <a:cubicBezTo>
                  <a:pt x="489949" y="1880211"/>
                  <a:pt x="483220" y="1879328"/>
                  <a:pt x="471488" y="1914525"/>
                </a:cubicBezTo>
                <a:cubicBezTo>
                  <a:pt x="468383" y="1923839"/>
                  <a:pt x="466725" y="1933575"/>
                  <a:pt x="464344" y="1943100"/>
                </a:cubicBezTo>
                <a:cubicBezTo>
                  <a:pt x="461963" y="1969294"/>
                  <a:pt x="460676" y="1995610"/>
                  <a:pt x="457200" y="2021681"/>
                </a:cubicBezTo>
                <a:cubicBezTo>
                  <a:pt x="454408" y="2042625"/>
                  <a:pt x="448425" y="2052397"/>
                  <a:pt x="442913" y="2071687"/>
                </a:cubicBezTo>
                <a:cubicBezTo>
                  <a:pt x="440216" y="2081127"/>
                  <a:pt x="439636" y="2091238"/>
                  <a:pt x="435769" y="2100262"/>
                </a:cubicBezTo>
                <a:cubicBezTo>
                  <a:pt x="432387" y="2108154"/>
                  <a:pt x="426244" y="2114550"/>
                  <a:pt x="421482" y="2121694"/>
                </a:cubicBezTo>
                <a:cubicBezTo>
                  <a:pt x="419101" y="2140744"/>
                  <a:pt x="417257" y="2159869"/>
                  <a:pt x="414338" y="2178844"/>
                </a:cubicBezTo>
                <a:cubicBezTo>
                  <a:pt x="411882" y="2194805"/>
                  <a:pt x="404791" y="2226544"/>
                  <a:pt x="400050" y="2243137"/>
                </a:cubicBezTo>
                <a:cubicBezTo>
                  <a:pt x="388550" y="2283391"/>
                  <a:pt x="397675" y="2245504"/>
                  <a:pt x="378619" y="2293144"/>
                </a:cubicBezTo>
                <a:cubicBezTo>
                  <a:pt x="373026" y="2307127"/>
                  <a:pt x="368659" y="2321581"/>
                  <a:pt x="364332" y="2336006"/>
                </a:cubicBezTo>
                <a:cubicBezTo>
                  <a:pt x="360898" y="2347453"/>
                  <a:pt x="356047" y="2374006"/>
                  <a:pt x="350044" y="2386012"/>
                </a:cubicBezTo>
                <a:cubicBezTo>
                  <a:pt x="346204" y="2393691"/>
                  <a:pt x="339244" y="2399598"/>
                  <a:pt x="335757" y="2407444"/>
                </a:cubicBezTo>
                <a:cubicBezTo>
                  <a:pt x="317403" y="2448741"/>
                  <a:pt x="322326" y="2462025"/>
                  <a:pt x="307182" y="2507456"/>
                </a:cubicBezTo>
                <a:cubicBezTo>
                  <a:pt x="290852" y="2556444"/>
                  <a:pt x="310136" y="2495642"/>
                  <a:pt x="292894" y="2564606"/>
                </a:cubicBezTo>
                <a:cubicBezTo>
                  <a:pt x="291068" y="2571911"/>
                  <a:pt x="287819" y="2578797"/>
                  <a:pt x="285750" y="2586037"/>
                </a:cubicBezTo>
                <a:cubicBezTo>
                  <a:pt x="283053" y="2595477"/>
                  <a:pt x="280988" y="2605087"/>
                  <a:pt x="278607" y="2614612"/>
                </a:cubicBezTo>
                <a:cubicBezTo>
                  <a:pt x="273844" y="2664618"/>
                  <a:pt x="270550" y="2714786"/>
                  <a:pt x="264319" y="2764631"/>
                </a:cubicBezTo>
                <a:cubicBezTo>
                  <a:pt x="261938" y="2783681"/>
                  <a:pt x="260609" y="2802892"/>
                  <a:pt x="257175" y="2821781"/>
                </a:cubicBezTo>
                <a:cubicBezTo>
                  <a:pt x="254171" y="2838302"/>
                  <a:pt x="242783" y="2857709"/>
                  <a:pt x="235744" y="2871787"/>
                </a:cubicBezTo>
                <a:cubicBezTo>
                  <a:pt x="238125" y="2881312"/>
                  <a:pt x="240191" y="2890922"/>
                  <a:pt x="242888" y="2900362"/>
                </a:cubicBezTo>
                <a:cubicBezTo>
                  <a:pt x="244957" y="2907603"/>
                  <a:pt x="250032" y="2914264"/>
                  <a:pt x="250032" y="2921794"/>
                </a:cubicBezTo>
                <a:cubicBezTo>
                  <a:pt x="250032" y="2933936"/>
                  <a:pt x="245833" y="2945733"/>
                  <a:pt x="242888" y="2957512"/>
                </a:cubicBezTo>
                <a:cubicBezTo>
                  <a:pt x="237645" y="2978483"/>
                  <a:pt x="234233" y="2987095"/>
                  <a:pt x="214313" y="3000375"/>
                </a:cubicBezTo>
                <a:cubicBezTo>
                  <a:pt x="208048" y="3004552"/>
                  <a:pt x="200026" y="3005138"/>
                  <a:pt x="192882" y="3007519"/>
                </a:cubicBezTo>
                <a:cubicBezTo>
                  <a:pt x="185738" y="3014663"/>
                  <a:pt x="180222" y="3023938"/>
                  <a:pt x="171450" y="3028950"/>
                </a:cubicBezTo>
                <a:cubicBezTo>
                  <a:pt x="162925" y="3033821"/>
                  <a:pt x="150864" y="3030387"/>
                  <a:pt x="142875" y="3036094"/>
                </a:cubicBezTo>
                <a:cubicBezTo>
                  <a:pt x="133187" y="3043014"/>
                  <a:pt x="129192" y="3055629"/>
                  <a:pt x="121444" y="3064669"/>
                </a:cubicBezTo>
                <a:cubicBezTo>
                  <a:pt x="114869" y="3072340"/>
                  <a:pt x="106481" y="3078339"/>
                  <a:pt x="100013" y="3086100"/>
                </a:cubicBezTo>
                <a:cubicBezTo>
                  <a:pt x="94516" y="3092696"/>
                  <a:pt x="91429" y="3101114"/>
                  <a:pt x="85725" y="3107531"/>
                </a:cubicBezTo>
                <a:cubicBezTo>
                  <a:pt x="72301" y="3122633"/>
                  <a:pt x="42863" y="3150394"/>
                  <a:pt x="42863" y="3150394"/>
                </a:cubicBezTo>
                <a:cubicBezTo>
                  <a:pt x="40482" y="3157538"/>
                  <a:pt x="38685" y="3164904"/>
                  <a:pt x="35719" y="3171825"/>
                </a:cubicBezTo>
                <a:cubicBezTo>
                  <a:pt x="31524" y="3181613"/>
                  <a:pt x="25171" y="3190429"/>
                  <a:pt x="21432" y="3200400"/>
                </a:cubicBezTo>
                <a:cubicBezTo>
                  <a:pt x="17985" y="3209593"/>
                  <a:pt x="17393" y="3219661"/>
                  <a:pt x="14288" y="3228975"/>
                </a:cubicBezTo>
                <a:cubicBezTo>
                  <a:pt x="10233" y="3241140"/>
                  <a:pt x="4763" y="3252788"/>
                  <a:pt x="0" y="3264694"/>
                </a:cubicBezTo>
                <a:cubicBezTo>
                  <a:pt x="4763" y="3281363"/>
                  <a:pt x="9190" y="3298131"/>
                  <a:pt x="14288" y="3314700"/>
                </a:cubicBezTo>
                <a:cubicBezTo>
                  <a:pt x="18717" y="3329094"/>
                  <a:pt x="28575" y="3357562"/>
                  <a:pt x="28575" y="3357562"/>
                </a:cubicBezTo>
                <a:cubicBezTo>
                  <a:pt x="64294" y="3350418"/>
                  <a:pt x="100393" y="3344966"/>
                  <a:pt x="135732" y="3336131"/>
                </a:cubicBezTo>
                <a:cubicBezTo>
                  <a:pt x="148172" y="3333021"/>
                  <a:pt x="161599" y="3330053"/>
                  <a:pt x="171450" y="3321844"/>
                </a:cubicBezTo>
                <a:cubicBezTo>
                  <a:pt x="177235" y="3317023"/>
                  <a:pt x="175628" y="3307334"/>
                  <a:pt x="178594" y="3300412"/>
                </a:cubicBezTo>
                <a:cubicBezTo>
                  <a:pt x="182789" y="3290624"/>
                  <a:pt x="188687" y="3281625"/>
                  <a:pt x="192882" y="3271837"/>
                </a:cubicBezTo>
                <a:cubicBezTo>
                  <a:pt x="195848" y="3264916"/>
                  <a:pt x="196368" y="3256988"/>
                  <a:pt x="200025" y="3250406"/>
                </a:cubicBezTo>
                <a:cubicBezTo>
                  <a:pt x="208364" y="3235396"/>
                  <a:pt x="219075" y="3221831"/>
                  <a:pt x="228600" y="3207544"/>
                </a:cubicBezTo>
                <a:cubicBezTo>
                  <a:pt x="226219" y="3169444"/>
                  <a:pt x="227411" y="3130951"/>
                  <a:pt x="221457" y="3093244"/>
                </a:cubicBezTo>
                <a:cubicBezTo>
                  <a:pt x="220118" y="3084763"/>
                  <a:pt x="207946" y="3080363"/>
                  <a:pt x="207169" y="3071812"/>
                </a:cubicBezTo>
                <a:cubicBezTo>
                  <a:pt x="205668" y="3055298"/>
                  <a:pt x="211256" y="3003431"/>
                  <a:pt x="228600" y="2986087"/>
                </a:cubicBezTo>
                <a:cubicBezTo>
                  <a:pt x="238418" y="2976269"/>
                  <a:pt x="252544" y="2972015"/>
                  <a:pt x="264319" y="2964656"/>
                </a:cubicBezTo>
                <a:cubicBezTo>
                  <a:pt x="298944" y="2943016"/>
                  <a:pt x="272959" y="2952927"/>
                  <a:pt x="321469" y="2943225"/>
                </a:cubicBezTo>
                <a:cubicBezTo>
                  <a:pt x="326232" y="2936081"/>
                  <a:pt x="328613" y="2926556"/>
                  <a:pt x="335757" y="2921794"/>
                </a:cubicBezTo>
                <a:cubicBezTo>
                  <a:pt x="343926" y="2916348"/>
                  <a:pt x="355308" y="2918518"/>
                  <a:pt x="364332" y="2914650"/>
                </a:cubicBezTo>
                <a:cubicBezTo>
                  <a:pt x="372223" y="2911268"/>
                  <a:pt x="378619" y="2905125"/>
                  <a:pt x="385763" y="2900362"/>
                </a:cubicBezTo>
                <a:cubicBezTo>
                  <a:pt x="390525" y="2893218"/>
                  <a:pt x="396210" y="2886610"/>
                  <a:pt x="400050" y="2878931"/>
                </a:cubicBezTo>
                <a:cubicBezTo>
                  <a:pt x="403418" y="2872196"/>
                  <a:pt x="403458" y="2864038"/>
                  <a:pt x="407194" y="2857500"/>
                </a:cubicBezTo>
                <a:cubicBezTo>
                  <a:pt x="413101" y="2847163"/>
                  <a:pt x="421481" y="2838450"/>
                  <a:pt x="428625" y="2828925"/>
                </a:cubicBezTo>
                <a:cubicBezTo>
                  <a:pt x="451627" y="2759922"/>
                  <a:pt x="414737" y="2867220"/>
                  <a:pt x="450057" y="2778919"/>
                </a:cubicBezTo>
                <a:cubicBezTo>
                  <a:pt x="455650" y="2764936"/>
                  <a:pt x="461390" y="2750824"/>
                  <a:pt x="464344" y="2736056"/>
                </a:cubicBezTo>
                <a:cubicBezTo>
                  <a:pt x="473414" y="2690710"/>
                  <a:pt x="468543" y="2712117"/>
                  <a:pt x="478632" y="2671762"/>
                </a:cubicBezTo>
                <a:cubicBezTo>
                  <a:pt x="476251" y="2650331"/>
                  <a:pt x="481131" y="2626755"/>
                  <a:pt x="471488" y="2607469"/>
                </a:cubicBezTo>
                <a:cubicBezTo>
                  <a:pt x="467097" y="2598687"/>
                  <a:pt x="451937" y="2604193"/>
                  <a:pt x="442913" y="2600325"/>
                </a:cubicBezTo>
                <a:cubicBezTo>
                  <a:pt x="435022" y="2596943"/>
                  <a:pt x="428626" y="2590800"/>
                  <a:pt x="421482" y="2586037"/>
                </a:cubicBezTo>
                <a:cubicBezTo>
                  <a:pt x="400051" y="2590800"/>
                  <a:pt x="377453" y="2591881"/>
                  <a:pt x="357188" y="2600325"/>
                </a:cubicBezTo>
                <a:cubicBezTo>
                  <a:pt x="342872" y="2606290"/>
                  <a:pt x="308630" y="2660276"/>
                  <a:pt x="307182" y="2664619"/>
                </a:cubicBezTo>
                <a:cubicBezTo>
                  <a:pt x="304801" y="2671763"/>
                  <a:pt x="304859" y="2680265"/>
                  <a:pt x="300038" y="2686050"/>
                </a:cubicBezTo>
                <a:cubicBezTo>
                  <a:pt x="292416" y="2695197"/>
                  <a:pt x="280988" y="2700337"/>
                  <a:pt x="271463" y="2707481"/>
                </a:cubicBezTo>
                <a:cubicBezTo>
                  <a:pt x="269082" y="2726531"/>
                  <a:pt x="268975" y="2746006"/>
                  <a:pt x="264319" y="2764631"/>
                </a:cubicBezTo>
                <a:cubicBezTo>
                  <a:pt x="261736" y="2774962"/>
                  <a:pt x="253092" y="2783006"/>
                  <a:pt x="250032" y="2793206"/>
                </a:cubicBezTo>
                <a:cubicBezTo>
                  <a:pt x="245870" y="2807080"/>
                  <a:pt x="246030" y="2821929"/>
                  <a:pt x="242888" y="2836069"/>
                </a:cubicBezTo>
                <a:cubicBezTo>
                  <a:pt x="241254" y="2843420"/>
                  <a:pt x="238125" y="2850356"/>
                  <a:pt x="235744" y="2857500"/>
                </a:cubicBezTo>
                <a:cubicBezTo>
                  <a:pt x="240507" y="2886075"/>
                  <a:pt x="235659" y="2918073"/>
                  <a:pt x="250032" y="2943225"/>
                </a:cubicBezTo>
                <a:cubicBezTo>
                  <a:pt x="257504" y="2956301"/>
                  <a:pt x="292894" y="2957512"/>
                  <a:pt x="292894" y="2957512"/>
                </a:cubicBezTo>
                <a:cubicBezTo>
                  <a:pt x="307182" y="2955131"/>
                  <a:pt x="322016" y="2954949"/>
                  <a:pt x="335757" y="2950369"/>
                </a:cubicBezTo>
                <a:cubicBezTo>
                  <a:pt x="343902" y="2947654"/>
                  <a:pt x="349907" y="2940631"/>
                  <a:pt x="357188" y="2936081"/>
                </a:cubicBezTo>
                <a:cubicBezTo>
                  <a:pt x="368962" y="2928722"/>
                  <a:pt x="381001" y="2921794"/>
                  <a:pt x="392907" y="2914650"/>
                </a:cubicBezTo>
                <a:cubicBezTo>
                  <a:pt x="412657" y="2855394"/>
                  <a:pt x="379506" y="2948591"/>
                  <a:pt x="428625" y="2850356"/>
                </a:cubicBezTo>
                <a:cubicBezTo>
                  <a:pt x="447431" y="2812745"/>
                  <a:pt x="435383" y="2829311"/>
                  <a:pt x="464344" y="2800350"/>
                </a:cubicBezTo>
                <a:cubicBezTo>
                  <a:pt x="466725" y="2790825"/>
                  <a:pt x="466617" y="2780300"/>
                  <a:pt x="471488" y="2771775"/>
                </a:cubicBezTo>
                <a:cubicBezTo>
                  <a:pt x="479950" y="2756967"/>
                  <a:pt x="500695" y="2745160"/>
                  <a:pt x="514350" y="2736056"/>
                </a:cubicBezTo>
                <a:cubicBezTo>
                  <a:pt x="519113" y="2728912"/>
                  <a:pt x="522567" y="2720696"/>
                  <a:pt x="528638" y="2714625"/>
                </a:cubicBezTo>
                <a:cubicBezTo>
                  <a:pt x="537496" y="2705767"/>
                  <a:pt x="566478" y="2687017"/>
                  <a:pt x="578644" y="2678906"/>
                </a:cubicBezTo>
                <a:cubicBezTo>
                  <a:pt x="592552" y="2637185"/>
                  <a:pt x="574907" y="2675499"/>
                  <a:pt x="607219" y="2643187"/>
                </a:cubicBezTo>
                <a:cubicBezTo>
                  <a:pt x="659325" y="2591081"/>
                  <a:pt x="617106" y="2625609"/>
                  <a:pt x="650082" y="2586037"/>
                </a:cubicBezTo>
                <a:cubicBezTo>
                  <a:pt x="667271" y="2565410"/>
                  <a:pt x="671871" y="2564367"/>
                  <a:pt x="692944" y="2550319"/>
                </a:cubicBezTo>
                <a:cubicBezTo>
                  <a:pt x="698545" y="2539117"/>
                  <a:pt x="711425" y="2510407"/>
                  <a:pt x="721519" y="2500312"/>
                </a:cubicBezTo>
                <a:cubicBezTo>
                  <a:pt x="787672" y="2434157"/>
                  <a:pt x="694144" y="2546537"/>
                  <a:pt x="764382" y="2464594"/>
                </a:cubicBezTo>
                <a:cubicBezTo>
                  <a:pt x="772131" y="2455554"/>
                  <a:pt x="777394" y="2444438"/>
                  <a:pt x="785813" y="2436019"/>
                </a:cubicBezTo>
                <a:cubicBezTo>
                  <a:pt x="822115" y="2399716"/>
                  <a:pt x="793565" y="2447112"/>
                  <a:pt x="828675" y="2400300"/>
                </a:cubicBezTo>
                <a:cubicBezTo>
                  <a:pt x="837006" y="2389192"/>
                  <a:pt x="842405" y="2376134"/>
                  <a:pt x="850107" y="2364581"/>
                </a:cubicBezTo>
                <a:cubicBezTo>
                  <a:pt x="856711" y="2354674"/>
                  <a:pt x="865228" y="2346102"/>
                  <a:pt x="871538" y="2336006"/>
                </a:cubicBezTo>
                <a:cubicBezTo>
                  <a:pt x="877182" y="2326975"/>
                  <a:pt x="878295" y="2314961"/>
                  <a:pt x="885825" y="2307431"/>
                </a:cubicBezTo>
                <a:cubicBezTo>
                  <a:pt x="893355" y="2299901"/>
                  <a:pt x="904875" y="2297906"/>
                  <a:pt x="914400" y="2293144"/>
                </a:cubicBezTo>
                <a:cubicBezTo>
                  <a:pt x="986622" y="2184810"/>
                  <a:pt x="908450" y="2295997"/>
                  <a:pt x="964407" y="2228850"/>
                </a:cubicBezTo>
                <a:cubicBezTo>
                  <a:pt x="994175" y="2193129"/>
                  <a:pt x="960832" y="2219328"/>
                  <a:pt x="1000125" y="2193131"/>
                </a:cubicBezTo>
                <a:cubicBezTo>
                  <a:pt x="1009650" y="2178844"/>
                  <a:pt x="1019599" y="2164830"/>
                  <a:pt x="1028700" y="2150269"/>
                </a:cubicBezTo>
                <a:cubicBezTo>
                  <a:pt x="1040606" y="2131219"/>
                  <a:pt x="1043107" y="2100223"/>
                  <a:pt x="1064419" y="2093119"/>
                </a:cubicBezTo>
                <a:lnTo>
                  <a:pt x="1085850" y="2085975"/>
                </a:lnTo>
                <a:cubicBezTo>
                  <a:pt x="1090613" y="2074069"/>
                  <a:pt x="1094403" y="2061726"/>
                  <a:pt x="1100138" y="2050256"/>
                </a:cubicBezTo>
                <a:cubicBezTo>
                  <a:pt x="1112771" y="2024991"/>
                  <a:pt x="1116895" y="2029516"/>
                  <a:pt x="1135857" y="2007394"/>
                </a:cubicBezTo>
                <a:cubicBezTo>
                  <a:pt x="1143606" y="1998354"/>
                  <a:pt x="1150144" y="1988344"/>
                  <a:pt x="1157288" y="1978819"/>
                </a:cubicBezTo>
                <a:cubicBezTo>
                  <a:pt x="1159669" y="1969294"/>
                  <a:pt x="1160565" y="1959268"/>
                  <a:pt x="1164432" y="1950244"/>
                </a:cubicBezTo>
                <a:cubicBezTo>
                  <a:pt x="1173823" y="1928331"/>
                  <a:pt x="1185003" y="1925557"/>
                  <a:pt x="1200150" y="1907381"/>
                </a:cubicBezTo>
                <a:cubicBezTo>
                  <a:pt x="1225715" y="1876704"/>
                  <a:pt x="1221134" y="1850529"/>
                  <a:pt x="1264444" y="1821656"/>
                </a:cubicBezTo>
                <a:lnTo>
                  <a:pt x="1285875" y="1807369"/>
                </a:lnTo>
                <a:cubicBezTo>
                  <a:pt x="1302255" y="1758230"/>
                  <a:pt x="1279852" y="1817909"/>
                  <a:pt x="1314450" y="1757362"/>
                </a:cubicBezTo>
                <a:cubicBezTo>
                  <a:pt x="1318186" y="1750824"/>
                  <a:pt x="1316890" y="1741811"/>
                  <a:pt x="1321594" y="1735931"/>
                </a:cubicBezTo>
                <a:cubicBezTo>
                  <a:pt x="1326957" y="1729227"/>
                  <a:pt x="1336954" y="1727715"/>
                  <a:pt x="1343025" y="1721644"/>
                </a:cubicBezTo>
                <a:cubicBezTo>
                  <a:pt x="1353807" y="1710862"/>
                  <a:pt x="1362451" y="1698123"/>
                  <a:pt x="1371600" y="1685925"/>
                </a:cubicBezTo>
                <a:cubicBezTo>
                  <a:pt x="1376751" y="1679056"/>
                  <a:pt x="1379817" y="1670565"/>
                  <a:pt x="1385888" y="1664494"/>
                </a:cubicBezTo>
                <a:cubicBezTo>
                  <a:pt x="1391959" y="1658423"/>
                  <a:pt x="1400175" y="1654969"/>
                  <a:pt x="1407319" y="1650206"/>
                </a:cubicBezTo>
                <a:cubicBezTo>
                  <a:pt x="1412082" y="1638300"/>
                  <a:pt x="1415872" y="1625957"/>
                  <a:pt x="1421607" y="1614487"/>
                </a:cubicBezTo>
                <a:cubicBezTo>
                  <a:pt x="1425447" y="1606808"/>
                  <a:pt x="1431634" y="1600510"/>
                  <a:pt x="1435894" y="1593056"/>
                </a:cubicBezTo>
                <a:cubicBezTo>
                  <a:pt x="1441178" y="1583810"/>
                  <a:pt x="1444898" y="1573727"/>
                  <a:pt x="1450182" y="1564481"/>
                </a:cubicBezTo>
                <a:cubicBezTo>
                  <a:pt x="1454442" y="1557027"/>
                  <a:pt x="1460209" y="1550504"/>
                  <a:pt x="1464469" y="1543050"/>
                </a:cubicBezTo>
                <a:cubicBezTo>
                  <a:pt x="1469753" y="1533804"/>
                  <a:pt x="1472567" y="1523141"/>
                  <a:pt x="1478757" y="1514475"/>
                </a:cubicBezTo>
                <a:cubicBezTo>
                  <a:pt x="1484629" y="1506254"/>
                  <a:pt x="1493721" y="1500805"/>
                  <a:pt x="1500188" y="1493044"/>
                </a:cubicBezTo>
                <a:cubicBezTo>
                  <a:pt x="1505684" y="1486448"/>
                  <a:pt x="1508014" y="1477266"/>
                  <a:pt x="1514475" y="1471612"/>
                </a:cubicBezTo>
                <a:cubicBezTo>
                  <a:pt x="1527398" y="1460304"/>
                  <a:pt x="1545196" y="1455179"/>
                  <a:pt x="1557338" y="1443037"/>
                </a:cubicBezTo>
                <a:cubicBezTo>
                  <a:pt x="1564482" y="1435893"/>
                  <a:pt x="1569340" y="1425233"/>
                  <a:pt x="1578769" y="1421606"/>
                </a:cubicBezTo>
                <a:cubicBezTo>
                  <a:pt x="1601435" y="1412889"/>
                  <a:pt x="1626648" y="1413209"/>
                  <a:pt x="1650207" y="1407319"/>
                </a:cubicBezTo>
                <a:cubicBezTo>
                  <a:pt x="1721409" y="1389518"/>
                  <a:pt x="1687988" y="1396259"/>
                  <a:pt x="1750219" y="1385887"/>
                </a:cubicBezTo>
                <a:cubicBezTo>
                  <a:pt x="1751681" y="1386033"/>
                  <a:pt x="1901355" y="1398970"/>
                  <a:pt x="1943100" y="1407319"/>
                </a:cubicBezTo>
                <a:cubicBezTo>
                  <a:pt x="1950484" y="1408796"/>
                  <a:pt x="1957227" y="1412636"/>
                  <a:pt x="1964532" y="1414462"/>
                </a:cubicBezTo>
                <a:cubicBezTo>
                  <a:pt x="1985830" y="1419787"/>
                  <a:pt x="2007433" y="1423813"/>
                  <a:pt x="2028825" y="1428750"/>
                </a:cubicBezTo>
                <a:cubicBezTo>
                  <a:pt x="2038392" y="1430958"/>
                  <a:pt x="2047681" y="1434506"/>
                  <a:pt x="2057400" y="1435894"/>
                </a:cubicBezTo>
                <a:cubicBezTo>
                  <a:pt x="2104224" y="1442583"/>
                  <a:pt x="2195062" y="1447452"/>
                  <a:pt x="2235994" y="1450181"/>
                </a:cubicBezTo>
                <a:cubicBezTo>
                  <a:pt x="2252663" y="1452562"/>
                  <a:pt x="2269434" y="1454313"/>
                  <a:pt x="2286000" y="1457325"/>
                </a:cubicBezTo>
                <a:cubicBezTo>
                  <a:pt x="2340958" y="1467318"/>
                  <a:pt x="2287623" y="1465199"/>
                  <a:pt x="2364582" y="1471612"/>
                </a:cubicBezTo>
                <a:cubicBezTo>
                  <a:pt x="2404993" y="1474979"/>
                  <a:pt x="2445544" y="1476375"/>
                  <a:pt x="2486025" y="1478756"/>
                </a:cubicBezTo>
                <a:cubicBezTo>
                  <a:pt x="2508164" y="1481919"/>
                  <a:pt x="2582320" y="1493044"/>
                  <a:pt x="2600325" y="1493044"/>
                </a:cubicBezTo>
                <a:cubicBezTo>
                  <a:pt x="2617163" y="1493044"/>
                  <a:pt x="2633624" y="1487989"/>
                  <a:pt x="2650332" y="1485900"/>
                </a:cubicBezTo>
                <a:cubicBezTo>
                  <a:pt x="2671728" y="1483225"/>
                  <a:pt x="2693251" y="1481606"/>
                  <a:pt x="2714625" y="1478756"/>
                </a:cubicBezTo>
                <a:cubicBezTo>
                  <a:pt x="2778938" y="1470181"/>
                  <a:pt x="2751223" y="1467671"/>
                  <a:pt x="2836069" y="1464469"/>
                </a:cubicBezTo>
                <a:cubicBezTo>
                  <a:pt x="2936039" y="1460697"/>
                  <a:pt x="3036094" y="1459706"/>
                  <a:pt x="3136107" y="1457325"/>
                </a:cubicBezTo>
                <a:cubicBezTo>
                  <a:pt x="3167361" y="1446907"/>
                  <a:pt x="3180505" y="1440862"/>
                  <a:pt x="3221832" y="1443037"/>
                </a:cubicBezTo>
                <a:cubicBezTo>
                  <a:pt x="3270199" y="1445583"/>
                  <a:pt x="3289544" y="1455835"/>
                  <a:pt x="3328988" y="1471612"/>
                </a:cubicBezTo>
                <a:cubicBezTo>
                  <a:pt x="3363984" y="1541606"/>
                  <a:pt x="3320910" y="1472293"/>
                  <a:pt x="3364707" y="1507331"/>
                </a:cubicBezTo>
                <a:cubicBezTo>
                  <a:pt x="3371411" y="1512694"/>
                  <a:pt x="3372923" y="1522691"/>
                  <a:pt x="3378994" y="1528762"/>
                </a:cubicBezTo>
                <a:cubicBezTo>
                  <a:pt x="3389776" y="1539544"/>
                  <a:pt x="3403238" y="1547296"/>
                  <a:pt x="3414713" y="1557337"/>
                </a:cubicBezTo>
                <a:cubicBezTo>
                  <a:pt x="3422316" y="1563990"/>
                  <a:pt x="3429676" y="1571008"/>
                  <a:pt x="3436144" y="1578769"/>
                </a:cubicBezTo>
                <a:cubicBezTo>
                  <a:pt x="3441640" y="1585365"/>
                  <a:pt x="3444361" y="1594129"/>
                  <a:pt x="3450432" y="1600200"/>
                </a:cubicBezTo>
                <a:cubicBezTo>
                  <a:pt x="3456503" y="1606271"/>
                  <a:pt x="3464719" y="1609725"/>
                  <a:pt x="3471863" y="1614487"/>
                </a:cubicBezTo>
                <a:cubicBezTo>
                  <a:pt x="3505530" y="1664991"/>
                  <a:pt x="3461565" y="1604191"/>
                  <a:pt x="3514725" y="1657350"/>
                </a:cubicBezTo>
                <a:cubicBezTo>
                  <a:pt x="3520796" y="1663421"/>
                  <a:pt x="3522942" y="1672710"/>
                  <a:pt x="3529013" y="1678781"/>
                </a:cubicBezTo>
                <a:cubicBezTo>
                  <a:pt x="3537432" y="1687200"/>
                  <a:pt x="3548063" y="1693068"/>
                  <a:pt x="3557588" y="1700212"/>
                </a:cubicBezTo>
                <a:cubicBezTo>
                  <a:pt x="3570143" y="1737876"/>
                  <a:pt x="3556434" y="1707400"/>
                  <a:pt x="3586163" y="1743075"/>
                </a:cubicBezTo>
                <a:cubicBezTo>
                  <a:pt x="3591659" y="1749671"/>
                  <a:pt x="3593746" y="1759143"/>
                  <a:pt x="3600450" y="1764506"/>
                </a:cubicBezTo>
                <a:cubicBezTo>
                  <a:pt x="3606330" y="1769210"/>
                  <a:pt x="3614738" y="1769269"/>
                  <a:pt x="3621882" y="1771650"/>
                </a:cubicBezTo>
                <a:cubicBezTo>
                  <a:pt x="3624263" y="1778794"/>
                  <a:pt x="3625289" y="1786543"/>
                  <a:pt x="3629025" y="1793081"/>
                </a:cubicBezTo>
                <a:cubicBezTo>
                  <a:pt x="3641243" y="1814462"/>
                  <a:pt x="3655000" y="1826199"/>
                  <a:pt x="3671888" y="1843087"/>
                </a:cubicBezTo>
                <a:cubicBezTo>
                  <a:pt x="3696798" y="1892909"/>
                  <a:pt x="3672853" y="1852547"/>
                  <a:pt x="3707607" y="1893094"/>
                </a:cubicBezTo>
                <a:cubicBezTo>
                  <a:pt x="3715355" y="1902134"/>
                  <a:pt x="3722118" y="1911980"/>
                  <a:pt x="3729038" y="1921669"/>
                </a:cubicBezTo>
                <a:cubicBezTo>
                  <a:pt x="3734028" y="1928655"/>
                  <a:pt x="3737254" y="1937029"/>
                  <a:pt x="3743325" y="1943100"/>
                </a:cubicBezTo>
                <a:cubicBezTo>
                  <a:pt x="3754107" y="1953882"/>
                  <a:pt x="3767138" y="1962150"/>
                  <a:pt x="3779044" y="1971675"/>
                </a:cubicBezTo>
                <a:cubicBezTo>
                  <a:pt x="3787342" y="1996569"/>
                  <a:pt x="3791088" y="2011172"/>
                  <a:pt x="3807619" y="2035969"/>
                </a:cubicBezTo>
                <a:cubicBezTo>
                  <a:pt x="3813223" y="2044375"/>
                  <a:pt x="3821906" y="2050256"/>
                  <a:pt x="3829050" y="2057400"/>
                </a:cubicBezTo>
                <a:cubicBezTo>
                  <a:pt x="3831431" y="2066925"/>
                  <a:pt x="3831803" y="2077193"/>
                  <a:pt x="3836194" y="2085975"/>
                </a:cubicBezTo>
                <a:cubicBezTo>
                  <a:pt x="3849573" y="2112733"/>
                  <a:pt x="3861182" y="2114531"/>
                  <a:pt x="3879057" y="2135981"/>
                </a:cubicBezTo>
                <a:cubicBezTo>
                  <a:pt x="3908825" y="2171702"/>
                  <a:pt x="3875482" y="2145503"/>
                  <a:pt x="3914775" y="2171700"/>
                </a:cubicBezTo>
                <a:cubicBezTo>
                  <a:pt x="3919538" y="2183606"/>
                  <a:pt x="3921950" y="2196749"/>
                  <a:pt x="3929063" y="2207419"/>
                </a:cubicBezTo>
                <a:cubicBezTo>
                  <a:pt x="3964218" y="2260150"/>
                  <a:pt x="3949842" y="2213259"/>
                  <a:pt x="3971925" y="2257425"/>
                </a:cubicBezTo>
                <a:cubicBezTo>
                  <a:pt x="3975293" y="2264160"/>
                  <a:pt x="3975412" y="2272273"/>
                  <a:pt x="3979069" y="2278856"/>
                </a:cubicBezTo>
                <a:cubicBezTo>
                  <a:pt x="4000432" y="2317309"/>
                  <a:pt x="4003042" y="2317117"/>
                  <a:pt x="4029075" y="2343150"/>
                </a:cubicBezTo>
                <a:cubicBezTo>
                  <a:pt x="4036519" y="2365482"/>
                  <a:pt x="4043740" y="2393409"/>
                  <a:pt x="4064794" y="2407444"/>
                </a:cubicBezTo>
                <a:lnTo>
                  <a:pt x="4086225" y="2421731"/>
                </a:lnTo>
                <a:cubicBezTo>
                  <a:pt x="4116877" y="2483032"/>
                  <a:pt x="4081555" y="2424205"/>
                  <a:pt x="4121944" y="2464594"/>
                </a:cubicBezTo>
                <a:cubicBezTo>
                  <a:pt x="4169565" y="2512215"/>
                  <a:pt x="4100518" y="2462216"/>
                  <a:pt x="4157663" y="2500312"/>
                </a:cubicBezTo>
                <a:cubicBezTo>
                  <a:pt x="4192468" y="2552524"/>
                  <a:pt x="4146147" y="2490718"/>
                  <a:pt x="4200525" y="2536031"/>
                </a:cubicBezTo>
                <a:cubicBezTo>
                  <a:pt x="4207121" y="2541527"/>
                  <a:pt x="4208352" y="2551808"/>
                  <a:pt x="4214813" y="2557462"/>
                </a:cubicBezTo>
                <a:cubicBezTo>
                  <a:pt x="4227736" y="2568769"/>
                  <a:pt x="4243388" y="2576512"/>
                  <a:pt x="4257675" y="2586037"/>
                </a:cubicBezTo>
                <a:cubicBezTo>
                  <a:pt x="4264819" y="2590800"/>
                  <a:pt x="4273036" y="2594254"/>
                  <a:pt x="4279107" y="2600325"/>
                </a:cubicBezTo>
                <a:cubicBezTo>
                  <a:pt x="4286251" y="2607469"/>
                  <a:pt x="4292132" y="2616152"/>
                  <a:pt x="4300538" y="2621756"/>
                </a:cubicBezTo>
                <a:cubicBezTo>
                  <a:pt x="4306803" y="2625933"/>
                  <a:pt x="4315048" y="2625934"/>
                  <a:pt x="4321969" y="2628900"/>
                </a:cubicBezTo>
                <a:cubicBezTo>
                  <a:pt x="4331757" y="2633095"/>
                  <a:pt x="4341019" y="2638425"/>
                  <a:pt x="4350544" y="2643187"/>
                </a:cubicBezTo>
                <a:cubicBezTo>
                  <a:pt x="4357688" y="2652712"/>
                  <a:pt x="4362828" y="2664140"/>
                  <a:pt x="4371975" y="2671762"/>
                </a:cubicBezTo>
                <a:cubicBezTo>
                  <a:pt x="4376367" y="2675422"/>
                  <a:pt x="4420462" y="2685670"/>
                  <a:pt x="4421982" y="2686050"/>
                </a:cubicBezTo>
                <a:cubicBezTo>
                  <a:pt x="4431507" y="2693194"/>
                  <a:pt x="4440220" y="2701574"/>
                  <a:pt x="4450557" y="2707481"/>
                </a:cubicBezTo>
                <a:cubicBezTo>
                  <a:pt x="4457095" y="2711217"/>
                  <a:pt x="4464937" y="2711981"/>
                  <a:pt x="4471988" y="2714625"/>
                </a:cubicBezTo>
                <a:cubicBezTo>
                  <a:pt x="4525786" y="2734799"/>
                  <a:pt x="4488404" y="2724086"/>
                  <a:pt x="4536282" y="2736056"/>
                </a:cubicBezTo>
                <a:cubicBezTo>
                  <a:pt x="4545807" y="2743200"/>
                  <a:pt x="4554761" y="2751177"/>
                  <a:pt x="4564857" y="2757487"/>
                </a:cubicBezTo>
                <a:cubicBezTo>
                  <a:pt x="4573888" y="2763131"/>
                  <a:pt x="4583492" y="2767952"/>
                  <a:pt x="4593432" y="2771775"/>
                </a:cubicBezTo>
                <a:cubicBezTo>
                  <a:pt x="4638995" y="2789299"/>
                  <a:pt x="4647998" y="2790774"/>
                  <a:pt x="4686300" y="2800350"/>
                </a:cubicBezTo>
                <a:cubicBezTo>
                  <a:pt x="4703190" y="2817239"/>
                  <a:pt x="4714924" y="2830993"/>
                  <a:pt x="4736307" y="2843212"/>
                </a:cubicBezTo>
                <a:cubicBezTo>
                  <a:pt x="4763421" y="2858706"/>
                  <a:pt x="4754280" y="2839754"/>
                  <a:pt x="4779169" y="2864644"/>
                </a:cubicBezTo>
                <a:cubicBezTo>
                  <a:pt x="4797715" y="2883191"/>
                  <a:pt x="4803570" y="2899160"/>
                  <a:pt x="4814888" y="2921794"/>
                </a:cubicBezTo>
                <a:cubicBezTo>
                  <a:pt x="4812507" y="2947988"/>
                  <a:pt x="4812315" y="2974474"/>
                  <a:pt x="4807744" y="3000375"/>
                </a:cubicBezTo>
                <a:cubicBezTo>
                  <a:pt x="4805127" y="3015206"/>
                  <a:pt x="4797110" y="3028627"/>
                  <a:pt x="4793457" y="3043237"/>
                </a:cubicBezTo>
                <a:lnTo>
                  <a:pt x="4786313" y="3071812"/>
                </a:lnTo>
                <a:cubicBezTo>
                  <a:pt x="4794270" y="3095684"/>
                  <a:pt x="4794618" y="3094901"/>
                  <a:pt x="4800600" y="3121819"/>
                </a:cubicBezTo>
                <a:cubicBezTo>
                  <a:pt x="4804934" y="3141322"/>
                  <a:pt x="4806563" y="3160654"/>
                  <a:pt x="4814888" y="3178969"/>
                </a:cubicBezTo>
                <a:cubicBezTo>
                  <a:pt x="4840964" y="3236337"/>
                  <a:pt x="4835057" y="3224911"/>
                  <a:pt x="4864894" y="3264694"/>
                </a:cubicBezTo>
                <a:cubicBezTo>
                  <a:pt x="4867275" y="3274219"/>
                  <a:pt x="4866408" y="3285226"/>
                  <a:pt x="4872038" y="3293269"/>
                </a:cubicBezTo>
                <a:cubicBezTo>
                  <a:pt x="4917536" y="3358267"/>
                  <a:pt x="4896733" y="3323476"/>
                  <a:pt x="4936332" y="3343275"/>
                </a:cubicBezTo>
                <a:cubicBezTo>
                  <a:pt x="4991729" y="3370973"/>
                  <a:pt x="4925323" y="3346748"/>
                  <a:pt x="4979194" y="3364706"/>
                </a:cubicBezTo>
                <a:cubicBezTo>
                  <a:pt x="4993051" y="3362974"/>
                  <a:pt x="5057634" y="3370999"/>
                  <a:pt x="5050632" y="3328987"/>
                </a:cubicBezTo>
                <a:cubicBezTo>
                  <a:pt x="5049220" y="3320518"/>
                  <a:pt x="5036344" y="3319462"/>
                  <a:pt x="5029200" y="3314700"/>
                </a:cubicBezTo>
                <a:cubicBezTo>
                  <a:pt x="5005642" y="3244020"/>
                  <a:pt x="5035020" y="3338493"/>
                  <a:pt x="5014913" y="3157537"/>
                </a:cubicBezTo>
                <a:cubicBezTo>
                  <a:pt x="5012374" y="3134685"/>
                  <a:pt x="5005470" y="3098088"/>
                  <a:pt x="4986338" y="3078956"/>
                </a:cubicBezTo>
                <a:cubicBezTo>
                  <a:pt x="4980267" y="3072885"/>
                  <a:pt x="4972051" y="3069431"/>
                  <a:pt x="4964907" y="3064669"/>
                </a:cubicBezTo>
                <a:cubicBezTo>
                  <a:pt x="4949320" y="3017907"/>
                  <a:pt x="4970969" y="3063803"/>
                  <a:pt x="4936332" y="3036094"/>
                </a:cubicBezTo>
                <a:cubicBezTo>
                  <a:pt x="4929627" y="3030730"/>
                  <a:pt x="4929031" y="3019652"/>
                  <a:pt x="4922044" y="3014662"/>
                </a:cubicBezTo>
                <a:cubicBezTo>
                  <a:pt x="4911609" y="3007209"/>
                  <a:pt x="4897795" y="3006110"/>
                  <a:pt x="4886325" y="3000375"/>
                </a:cubicBezTo>
                <a:cubicBezTo>
                  <a:pt x="4830932" y="2972679"/>
                  <a:pt x="4897330" y="2996898"/>
                  <a:pt x="4843463" y="2978944"/>
                </a:cubicBezTo>
                <a:cubicBezTo>
                  <a:pt x="4841082" y="2971800"/>
                  <a:pt x="4841023" y="2963392"/>
                  <a:pt x="4836319" y="2957512"/>
                </a:cubicBezTo>
                <a:cubicBezTo>
                  <a:pt x="4830956" y="2950808"/>
                  <a:pt x="4815459" y="2951792"/>
                  <a:pt x="4814888" y="2943225"/>
                </a:cubicBezTo>
                <a:cubicBezTo>
                  <a:pt x="4811887" y="2898210"/>
                  <a:pt x="4823702" y="2866775"/>
                  <a:pt x="4836319" y="2828925"/>
                </a:cubicBezTo>
                <a:cubicBezTo>
                  <a:pt x="4833938" y="2764631"/>
                  <a:pt x="4833188" y="2700256"/>
                  <a:pt x="4829175" y="2636044"/>
                </a:cubicBezTo>
                <a:cubicBezTo>
                  <a:pt x="4828418" y="2623926"/>
                  <a:pt x="4826295" y="2611694"/>
                  <a:pt x="4822032" y="2600325"/>
                </a:cubicBezTo>
                <a:cubicBezTo>
                  <a:pt x="4810141" y="2568614"/>
                  <a:pt x="4807105" y="2583390"/>
                  <a:pt x="4779169" y="2571750"/>
                </a:cubicBezTo>
                <a:cubicBezTo>
                  <a:pt x="4759509" y="2563558"/>
                  <a:pt x="4722019" y="2543175"/>
                  <a:pt x="4722019" y="2543175"/>
                </a:cubicBezTo>
                <a:cubicBezTo>
                  <a:pt x="4695825" y="2545556"/>
                  <a:pt x="4668728" y="2543093"/>
                  <a:pt x="4643438" y="2550319"/>
                </a:cubicBezTo>
                <a:cubicBezTo>
                  <a:pt x="4633724" y="2553094"/>
                  <a:pt x="4623260" y="2561725"/>
                  <a:pt x="4622007" y="2571750"/>
                </a:cubicBezTo>
                <a:cubicBezTo>
                  <a:pt x="4618156" y="2602558"/>
                  <a:pt x="4623754" y="2634044"/>
                  <a:pt x="4629150" y="2664619"/>
                </a:cubicBezTo>
                <a:cubicBezTo>
                  <a:pt x="4631001" y="2675106"/>
                  <a:pt x="4639483" y="2683306"/>
                  <a:pt x="4643438" y="2693194"/>
                </a:cubicBezTo>
                <a:cubicBezTo>
                  <a:pt x="4649031" y="2707177"/>
                  <a:pt x="4652963" y="2721769"/>
                  <a:pt x="4657725" y="2736056"/>
                </a:cubicBezTo>
                <a:cubicBezTo>
                  <a:pt x="4659374" y="2741003"/>
                  <a:pt x="4674256" y="2783819"/>
                  <a:pt x="4672013" y="2786062"/>
                </a:cubicBezTo>
                <a:cubicBezTo>
                  <a:pt x="4665071" y="2793005"/>
                  <a:pt x="4652963" y="2781300"/>
                  <a:pt x="4643438" y="2778919"/>
                </a:cubicBezTo>
                <a:cubicBezTo>
                  <a:pt x="4641057" y="2762250"/>
                  <a:pt x="4639596" y="2745423"/>
                  <a:pt x="4636294" y="2728912"/>
                </a:cubicBezTo>
                <a:cubicBezTo>
                  <a:pt x="4622661" y="2660746"/>
                  <a:pt x="4580649" y="2736572"/>
                  <a:pt x="4643438" y="2571750"/>
                </a:cubicBezTo>
                <a:cubicBezTo>
                  <a:pt x="4648799" y="2557676"/>
                  <a:pt x="4672830" y="2564197"/>
                  <a:pt x="4686300" y="2557462"/>
                </a:cubicBezTo>
                <a:cubicBezTo>
                  <a:pt x="4695825" y="2552700"/>
                  <a:pt x="4705087" y="2547370"/>
                  <a:pt x="4714875" y="2543175"/>
                </a:cubicBezTo>
                <a:cubicBezTo>
                  <a:pt x="4729223" y="2537026"/>
                  <a:pt x="4750381" y="2532512"/>
                  <a:pt x="4764882" y="2528887"/>
                </a:cubicBezTo>
                <a:cubicBezTo>
                  <a:pt x="4762501" y="2507456"/>
                  <a:pt x="4760527" y="2485976"/>
                  <a:pt x="4757738" y="2464594"/>
                </a:cubicBezTo>
                <a:cubicBezTo>
                  <a:pt x="4753382" y="2431201"/>
                  <a:pt x="4751617" y="2397252"/>
                  <a:pt x="4743450" y="2364581"/>
                </a:cubicBezTo>
                <a:cubicBezTo>
                  <a:pt x="4741069" y="2355056"/>
                  <a:pt x="4740175" y="2345030"/>
                  <a:pt x="4736307" y="2336006"/>
                </a:cubicBezTo>
                <a:cubicBezTo>
                  <a:pt x="4732925" y="2328114"/>
                  <a:pt x="4726782" y="2321719"/>
                  <a:pt x="4722019" y="2314575"/>
                </a:cubicBezTo>
                <a:cubicBezTo>
                  <a:pt x="4704596" y="2244887"/>
                  <a:pt x="4725870" y="2331905"/>
                  <a:pt x="4707732" y="2250281"/>
                </a:cubicBezTo>
                <a:cubicBezTo>
                  <a:pt x="4705602" y="2240697"/>
                  <a:pt x="4702718" y="2231290"/>
                  <a:pt x="4700588" y="2221706"/>
                </a:cubicBezTo>
                <a:cubicBezTo>
                  <a:pt x="4698119" y="2210594"/>
                  <a:pt x="4691052" y="2170084"/>
                  <a:pt x="4686300" y="2157412"/>
                </a:cubicBezTo>
                <a:cubicBezTo>
                  <a:pt x="4682561" y="2147441"/>
                  <a:pt x="4676775" y="2138362"/>
                  <a:pt x="4672013" y="2128837"/>
                </a:cubicBezTo>
                <a:cubicBezTo>
                  <a:pt x="4669632" y="2116931"/>
                  <a:pt x="4667599" y="2104950"/>
                  <a:pt x="4664869" y="2093119"/>
                </a:cubicBezTo>
                <a:cubicBezTo>
                  <a:pt x="4660454" y="2073986"/>
                  <a:pt x="4654433" y="2055224"/>
                  <a:pt x="4650582" y="2035969"/>
                </a:cubicBezTo>
                <a:cubicBezTo>
                  <a:pt x="4648201" y="2024063"/>
                  <a:pt x="4646383" y="2012030"/>
                  <a:pt x="4643438" y="2000250"/>
                </a:cubicBezTo>
                <a:cubicBezTo>
                  <a:pt x="4641612" y="1992945"/>
                  <a:pt x="4638120" y="1986124"/>
                  <a:pt x="4636294" y="1978819"/>
                </a:cubicBezTo>
                <a:cubicBezTo>
                  <a:pt x="4622624" y="1924140"/>
                  <a:pt x="4635021" y="1955361"/>
                  <a:pt x="4622007" y="1885950"/>
                </a:cubicBezTo>
                <a:cubicBezTo>
                  <a:pt x="4602939" y="1784255"/>
                  <a:pt x="4617692" y="1864918"/>
                  <a:pt x="4593432" y="1800225"/>
                </a:cubicBezTo>
                <a:cubicBezTo>
                  <a:pt x="4586619" y="1782057"/>
                  <a:pt x="4582231" y="1745250"/>
                  <a:pt x="4579144" y="1728787"/>
                </a:cubicBezTo>
                <a:cubicBezTo>
                  <a:pt x="4574669" y="1704919"/>
                  <a:pt x="4564857" y="1657350"/>
                  <a:pt x="4564857" y="1657350"/>
                </a:cubicBezTo>
                <a:cubicBezTo>
                  <a:pt x="4562476" y="1628775"/>
                  <a:pt x="4561270" y="1600078"/>
                  <a:pt x="4557713" y="1571625"/>
                </a:cubicBezTo>
                <a:cubicBezTo>
                  <a:pt x="4556495" y="1561883"/>
                  <a:pt x="4551867" y="1552782"/>
                  <a:pt x="4550569" y="1543050"/>
                </a:cubicBezTo>
                <a:cubicBezTo>
                  <a:pt x="4539508" y="1460097"/>
                  <a:pt x="4547330" y="1441127"/>
                  <a:pt x="4529138" y="1350169"/>
                </a:cubicBezTo>
                <a:cubicBezTo>
                  <a:pt x="4524878" y="1328868"/>
                  <a:pt x="4512226" y="1257931"/>
                  <a:pt x="4500563" y="1250156"/>
                </a:cubicBezTo>
                <a:cubicBezTo>
                  <a:pt x="4493419" y="1245394"/>
                  <a:pt x="4487023" y="1239251"/>
                  <a:pt x="4479132" y="1235869"/>
                </a:cubicBezTo>
                <a:cubicBezTo>
                  <a:pt x="4470108" y="1232001"/>
                  <a:pt x="4459997" y="1231422"/>
                  <a:pt x="4450557" y="1228725"/>
                </a:cubicBezTo>
                <a:cubicBezTo>
                  <a:pt x="4443316" y="1226656"/>
                  <a:pt x="4436269" y="1223962"/>
                  <a:pt x="4429125" y="1221581"/>
                </a:cubicBezTo>
                <a:cubicBezTo>
                  <a:pt x="4421981" y="1226344"/>
                  <a:pt x="4413765" y="1229798"/>
                  <a:pt x="4407694" y="1235869"/>
                </a:cubicBezTo>
                <a:cubicBezTo>
                  <a:pt x="4389148" y="1254416"/>
                  <a:pt x="4383293" y="1270385"/>
                  <a:pt x="4371975" y="1293019"/>
                </a:cubicBezTo>
                <a:cubicBezTo>
                  <a:pt x="4354800" y="1361720"/>
                  <a:pt x="4369470" y="1334460"/>
                  <a:pt x="4336257" y="1378744"/>
                </a:cubicBezTo>
                <a:cubicBezTo>
                  <a:pt x="4323103" y="1431358"/>
                  <a:pt x="4323330" y="1411402"/>
                  <a:pt x="4350544" y="1493044"/>
                </a:cubicBezTo>
                <a:cubicBezTo>
                  <a:pt x="4353259" y="1501189"/>
                  <a:pt x="4358128" y="1509112"/>
                  <a:pt x="4364832" y="1514475"/>
                </a:cubicBezTo>
                <a:cubicBezTo>
                  <a:pt x="4370712" y="1519179"/>
                  <a:pt x="4379681" y="1517962"/>
                  <a:pt x="4386263" y="1521619"/>
                </a:cubicBezTo>
                <a:cubicBezTo>
                  <a:pt x="4401273" y="1529958"/>
                  <a:pt x="4429125" y="1550194"/>
                  <a:pt x="4429125" y="1550194"/>
                </a:cubicBezTo>
                <a:cubicBezTo>
                  <a:pt x="4448175" y="1547813"/>
                  <a:pt x="4467386" y="1546484"/>
                  <a:pt x="4486275" y="1543050"/>
                </a:cubicBezTo>
                <a:cubicBezTo>
                  <a:pt x="4493684" y="1541703"/>
                  <a:pt x="4501827" y="1540610"/>
                  <a:pt x="4507707" y="1535906"/>
                </a:cubicBezTo>
                <a:cubicBezTo>
                  <a:pt x="4514411" y="1530543"/>
                  <a:pt x="4518507" y="1522321"/>
                  <a:pt x="4521994" y="1514475"/>
                </a:cubicBezTo>
                <a:cubicBezTo>
                  <a:pt x="4528111" y="1500712"/>
                  <a:pt x="4536282" y="1471612"/>
                  <a:pt x="4536282" y="1471612"/>
                </a:cubicBezTo>
                <a:cubicBezTo>
                  <a:pt x="4533901" y="1454943"/>
                  <a:pt x="4533977" y="1437734"/>
                  <a:pt x="4529138" y="1421606"/>
                </a:cubicBezTo>
                <a:cubicBezTo>
                  <a:pt x="4526671" y="1413382"/>
                  <a:pt x="4517565" y="1408320"/>
                  <a:pt x="4514850" y="1400175"/>
                </a:cubicBezTo>
                <a:cubicBezTo>
                  <a:pt x="4510270" y="1386434"/>
                  <a:pt x="4510548" y="1371515"/>
                  <a:pt x="4507707" y="1357312"/>
                </a:cubicBezTo>
                <a:cubicBezTo>
                  <a:pt x="4505782" y="1347684"/>
                  <a:pt x="4502693" y="1338321"/>
                  <a:pt x="4500563" y="1328737"/>
                </a:cubicBezTo>
                <a:cubicBezTo>
                  <a:pt x="4493906" y="1298781"/>
                  <a:pt x="4491445" y="1281177"/>
                  <a:pt x="4486275" y="1250156"/>
                </a:cubicBezTo>
                <a:cubicBezTo>
                  <a:pt x="4483894" y="1188244"/>
                  <a:pt x="4482305" y="1126296"/>
                  <a:pt x="4479132" y="1064419"/>
                </a:cubicBezTo>
                <a:cubicBezTo>
                  <a:pt x="4475924" y="1001861"/>
                  <a:pt x="4472495" y="971779"/>
                  <a:pt x="4464844" y="914400"/>
                </a:cubicBezTo>
                <a:cubicBezTo>
                  <a:pt x="4462619" y="897710"/>
                  <a:pt x="4460468" y="881003"/>
                  <a:pt x="4457700" y="864394"/>
                </a:cubicBezTo>
                <a:cubicBezTo>
                  <a:pt x="4455704" y="852417"/>
                  <a:pt x="4456581" y="839217"/>
                  <a:pt x="4450557" y="828675"/>
                </a:cubicBezTo>
                <a:cubicBezTo>
                  <a:pt x="4446297" y="821220"/>
                  <a:pt x="4436269" y="819150"/>
                  <a:pt x="4429125" y="814387"/>
                </a:cubicBezTo>
                <a:cubicBezTo>
                  <a:pt x="4412456" y="816768"/>
                  <a:pt x="4394179" y="814001"/>
                  <a:pt x="4379119" y="821531"/>
                </a:cubicBezTo>
                <a:cubicBezTo>
                  <a:pt x="4355721" y="833230"/>
                  <a:pt x="4354600" y="865547"/>
                  <a:pt x="4350544" y="885825"/>
                </a:cubicBezTo>
                <a:cubicBezTo>
                  <a:pt x="4353426" y="900232"/>
                  <a:pt x="4351790" y="935831"/>
                  <a:pt x="4379119" y="935831"/>
                </a:cubicBezTo>
                <a:cubicBezTo>
                  <a:pt x="4394179" y="935831"/>
                  <a:pt x="4421982" y="921544"/>
                  <a:pt x="4421982" y="921544"/>
                </a:cubicBezTo>
                <a:cubicBezTo>
                  <a:pt x="4426744" y="914400"/>
                  <a:pt x="4432887" y="908004"/>
                  <a:pt x="4436269" y="900112"/>
                </a:cubicBezTo>
                <a:cubicBezTo>
                  <a:pt x="4440136" y="891088"/>
                  <a:pt x="4443413" y="881355"/>
                  <a:pt x="4443413" y="871537"/>
                </a:cubicBezTo>
                <a:cubicBezTo>
                  <a:pt x="4443413" y="807199"/>
                  <a:pt x="4439838" y="742895"/>
                  <a:pt x="4436269" y="678656"/>
                </a:cubicBezTo>
                <a:cubicBezTo>
                  <a:pt x="4434991" y="655656"/>
                  <a:pt x="4429295" y="605460"/>
                  <a:pt x="4421982" y="578644"/>
                </a:cubicBezTo>
                <a:cubicBezTo>
                  <a:pt x="4397721" y="489686"/>
                  <a:pt x="4415356" y="581753"/>
                  <a:pt x="4400550" y="492919"/>
                </a:cubicBezTo>
                <a:cubicBezTo>
                  <a:pt x="4398169" y="461963"/>
                  <a:pt x="4396836" y="430908"/>
                  <a:pt x="4393407" y="400050"/>
                </a:cubicBezTo>
                <a:cubicBezTo>
                  <a:pt x="4392068" y="387997"/>
                  <a:pt x="4382957" y="349189"/>
                  <a:pt x="4379119" y="335756"/>
                </a:cubicBezTo>
                <a:cubicBezTo>
                  <a:pt x="4377050" y="328516"/>
                  <a:pt x="4377300" y="319650"/>
                  <a:pt x="4371975" y="314325"/>
                </a:cubicBezTo>
                <a:cubicBezTo>
                  <a:pt x="4359833" y="302183"/>
                  <a:pt x="4329113" y="285750"/>
                  <a:pt x="4329113" y="285750"/>
                </a:cubicBezTo>
                <a:cubicBezTo>
                  <a:pt x="4295307" y="289976"/>
                  <a:pt x="4273688" y="284026"/>
                  <a:pt x="4250532" y="307181"/>
                </a:cubicBezTo>
                <a:cubicBezTo>
                  <a:pt x="4244461" y="313252"/>
                  <a:pt x="4241007" y="321468"/>
                  <a:pt x="4236244" y="328612"/>
                </a:cubicBezTo>
                <a:cubicBezTo>
                  <a:pt x="4226601" y="386469"/>
                  <a:pt x="4222405" y="390538"/>
                  <a:pt x="4236244" y="464344"/>
                </a:cubicBezTo>
                <a:cubicBezTo>
                  <a:pt x="4237826" y="472783"/>
                  <a:pt x="4243251" y="481225"/>
                  <a:pt x="4250532" y="485775"/>
                </a:cubicBezTo>
                <a:cubicBezTo>
                  <a:pt x="4263303" y="493757"/>
                  <a:pt x="4293394" y="500062"/>
                  <a:pt x="4293394" y="500062"/>
                </a:cubicBezTo>
                <a:cubicBezTo>
                  <a:pt x="4314825" y="495300"/>
                  <a:pt x="4338052" y="495593"/>
                  <a:pt x="4357688" y="485775"/>
                </a:cubicBezTo>
                <a:cubicBezTo>
                  <a:pt x="4364423" y="482408"/>
                  <a:pt x="4363485" y="471753"/>
                  <a:pt x="4364832" y="464344"/>
                </a:cubicBezTo>
                <a:cubicBezTo>
                  <a:pt x="4368266" y="445455"/>
                  <a:pt x="4369594" y="426244"/>
                  <a:pt x="4371975" y="407194"/>
                </a:cubicBezTo>
                <a:cubicBezTo>
                  <a:pt x="4369594" y="350044"/>
                  <a:pt x="4373214" y="292326"/>
                  <a:pt x="4364832" y="235744"/>
                </a:cubicBezTo>
                <a:cubicBezTo>
                  <a:pt x="4362410" y="219398"/>
                  <a:pt x="4324462" y="205532"/>
                  <a:pt x="4314825" y="200025"/>
                </a:cubicBezTo>
                <a:cubicBezTo>
                  <a:pt x="4307370" y="195765"/>
                  <a:pt x="4301073" y="189577"/>
                  <a:pt x="4293394" y="185737"/>
                </a:cubicBezTo>
                <a:cubicBezTo>
                  <a:pt x="4281980" y="180030"/>
                  <a:pt x="4254062" y="174500"/>
                  <a:pt x="4243388" y="171450"/>
                </a:cubicBezTo>
                <a:cubicBezTo>
                  <a:pt x="4192132" y="156805"/>
                  <a:pt x="4258859" y="171687"/>
                  <a:pt x="4186238" y="157162"/>
                </a:cubicBezTo>
                <a:cubicBezTo>
                  <a:pt x="4179094" y="161925"/>
                  <a:pt x="4172698" y="168068"/>
                  <a:pt x="4164807" y="171450"/>
                </a:cubicBezTo>
                <a:cubicBezTo>
                  <a:pt x="4155783" y="175318"/>
                  <a:pt x="4145425" y="175147"/>
                  <a:pt x="4136232" y="178594"/>
                </a:cubicBezTo>
                <a:cubicBezTo>
                  <a:pt x="4126261" y="182333"/>
                  <a:pt x="4117182" y="188119"/>
                  <a:pt x="4107657" y="192881"/>
                </a:cubicBezTo>
                <a:cubicBezTo>
                  <a:pt x="4098132" y="202406"/>
                  <a:pt x="4090505" y="214317"/>
                  <a:pt x="4079082" y="221456"/>
                </a:cubicBezTo>
                <a:cubicBezTo>
                  <a:pt x="4070756" y="226660"/>
                  <a:pt x="4060325" y="228600"/>
                  <a:pt x="4050507" y="228600"/>
                </a:cubicBezTo>
                <a:cubicBezTo>
                  <a:pt x="3967129" y="228600"/>
                  <a:pt x="3883819" y="223837"/>
                  <a:pt x="3800475" y="221456"/>
                </a:cubicBezTo>
                <a:lnTo>
                  <a:pt x="3764757" y="214312"/>
                </a:lnTo>
                <a:cubicBezTo>
                  <a:pt x="3750506" y="211721"/>
                  <a:pt x="3736097" y="210010"/>
                  <a:pt x="3721894" y="207169"/>
                </a:cubicBezTo>
                <a:cubicBezTo>
                  <a:pt x="3712266" y="205244"/>
                  <a:pt x="3702844" y="202406"/>
                  <a:pt x="3693319" y="200025"/>
                </a:cubicBezTo>
                <a:lnTo>
                  <a:pt x="3643313" y="150019"/>
                </a:lnTo>
                <a:cubicBezTo>
                  <a:pt x="3636169" y="142875"/>
                  <a:pt x="3631683" y="131037"/>
                  <a:pt x="3621882" y="128587"/>
                </a:cubicBezTo>
                <a:lnTo>
                  <a:pt x="3593307" y="121444"/>
                </a:lnTo>
                <a:cubicBezTo>
                  <a:pt x="3499976" y="51444"/>
                  <a:pt x="3616382" y="137924"/>
                  <a:pt x="3543300" y="85725"/>
                </a:cubicBezTo>
                <a:cubicBezTo>
                  <a:pt x="3533611" y="78805"/>
                  <a:pt x="3525374" y="69619"/>
                  <a:pt x="3514725" y="64294"/>
                </a:cubicBezTo>
                <a:cubicBezTo>
                  <a:pt x="3500832" y="57348"/>
                  <a:pt x="3434067" y="39382"/>
                  <a:pt x="3421857" y="35719"/>
                </a:cubicBezTo>
                <a:cubicBezTo>
                  <a:pt x="3403727" y="30280"/>
                  <a:pt x="3381078" y="21563"/>
                  <a:pt x="3364707" y="14287"/>
                </a:cubicBezTo>
                <a:cubicBezTo>
                  <a:pt x="3354976" y="9962"/>
                  <a:pt x="3345657" y="4762"/>
                  <a:pt x="3336132" y="0"/>
                </a:cubicBezTo>
                <a:cubicBezTo>
                  <a:pt x="3189927" y="21931"/>
                  <a:pt x="3227310" y="-12622"/>
                  <a:pt x="3186113" y="28575"/>
                </a:cubicBezTo>
              </a:path>
            </a:pathLst>
          </a:cu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030C191-9B79-4216-8934-621AB8C5BB6D}"/>
              </a:ext>
            </a:extLst>
          </p:cNvPr>
          <p:cNvSpPr/>
          <p:nvPr/>
        </p:nvSpPr>
        <p:spPr>
          <a:xfrm>
            <a:off x="3871913" y="1485900"/>
            <a:ext cx="5207793" cy="3521869"/>
          </a:xfrm>
          <a:custGeom>
            <a:avLst/>
            <a:gdLst>
              <a:gd name="connsiteX0" fmla="*/ 0 w 5207793"/>
              <a:gd name="connsiteY0" fmla="*/ 3464719 h 3521869"/>
              <a:gd name="connsiteX1" fmla="*/ 7143 w 5207793"/>
              <a:gd name="connsiteY1" fmla="*/ 3386138 h 3521869"/>
              <a:gd name="connsiteX2" fmla="*/ 14287 w 5207793"/>
              <a:gd name="connsiteY2" fmla="*/ 3364706 h 3521869"/>
              <a:gd name="connsiteX3" fmla="*/ 21431 w 5207793"/>
              <a:gd name="connsiteY3" fmla="*/ 3328988 h 3521869"/>
              <a:gd name="connsiteX4" fmla="*/ 28575 w 5207793"/>
              <a:gd name="connsiteY4" fmla="*/ 3300413 h 3521869"/>
              <a:gd name="connsiteX5" fmla="*/ 35718 w 5207793"/>
              <a:gd name="connsiteY5" fmla="*/ 3250406 h 3521869"/>
              <a:gd name="connsiteX6" fmla="*/ 57150 w 5207793"/>
              <a:gd name="connsiteY6" fmla="*/ 3200400 h 3521869"/>
              <a:gd name="connsiteX7" fmla="*/ 64293 w 5207793"/>
              <a:gd name="connsiteY7" fmla="*/ 3178969 h 3521869"/>
              <a:gd name="connsiteX8" fmla="*/ 92868 w 5207793"/>
              <a:gd name="connsiteY8" fmla="*/ 3157538 h 3521869"/>
              <a:gd name="connsiteX9" fmla="*/ 121443 w 5207793"/>
              <a:gd name="connsiteY9" fmla="*/ 3107531 h 3521869"/>
              <a:gd name="connsiteX10" fmla="*/ 150018 w 5207793"/>
              <a:gd name="connsiteY10" fmla="*/ 3086100 h 3521869"/>
              <a:gd name="connsiteX11" fmla="*/ 171450 w 5207793"/>
              <a:gd name="connsiteY11" fmla="*/ 3057525 h 3521869"/>
              <a:gd name="connsiteX12" fmla="*/ 242887 w 5207793"/>
              <a:gd name="connsiteY12" fmla="*/ 3014663 h 3521869"/>
              <a:gd name="connsiteX13" fmla="*/ 264318 w 5207793"/>
              <a:gd name="connsiteY13" fmla="*/ 2957513 h 3521869"/>
              <a:gd name="connsiteX14" fmla="*/ 292893 w 5207793"/>
              <a:gd name="connsiteY14" fmla="*/ 2900363 h 3521869"/>
              <a:gd name="connsiteX15" fmla="*/ 307181 w 5207793"/>
              <a:gd name="connsiteY15" fmla="*/ 2664619 h 3521869"/>
              <a:gd name="connsiteX16" fmla="*/ 328612 w 5207793"/>
              <a:gd name="connsiteY16" fmla="*/ 2564606 h 3521869"/>
              <a:gd name="connsiteX17" fmla="*/ 335756 w 5207793"/>
              <a:gd name="connsiteY17" fmla="*/ 2521744 h 3521869"/>
              <a:gd name="connsiteX18" fmla="*/ 350043 w 5207793"/>
              <a:gd name="connsiteY18" fmla="*/ 2500313 h 3521869"/>
              <a:gd name="connsiteX19" fmla="*/ 364331 w 5207793"/>
              <a:gd name="connsiteY19" fmla="*/ 2450306 h 3521869"/>
              <a:gd name="connsiteX20" fmla="*/ 371475 w 5207793"/>
              <a:gd name="connsiteY20" fmla="*/ 2407444 h 3521869"/>
              <a:gd name="connsiteX21" fmla="*/ 385762 w 5207793"/>
              <a:gd name="connsiteY21" fmla="*/ 2357438 h 3521869"/>
              <a:gd name="connsiteX22" fmla="*/ 392906 w 5207793"/>
              <a:gd name="connsiteY22" fmla="*/ 2328863 h 3521869"/>
              <a:gd name="connsiteX23" fmla="*/ 407193 w 5207793"/>
              <a:gd name="connsiteY23" fmla="*/ 2307431 h 3521869"/>
              <a:gd name="connsiteX24" fmla="*/ 421481 w 5207793"/>
              <a:gd name="connsiteY24" fmla="*/ 2257425 h 3521869"/>
              <a:gd name="connsiteX25" fmla="*/ 428625 w 5207793"/>
              <a:gd name="connsiteY25" fmla="*/ 2228850 h 3521869"/>
              <a:gd name="connsiteX26" fmla="*/ 442912 w 5207793"/>
              <a:gd name="connsiteY26" fmla="*/ 2207419 h 3521869"/>
              <a:gd name="connsiteX27" fmla="*/ 464343 w 5207793"/>
              <a:gd name="connsiteY27" fmla="*/ 2150269 h 3521869"/>
              <a:gd name="connsiteX28" fmla="*/ 478631 w 5207793"/>
              <a:gd name="connsiteY28" fmla="*/ 2078831 h 3521869"/>
              <a:gd name="connsiteX29" fmla="*/ 485775 w 5207793"/>
              <a:gd name="connsiteY29" fmla="*/ 2050256 h 3521869"/>
              <a:gd name="connsiteX30" fmla="*/ 492918 w 5207793"/>
              <a:gd name="connsiteY30" fmla="*/ 2014538 h 3521869"/>
              <a:gd name="connsiteX31" fmla="*/ 500062 w 5207793"/>
              <a:gd name="connsiteY31" fmla="*/ 1993106 h 3521869"/>
              <a:gd name="connsiteX32" fmla="*/ 507206 w 5207793"/>
              <a:gd name="connsiteY32" fmla="*/ 1957388 h 3521869"/>
              <a:gd name="connsiteX33" fmla="*/ 514350 w 5207793"/>
              <a:gd name="connsiteY33" fmla="*/ 1935956 h 3521869"/>
              <a:gd name="connsiteX34" fmla="*/ 528637 w 5207793"/>
              <a:gd name="connsiteY34" fmla="*/ 1878806 h 3521869"/>
              <a:gd name="connsiteX35" fmla="*/ 535781 w 5207793"/>
              <a:gd name="connsiteY35" fmla="*/ 1785938 h 3521869"/>
              <a:gd name="connsiteX36" fmla="*/ 542925 w 5207793"/>
              <a:gd name="connsiteY36" fmla="*/ 1721644 h 3521869"/>
              <a:gd name="connsiteX37" fmla="*/ 535781 w 5207793"/>
              <a:gd name="connsiteY37" fmla="*/ 1578769 h 3521869"/>
              <a:gd name="connsiteX38" fmla="*/ 521493 w 5207793"/>
              <a:gd name="connsiteY38" fmla="*/ 1535906 h 3521869"/>
              <a:gd name="connsiteX39" fmla="*/ 528637 w 5207793"/>
              <a:gd name="connsiteY39" fmla="*/ 1400175 h 3521869"/>
              <a:gd name="connsiteX40" fmla="*/ 542925 w 5207793"/>
              <a:gd name="connsiteY40" fmla="*/ 1371600 h 3521869"/>
              <a:gd name="connsiteX41" fmla="*/ 564356 w 5207793"/>
              <a:gd name="connsiteY41" fmla="*/ 1293019 h 3521869"/>
              <a:gd name="connsiteX42" fmla="*/ 578643 w 5207793"/>
              <a:gd name="connsiteY42" fmla="*/ 964406 h 3521869"/>
              <a:gd name="connsiteX43" fmla="*/ 585787 w 5207793"/>
              <a:gd name="connsiteY43" fmla="*/ 907256 h 3521869"/>
              <a:gd name="connsiteX44" fmla="*/ 578643 w 5207793"/>
              <a:gd name="connsiteY44" fmla="*/ 385763 h 3521869"/>
              <a:gd name="connsiteX45" fmla="*/ 607218 w 5207793"/>
              <a:gd name="connsiteY45" fmla="*/ 278606 h 3521869"/>
              <a:gd name="connsiteX46" fmla="*/ 628650 w 5207793"/>
              <a:gd name="connsiteY46" fmla="*/ 228600 h 3521869"/>
              <a:gd name="connsiteX47" fmla="*/ 650081 w 5207793"/>
              <a:gd name="connsiteY47" fmla="*/ 200025 h 3521869"/>
              <a:gd name="connsiteX48" fmla="*/ 664368 w 5207793"/>
              <a:gd name="connsiteY48" fmla="*/ 171450 h 3521869"/>
              <a:gd name="connsiteX49" fmla="*/ 678656 w 5207793"/>
              <a:gd name="connsiteY49" fmla="*/ 150019 h 3521869"/>
              <a:gd name="connsiteX50" fmla="*/ 685800 w 5207793"/>
              <a:gd name="connsiteY50" fmla="*/ 128588 h 3521869"/>
              <a:gd name="connsiteX51" fmla="*/ 714375 w 5207793"/>
              <a:gd name="connsiteY51" fmla="*/ 100013 h 3521869"/>
              <a:gd name="connsiteX52" fmla="*/ 735806 w 5207793"/>
              <a:gd name="connsiteY52" fmla="*/ 71438 h 3521869"/>
              <a:gd name="connsiteX53" fmla="*/ 757237 w 5207793"/>
              <a:gd name="connsiteY53" fmla="*/ 50006 h 3521869"/>
              <a:gd name="connsiteX54" fmla="*/ 778668 w 5207793"/>
              <a:gd name="connsiteY54" fmla="*/ 21431 h 3521869"/>
              <a:gd name="connsiteX55" fmla="*/ 800100 w 5207793"/>
              <a:gd name="connsiteY55" fmla="*/ 14288 h 3521869"/>
              <a:gd name="connsiteX56" fmla="*/ 935831 w 5207793"/>
              <a:gd name="connsiteY56" fmla="*/ 28575 h 3521869"/>
              <a:gd name="connsiteX57" fmla="*/ 964406 w 5207793"/>
              <a:gd name="connsiteY57" fmla="*/ 50006 h 3521869"/>
              <a:gd name="connsiteX58" fmla="*/ 1014412 w 5207793"/>
              <a:gd name="connsiteY58" fmla="*/ 78581 h 3521869"/>
              <a:gd name="connsiteX59" fmla="*/ 1035843 w 5207793"/>
              <a:gd name="connsiteY59" fmla="*/ 100013 h 3521869"/>
              <a:gd name="connsiteX60" fmla="*/ 1064418 w 5207793"/>
              <a:gd name="connsiteY60" fmla="*/ 114300 h 3521869"/>
              <a:gd name="connsiteX61" fmla="*/ 1085850 w 5207793"/>
              <a:gd name="connsiteY61" fmla="*/ 128588 h 3521869"/>
              <a:gd name="connsiteX62" fmla="*/ 1128712 w 5207793"/>
              <a:gd name="connsiteY62" fmla="*/ 150019 h 3521869"/>
              <a:gd name="connsiteX63" fmla="*/ 1185862 w 5207793"/>
              <a:gd name="connsiteY63" fmla="*/ 178594 h 3521869"/>
              <a:gd name="connsiteX64" fmla="*/ 1207293 w 5207793"/>
              <a:gd name="connsiteY64" fmla="*/ 192881 h 3521869"/>
              <a:gd name="connsiteX65" fmla="*/ 1228725 w 5207793"/>
              <a:gd name="connsiteY65" fmla="*/ 200025 h 3521869"/>
              <a:gd name="connsiteX66" fmla="*/ 1257300 w 5207793"/>
              <a:gd name="connsiteY66" fmla="*/ 221456 h 3521869"/>
              <a:gd name="connsiteX67" fmla="*/ 1278731 w 5207793"/>
              <a:gd name="connsiteY67" fmla="*/ 235744 h 3521869"/>
              <a:gd name="connsiteX68" fmla="*/ 1350168 w 5207793"/>
              <a:gd name="connsiteY68" fmla="*/ 242888 h 3521869"/>
              <a:gd name="connsiteX69" fmla="*/ 1464468 w 5207793"/>
              <a:gd name="connsiteY69" fmla="*/ 235744 h 3521869"/>
              <a:gd name="connsiteX70" fmla="*/ 1485900 w 5207793"/>
              <a:gd name="connsiteY70" fmla="*/ 228600 h 3521869"/>
              <a:gd name="connsiteX71" fmla="*/ 1528762 w 5207793"/>
              <a:gd name="connsiteY71" fmla="*/ 192881 h 3521869"/>
              <a:gd name="connsiteX72" fmla="*/ 1535906 w 5207793"/>
              <a:gd name="connsiteY72" fmla="*/ 171450 h 3521869"/>
              <a:gd name="connsiteX73" fmla="*/ 1557337 w 5207793"/>
              <a:gd name="connsiteY73" fmla="*/ 164306 h 3521869"/>
              <a:gd name="connsiteX74" fmla="*/ 1585912 w 5207793"/>
              <a:gd name="connsiteY74" fmla="*/ 150019 h 3521869"/>
              <a:gd name="connsiteX75" fmla="*/ 1635918 w 5207793"/>
              <a:gd name="connsiteY75" fmla="*/ 135731 h 3521869"/>
              <a:gd name="connsiteX76" fmla="*/ 1714500 w 5207793"/>
              <a:gd name="connsiteY76" fmla="*/ 128588 h 3521869"/>
              <a:gd name="connsiteX77" fmla="*/ 1807368 w 5207793"/>
              <a:gd name="connsiteY77" fmla="*/ 114300 h 3521869"/>
              <a:gd name="connsiteX78" fmla="*/ 1835943 w 5207793"/>
              <a:gd name="connsiteY78" fmla="*/ 121444 h 3521869"/>
              <a:gd name="connsiteX79" fmla="*/ 1814512 w 5207793"/>
              <a:gd name="connsiteY79" fmla="*/ 142875 h 3521869"/>
              <a:gd name="connsiteX80" fmla="*/ 1807368 w 5207793"/>
              <a:gd name="connsiteY80" fmla="*/ 164306 h 3521869"/>
              <a:gd name="connsiteX81" fmla="*/ 1785937 w 5207793"/>
              <a:gd name="connsiteY81" fmla="*/ 171450 h 3521869"/>
              <a:gd name="connsiteX82" fmla="*/ 1750218 w 5207793"/>
              <a:gd name="connsiteY82" fmla="*/ 214313 h 3521869"/>
              <a:gd name="connsiteX83" fmla="*/ 1743075 w 5207793"/>
              <a:gd name="connsiteY83" fmla="*/ 235744 h 3521869"/>
              <a:gd name="connsiteX84" fmla="*/ 1714500 w 5207793"/>
              <a:gd name="connsiteY84" fmla="*/ 285750 h 3521869"/>
              <a:gd name="connsiteX85" fmla="*/ 1693068 w 5207793"/>
              <a:gd name="connsiteY85" fmla="*/ 314325 h 3521869"/>
              <a:gd name="connsiteX86" fmla="*/ 1664493 w 5207793"/>
              <a:gd name="connsiteY86" fmla="*/ 357188 h 3521869"/>
              <a:gd name="connsiteX87" fmla="*/ 1643062 w 5207793"/>
              <a:gd name="connsiteY87" fmla="*/ 378619 h 3521869"/>
              <a:gd name="connsiteX88" fmla="*/ 1614487 w 5207793"/>
              <a:gd name="connsiteY88" fmla="*/ 421481 h 3521869"/>
              <a:gd name="connsiteX89" fmla="*/ 1578768 w 5207793"/>
              <a:gd name="connsiteY89" fmla="*/ 464344 h 3521869"/>
              <a:gd name="connsiteX90" fmla="*/ 1564481 w 5207793"/>
              <a:gd name="connsiteY90" fmla="*/ 514350 h 3521869"/>
              <a:gd name="connsiteX91" fmla="*/ 1550193 w 5207793"/>
              <a:gd name="connsiteY91" fmla="*/ 578644 h 3521869"/>
              <a:gd name="connsiteX92" fmla="*/ 1557337 w 5207793"/>
              <a:gd name="connsiteY92" fmla="*/ 621506 h 3521869"/>
              <a:gd name="connsiteX93" fmla="*/ 1571625 w 5207793"/>
              <a:gd name="connsiteY93" fmla="*/ 700088 h 3521869"/>
              <a:gd name="connsiteX94" fmla="*/ 1593056 w 5207793"/>
              <a:gd name="connsiteY94" fmla="*/ 742950 h 3521869"/>
              <a:gd name="connsiteX95" fmla="*/ 1600200 w 5207793"/>
              <a:gd name="connsiteY95" fmla="*/ 785813 h 3521869"/>
              <a:gd name="connsiteX96" fmla="*/ 1607343 w 5207793"/>
              <a:gd name="connsiteY96" fmla="*/ 807244 h 3521869"/>
              <a:gd name="connsiteX97" fmla="*/ 1621631 w 5207793"/>
              <a:gd name="connsiteY97" fmla="*/ 871538 h 3521869"/>
              <a:gd name="connsiteX98" fmla="*/ 1635918 w 5207793"/>
              <a:gd name="connsiteY98" fmla="*/ 957263 h 3521869"/>
              <a:gd name="connsiteX99" fmla="*/ 1643062 w 5207793"/>
              <a:gd name="connsiteY99" fmla="*/ 978694 h 3521869"/>
              <a:gd name="connsiteX100" fmla="*/ 1657350 w 5207793"/>
              <a:gd name="connsiteY100" fmla="*/ 1000125 h 3521869"/>
              <a:gd name="connsiteX101" fmla="*/ 1664493 w 5207793"/>
              <a:gd name="connsiteY101" fmla="*/ 1028700 h 3521869"/>
              <a:gd name="connsiteX102" fmla="*/ 1678781 w 5207793"/>
              <a:gd name="connsiteY102" fmla="*/ 1050131 h 3521869"/>
              <a:gd name="connsiteX103" fmla="*/ 1685925 w 5207793"/>
              <a:gd name="connsiteY103" fmla="*/ 1085850 h 3521869"/>
              <a:gd name="connsiteX104" fmla="*/ 1728787 w 5207793"/>
              <a:gd name="connsiteY104" fmla="*/ 1135856 h 3521869"/>
              <a:gd name="connsiteX105" fmla="*/ 1743075 w 5207793"/>
              <a:gd name="connsiteY105" fmla="*/ 1157288 h 3521869"/>
              <a:gd name="connsiteX106" fmla="*/ 1750218 w 5207793"/>
              <a:gd name="connsiteY106" fmla="*/ 1185863 h 3521869"/>
              <a:gd name="connsiteX107" fmla="*/ 1793081 w 5207793"/>
              <a:gd name="connsiteY107" fmla="*/ 1235869 h 3521869"/>
              <a:gd name="connsiteX108" fmla="*/ 1828800 w 5207793"/>
              <a:gd name="connsiteY108" fmla="*/ 1278731 h 3521869"/>
              <a:gd name="connsiteX109" fmla="*/ 1864518 w 5207793"/>
              <a:gd name="connsiteY109" fmla="*/ 1314450 h 3521869"/>
              <a:gd name="connsiteX110" fmla="*/ 1921668 w 5207793"/>
              <a:gd name="connsiteY110" fmla="*/ 1378744 h 3521869"/>
              <a:gd name="connsiteX111" fmla="*/ 1978818 w 5207793"/>
              <a:gd name="connsiteY111" fmla="*/ 1393031 h 3521869"/>
              <a:gd name="connsiteX112" fmla="*/ 2007393 w 5207793"/>
              <a:gd name="connsiteY112" fmla="*/ 1400175 h 3521869"/>
              <a:gd name="connsiteX113" fmla="*/ 2028825 w 5207793"/>
              <a:gd name="connsiteY113" fmla="*/ 1407319 h 3521869"/>
              <a:gd name="connsiteX114" fmla="*/ 2078831 w 5207793"/>
              <a:gd name="connsiteY114" fmla="*/ 1414463 h 3521869"/>
              <a:gd name="connsiteX115" fmla="*/ 2135981 w 5207793"/>
              <a:gd name="connsiteY115" fmla="*/ 1428750 h 3521869"/>
              <a:gd name="connsiteX116" fmla="*/ 2228850 w 5207793"/>
              <a:gd name="connsiteY116" fmla="*/ 1443038 h 3521869"/>
              <a:gd name="connsiteX117" fmla="*/ 2257425 w 5207793"/>
              <a:gd name="connsiteY117" fmla="*/ 1450181 h 3521869"/>
              <a:gd name="connsiteX118" fmla="*/ 2300287 w 5207793"/>
              <a:gd name="connsiteY118" fmla="*/ 1464469 h 3521869"/>
              <a:gd name="connsiteX119" fmla="*/ 2507456 w 5207793"/>
              <a:gd name="connsiteY119" fmla="*/ 1471613 h 3521869"/>
              <a:gd name="connsiteX120" fmla="*/ 2543175 w 5207793"/>
              <a:gd name="connsiteY120" fmla="*/ 1478756 h 3521869"/>
              <a:gd name="connsiteX121" fmla="*/ 2878931 w 5207793"/>
              <a:gd name="connsiteY121" fmla="*/ 1478756 h 3521869"/>
              <a:gd name="connsiteX122" fmla="*/ 2914650 w 5207793"/>
              <a:gd name="connsiteY122" fmla="*/ 1471613 h 3521869"/>
              <a:gd name="connsiteX123" fmla="*/ 2964656 w 5207793"/>
              <a:gd name="connsiteY123" fmla="*/ 1450181 h 3521869"/>
              <a:gd name="connsiteX124" fmla="*/ 2986087 w 5207793"/>
              <a:gd name="connsiteY124" fmla="*/ 1443038 h 3521869"/>
              <a:gd name="connsiteX125" fmla="*/ 3043237 w 5207793"/>
              <a:gd name="connsiteY125" fmla="*/ 1421606 h 3521869"/>
              <a:gd name="connsiteX126" fmla="*/ 3071812 w 5207793"/>
              <a:gd name="connsiteY126" fmla="*/ 1400175 h 3521869"/>
              <a:gd name="connsiteX127" fmla="*/ 3093243 w 5207793"/>
              <a:gd name="connsiteY127" fmla="*/ 1378744 h 3521869"/>
              <a:gd name="connsiteX128" fmla="*/ 3128962 w 5207793"/>
              <a:gd name="connsiteY128" fmla="*/ 1357313 h 3521869"/>
              <a:gd name="connsiteX129" fmla="*/ 3186112 w 5207793"/>
              <a:gd name="connsiteY129" fmla="*/ 1300163 h 3521869"/>
              <a:gd name="connsiteX130" fmla="*/ 3214687 w 5207793"/>
              <a:gd name="connsiteY130" fmla="*/ 1243013 h 3521869"/>
              <a:gd name="connsiteX131" fmla="*/ 3236118 w 5207793"/>
              <a:gd name="connsiteY131" fmla="*/ 1228725 h 3521869"/>
              <a:gd name="connsiteX132" fmla="*/ 3271837 w 5207793"/>
              <a:gd name="connsiteY132" fmla="*/ 1178719 h 3521869"/>
              <a:gd name="connsiteX133" fmla="*/ 3293268 w 5207793"/>
              <a:gd name="connsiteY133" fmla="*/ 1164431 h 3521869"/>
              <a:gd name="connsiteX134" fmla="*/ 3300412 w 5207793"/>
              <a:gd name="connsiteY134" fmla="*/ 1143000 h 3521869"/>
              <a:gd name="connsiteX135" fmla="*/ 3321843 w 5207793"/>
              <a:gd name="connsiteY135" fmla="*/ 1135856 h 3521869"/>
              <a:gd name="connsiteX136" fmla="*/ 3343275 w 5207793"/>
              <a:gd name="connsiteY136" fmla="*/ 1114425 h 3521869"/>
              <a:gd name="connsiteX137" fmla="*/ 3357562 w 5207793"/>
              <a:gd name="connsiteY137" fmla="*/ 1085850 h 3521869"/>
              <a:gd name="connsiteX138" fmla="*/ 3393281 w 5207793"/>
              <a:gd name="connsiteY138" fmla="*/ 1028700 h 3521869"/>
              <a:gd name="connsiteX139" fmla="*/ 3400425 w 5207793"/>
              <a:gd name="connsiteY139" fmla="*/ 1007269 h 3521869"/>
              <a:gd name="connsiteX140" fmla="*/ 3436143 w 5207793"/>
              <a:gd name="connsiteY140" fmla="*/ 928688 h 3521869"/>
              <a:gd name="connsiteX141" fmla="*/ 3450431 w 5207793"/>
              <a:gd name="connsiteY141" fmla="*/ 842963 h 3521869"/>
              <a:gd name="connsiteX142" fmla="*/ 3464718 w 5207793"/>
              <a:gd name="connsiteY142" fmla="*/ 700088 h 3521869"/>
              <a:gd name="connsiteX143" fmla="*/ 3471862 w 5207793"/>
              <a:gd name="connsiteY143" fmla="*/ 664369 h 3521869"/>
              <a:gd name="connsiteX144" fmla="*/ 3479006 w 5207793"/>
              <a:gd name="connsiteY144" fmla="*/ 492919 h 3521869"/>
              <a:gd name="connsiteX145" fmla="*/ 3457575 w 5207793"/>
              <a:gd name="connsiteY145" fmla="*/ 321469 h 3521869"/>
              <a:gd name="connsiteX146" fmla="*/ 3443287 w 5207793"/>
              <a:gd name="connsiteY146" fmla="*/ 300038 h 3521869"/>
              <a:gd name="connsiteX147" fmla="*/ 3414712 w 5207793"/>
              <a:gd name="connsiteY147" fmla="*/ 242888 h 3521869"/>
              <a:gd name="connsiteX148" fmla="*/ 3407568 w 5207793"/>
              <a:gd name="connsiteY148" fmla="*/ 221456 h 3521869"/>
              <a:gd name="connsiteX149" fmla="*/ 3364706 w 5207793"/>
              <a:gd name="connsiteY149" fmla="*/ 192881 h 3521869"/>
              <a:gd name="connsiteX150" fmla="*/ 3328987 w 5207793"/>
              <a:gd name="connsiteY150" fmla="*/ 150019 h 3521869"/>
              <a:gd name="connsiteX151" fmla="*/ 3286125 w 5207793"/>
              <a:gd name="connsiteY151" fmla="*/ 121444 h 3521869"/>
              <a:gd name="connsiteX152" fmla="*/ 3264693 w 5207793"/>
              <a:gd name="connsiteY152" fmla="*/ 92869 h 3521869"/>
              <a:gd name="connsiteX153" fmla="*/ 3236118 w 5207793"/>
              <a:gd name="connsiteY153" fmla="*/ 50006 h 3521869"/>
              <a:gd name="connsiteX154" fmla="*/ 3250406 w 5207793"/>
              <a:gd name="connsiteY154" fmla="*/ 14288 h 3521869"/>
              <a:gd name="connsiteX155" fmla="*/ 3328987 w 5207793"/>
              <a:gd name="connsiteY155" fmla="*/ 7144 h 3521869"/>
              <a:gd name="connsiteX156" fmla="*/ 3350418 w 5207793"/>
              <a:gd name="connsiteY156" fmla="*/ 0 h 3521869"/>
              <a:gd name="connsiteX157" fmla="*/ 3414712 w 5207793"/>
              <a:gd name="connsiteY157" fmla="*/ 21431 h 3521869"/>
              <a:gd name="connsiteX158" fmla="*/ 3457575 w 5207793"/>
              <a:gd name="connsiteY158" fmla="*/ 35719 h 3521869"/>
              <a:gd name="connsiteX159" fmla="*/ 3479006 w 5207793"/>
              <a:gd name="connsiteY159" fmla="*/ 42863 h 3521869"/>
              <a:gd name="connsiteX160" fmla="*/ 3543300 w 5207793"/>
              <a:gd name="connsiteY160" fmla="*/ 57150 h 3521869"/>
              <a:gd name="connsiteX161" fmla="*/ 3579018 w 5207793"/>
              <a:gd name="connsiteY161" fmla="*/ 71438 h 3521869"/>
              <a:gd name="connsiteX162" fmla="*/ 3636168 w 5207793"/>
              <a:gd name="connsiteY162" fmla="*/ 85725 h 3521869"/>
              <a:gd name="connsiteX163" fmla="*/ 3657600 w 5207793"/>
              <a:gd name="connsiteY163" fmla="*/ 100013 h 3521869"/>
              <a:gd name="connsiteX164" fmla="*/ 3686175 w 5207793"/>
              <a:gd name="connsiteY164" fmla="*/ 114300 h 3521869"/>
              <a:gd name="connsiteX165" fmla="*/ 3700462 w 5207793"/>
              <a:gd name="connsiteY165" fmla="*/ 142875 h 3521869"/>
              <a:gd name="connsiteX166" fmla="*/ 3757612 w 5207793"/>
              <a:gd name="connsiteY166" fmla="*/ 171450 h 3521869"/>
              <a:gd name="connsiteX167" fmla="*/ 3807618 w 5207793"/>
              <a:gd name="connsiteY167" fmla="*/ 192881 h 3521869"/>
              <a:gd name="connsiteX168" fmla="*/ 3829050 w 5207793"/>
              <a:gd name="connsiteY168" fmla="*/ 207169 h 3521869"/>
              <a:gd name="connsiteX169" fmla="*/ 3871912 w 5207793"/>
              <a:gd name="connsiteY169" fmla="*/ 214313 h 3521869"/>
              <a:gd name="connsiteX170" fmla="*/ 4150518 w 5207793"/>
              <a:gd name="connsiteY170" fmla="*/ 207169 h 3521869"/>
              <a:gd name="connsiteX171" fmla="*/ 4186237 w 5207793"/>
              <a:gd name="connsiteY171" fmla="*/ 178594 h 3521869"/>
              <a:gd name="connsiteX172" fmla="*/ 4214812 w 5207793"/>
              <a:gd name="connsiteY172" fmla="*/ 171450 h 3521869"/>
              <a:gd name="connsiteX173" fmla="*/ 4236243 w 5207793"/>
              <a:gd name="connsiteY173" fmla="*/ 164306 h 3521869"/>
              <a:gd name="connsiteX174" fmla="*/ 4386262 w 5207793"/>
              <a:gd name="connsiteY174" fmla="*/ 185738 h 3521869"/>
              <a:gd name="connsiteX175" fmla="*/ 4421981 w 5207793"/>
              <a:gd name="connsiteY175" fmla="*/ 221456 h 3521869"/>
              <a:gd name="connsiteX176" fmla="*/ 4457700 w 5207793"/>
              <a:gd name="connsiteY176" fmla="*/ 285750 h 3521869"/>
              <a:gd name="connsiteX177" fmla="*/ 4471987 w 5207793"/>
              <a:gd name="connsiteY177" fmla="*/ 364331 h 3521869"/>
              <a:gd name="connsiteX178" fmla="*/ 4486275 w 5207793"/>
              <a:gd name="connsiteY178" fmla="*/ 428625 h 3521869"/>
              <a:gd name="connsiteX179" fmla="*/ 4514850 w 5207793"/>
              <a:gd name="connsiteY179" fmla="*/ 485775 h 3521869"/>
              <a:gd name="connsiteX180" fmla="*/ 4521993 w 5207793"/>
              <a:gd name="connsiteY180" fmla="*/ 521494 h 3521869"/>
              <a:gd name="connsiteX181" fmla="*/ 4529137 w 5207793"/>
              <a:gd name="connsiteY181" fmla="*/ 550069 h 3521869"/>
              <a:gd name="connsiteX182" fmla="*/ 4543425 w 5207793"/>
              <a:gd name="connsiteY182" fmla="*/ 771525 h 3521869"/>
              <a:gd name="connsiteX183" fmla="*/ 4557712 w 5207793"/>
              <a:gd name="connsiteY183" fmla="*/ 850106 h 3521869"/>
              <a:gd name="connsiteX184" fmla="*/ 4564856 w 5207793"/>
              <a:gd name="connsiteY184" fmla="*/ 892969 h 3521869"/>
              <a:gd name="connsiteX185" fmla="*/ 4593431 w 5207793"/>
              <a:gd name="connsiteY185" fmla="*/ 1021556 h 3521869"/>
              <a:gd name="connsiteX186" fmla="*/ 4600575 w 5207793"/>
              <a:gd name="connsiteY186" fmla="*/ 1078706 h 3521869"/>
              <a:gd name="connsiteX187" fmla="*/ 4607718 w 5207793"/>
              <a:gd name="connsiteY187" fmla="*/ 1321594 h 3521869"/>
              <a:gd name="connsiteX188" fmla="*/ 4614862 w 5207793"/>
              <a:gd name="connsiteY188" fmla="*/ 1357313 h 3521869"/>
              <a:gd name="connsiteX189" fmla="*/ 4636293 w 5207793"/>
              <a:gd name="connsiteY189" fmla="*/ 1378744 h 3521869"/>
              <a:gd name="connsiteX190" fmla="*/ 4643437 w 5207793"/>
              <a:gd name="connsiteY190" fmla="*/ 1421606 h 3521869"/>
              <a:gd name="connsiteX191" fmla="*/ 4650581 w 5207793"/>
              <a:gd name="connsiteY191" fmla="*/ 1471613 h 3521869"/>
              <a:gd name="connsiteX192" fmla="*/ 4657725 w 5207793"/>
              <a:gd name="connsiteY192" fmla="*/ 1493044 h 3521869"/>
              <a:gd name="connsiteX193" fmla="*/ 4664868 w 5207793"/>
              <a:gd name="connsiteY193" fmla="*/ 1585913 h 3521869"/>
              <a:gd name="connsiteX194" fmla="*/ 4672012 w 5207793"/>
              <a:gd name="connsiteY194" fmla="*/ 1650206 h 3521869"/>
              <a:gd name="connsiteX195" fmla="*/ 4686300 w 5207793"/>
              <a:gd name="connsiteY195" fmla="*/ 1778794 h 3521869"/>
              <a:gd name="connsiteX196" fmla="*/ 4700587 w 5207793"/>
              <a:gd name="connsiteY196" fmla="*/ 1921669 h 3521869"/>
              <a:gd name="connsiteX197" fmla="*/ 4714875 w 5207793"/>
              <a:gd name="connsiteY197" fmla="*/ 2000250 h 3521869"/>
              <a:gd name="connsiteX198" fmla="*/ 4722018 w 5207793"/>
              <a:gd name="connsiteY198" fmla="*/ 2050256 h 3521869"/>
              <a:gd name="connsiteX199" fmla="*/ 4736306 w 5207793"/>
              <a:gd name="connsiteY199" fmla="*/ 2071688 h 3521869"/>
              <a:gd name="connsiteX200" fmla="*/ 4764881 w 5207793"/>
              <a:gd name="connsiteY200" fmla="*/ 2121694 h 3521869"/>
              <a:gd name="connsiteX201" fmla="*/ 4779168 w 5207793"/>
              <a:gd name="connsiteY201" fmla="*/ 2164556 h 3521869"/>
              <a:gd name="connsiteX202" fmla="*/ 4793456 w 5207793"/>
              <a:gd name="connsiteY202" fmla="*/ 2235994 h 3521869"/>
              <a:gd name="connsiteX203" fmla="*/ 4800600 w 5207793"/>
              <a:gd name="connsiteY203" fmla="*/ 2257425 h 3521869"/>
              <a:gd name="connsiteX204" fmla="*/ 4807743 w 5207793"/>
              <a:gd name="connsiteY204" fmla="*/ 2286000 h 3521869"/>
              <a:gd name="connsiteX205" fmla="*/ 4814887 w 5207793"/>
              <a:gd name="connsiteY205" fmla="*/ 2307431 h 3521869"/>
              <a:gd name="connsiteX206" fmla="*/ 4836318 w 5207793"/>
              <a:gd name="connsiteY206" fmla="*/ 2407444 h 3521869"/>
              <a:gd name="connsiteX207" fmla="*/ 4864893 w 5207793"/>
              <a:gd name="connsiteY207" fmla="*/ 2514600 h 3521869"/>
              <a:gd name="connsiteX208" fmla="*/ 4872037 w 5207793"/>
              <a:gd name="connsiteY208" fmla="*/ 2543175 h 3521869"/>
              <a:gd name="connsiteX209" fmla="*/ 4886325 w 5207793"/>
              <a:gd name="connsiteY209" fmla="*/ 2614613 h 3521869"/>
              <a:gd name="connsiteX210" fmla="*/ 4900612 w 5207793"/>
              <a:gd name="connsiteY210" fmla="*/ 2657475 h 3521869"/>
              <a:gd name="connsiteX211" fmla="*/ 4922043 w 5207793"/>
              <a:gd name="connsiteY211" fmla="*/ 2678906 h 3521869"/>
              <a:gd name="connsiteX212" fmla="*/ 4929187 w 5207793"/>
              <a:gd name="connsiteY212" fmla="*/ 2728913 h 3521869"/>
              <a:gd name="connsiteX213" fmla="*/ 4936331 w 5207793"/>
              <a:gd name="connsiteY213" fmla="*/ 2757488 h 3521869"/>
              <a:gd name="connsiteX214" fmla="*/ 4943475 w 5207793"/>
              <a:gd name="connsiteY214" fmla="*/ 2914650 h 3521869"/>
              <a:gd name="connsiteX215" fmla="*/ 4950618 w 5207793"/>
              <a:gd name="connsiteY215" fmla="*/ 2943225 h 3521869"/>
              <a:gd name="connsiteX216" fmla="*/ 4957762 w 5207793"/>
              <a:gd name="connsiteY216" fmla="*/ 2986088 h 3521869"/>
              <a:gd name="connsiteX217" fmla="*/ 5000625 w 5207793"/>
              <a:gd name="connsiteY217" fmla="*/ 3021806 h 3521869"/>
              <a:gd name="connsiteX218" fmla="*/ 5064918 w 5207793"/>
              <a:gd name="connsiteY218" fmla="*/ 3043238 h 3521869"/>
              <a:gd name="connsiteX219" fmla="*/ 5093493 w 5207793"/>
              <a:gd name="connsiteY219" fmla="*/ 3064669 h 3521869"/>
              <a:gd name="connsiteX220" fmla="*/ 5114925 w 5207793"/>
              <a:gd name="connsiteY220" fmla="*/ 3114675 h 3521869"/>
              <a:gd name="connsiteX221" fmla="*/ 5129212 w 5207793"/>
              <a:gd name="connsiteY221" fmla="*/ 3143250 h 3521869"/>
              <a:gd name="connsiteX222" fmla="*/ 5143500 w 5207793"/>
              <a:gd name="connsiteY222" fmla="*/ 3207544 h 3521869"/>
              <a:gd name="connsiteX223" fmla="*/ 5157787 w 5207793"/>
              <a:gd name="connsiteY223" fmla="*/ 3250406 h 3521869"/>
              <a:gd name="connsiteX224" fmla="*/ 5172075 w 5207793"/>
              <a:gd name="connsiteY224" fmla="*/ 3307556 h 3521869"/>
              <a:gd name="connsiteX225" fmla="*/ 5179218 w 5207793"/>
              <a:gd name="connsiteY225" fmla="*/ 3386138 h 3521869"/>
              <a:gd name="connsiteX226" fmla="*/ 5200650 w 5207793"/>
              <a:gd name="connsiteY226" fmla="*/ 3464719 h 3521869"/>
              <a:gd name="connsiteX227" fmla="*/ 5207793 w 5207793"/>
              <a:gd name="connsiteY227" fmla="*/ 3521869 h 3521869"/>
              <a:gd name="connsiteX0" fmla="*/ 0 w 5207793"/>
              <a:gd name="connsiteY0" fmla="*/ 3464719 h 3521869"/>
              <a:gd name="connsiteX1" fmla="*/ 7143 w 5207793"/>
              <a:gd name="connsiteY1" fmla="*/ 3386138 h 3521869"/>
              <a:gd name="connsiteX2" fmla="*/ 14287 w 5207793"/>
              <a:gd name="connsiteY2" fmla="*/ 3364706 h 3521869"/>
              <a:gd name="connsiteX3" fmla="*/ 21431 w 5207793"/>
              <a:gd name="connsiteY3" fmla="*/ 3328988 h 3521869"/>
              <a:gd name="connsiteX4" fmla="*/ 28575 w 5207793"/>
              <a:gd name="connsiteY4" fmla="*/ 3300413 h 3521869"/>
              <a:gd name="connsiteX5" fmla="*/ 35718 w 5207793"/>
              <a:gd name="connsiteY5" fmla="*/ 3250406 h 3521869"/>
              <a:gd name="connsiteX6" fmla="*/ 57150 w 5207793"/>
              <a:gd name="connsiteY6" fmla="*/ 3200400 h 3521869"/>
              <a:gd name="connsiteX7" fmla="*/ 64293 w 5207793"/>
              <a:gd name="connsiteY7" fmla="*/ 3178969 h 3521869"/>
              <a:gd name="connsiteX8" fmla="*/ 92868 w 5207793"/>
              <a:gd name="connsiteY8" fmla="*/ 3157538 h 3521869"/>
              <a:gd name="connsiteX9" fmla="*/ 121443 w 5207793"/>
              <a:gd name="connsiteY9" fmla="*/ 3107531 h 3521869"/>
              <a:gd name="connsiteX10" fmla="*/ 150018 w 5207793"/>
              <a:gd name="connsiteY10" fmla="*/ 3086100 h 3521869"/>
              <a:gd name="connsiteX11" fmla="*/ 171450 w 5207793"/>
              <a:gd name="connsiteY11" fmla="*/ 3057525 h 3521869"/>
              <a:gd name="connsiteX12" fmla="*/ 242887 w 5207793"/>
              <a:gd name="connsiteY12" fmla="*/ 3014663 h 3521869"/>
              <a:gd name="connsiteX13" fmla="*/ 264318 w 5207793"/>
              <a:gd name="connsiteY13" fmla="*/ 2957513 h 3521869"/>
              <a:gd name="connsiteX14" fmla="*/ 292893 w 5207793"/>
              <a:gd name="connsiteY14" fmla="*/ 2900363 h 3521869"/>
              <a:gd name="connsiteX15" fmla="*/ 307181 w 5207793"/>
              <a:gd name="connsiteY15" fmla="*/ 2664619 h 3521869"/>
              <a:gd name="connsiteX16" fmla="*/ 328612 w 5207793"/>
              <a:gd name="connsiteY16" fmla="*/ 2564606 h 3521869"/>
              <a:gd name="connsiteX17" fmla="*/ 335756 w 5207793"/>
              <a:gd name="connsiteY17" fmla="*/ 2521744 h 3521869"/>
              <a:gd name="connsiteX18" fmla="*/ 350043 w 5207793"/>
              <a:gd name="connsiteY18" fmla="*/ 2500313 h 3521869"/>
              <a:gd name="connsiteX19" fmla="*/ 364331 w 5207793"/>
              <a:gd name="connsiteY19" fmla="*/ 2450306 h 3521869"/>
              <a:gd name="connsiteX20" fmla="*/ 371475 w 5207793"/>
              <a:gd name="connsiteY20" fmla="*/ 2407444 h 3521869"/>
              <a:gd name="connsiteX21" fmla="*/ 385762 w 5207793"/>
              <a:gd name="connsiteY21" fmla="*/ 2357438 h 3521869"/>
              <a:gd name="connsiteX22" fmla="*/ 392906 w 5207793"/>
              <a:gd name="connsiteY22" fmla="*/ 2328863 h 3521869"/>
              <a:gd name="connsiteX23" fmla="*/ 407193 w 5207793"/>
              <a:gd name="connsiteY23" fmla="*/ 2307431 h 3521869"/>
              <a:gd name="connsiteX24" fmla="*/ 421481 w 5207793"/>
              <a:gd name="connsiteY24" fmla="*/ 2257425 h 3521869"/>
              <a:gd name="connsiteX25" fmla="*/ 428625 w 5207793"/>
              <a:gd name="connsiteY25" fmla="*/ 2228850 h 3521869"/>
              <a:gd name="connsiteX26" fmla="*/ 442912 w 5207793"/>
              <a:gd name="connsiteY26" fmla="*/ 2207419 h 3521869"/>
              <a:gd name="connsiteX27" fmla="*/ 464343 w 5207793"/>
              <a:gd name="connsiteY27" fmla="*/ 2150269 h 3521869"/>
              <a:gd name="connsiteX28" fmla="*/ 478631 w 5207793"/>
              <a:gd name="connsiteY28" fmla="*/ 2078831 h 3521869"/>
              <a:gd name="connsiteX29" fmla="*/ 485775 w 5207793"/>
              <a:gd name="connsiteY29" fmla="*/ 2050256 h 3521869"/>
              <a:gd name="connsiteX30" fmla="*/ 492918 w 5207793"/>
              <a:gd name="connsiteY30" fmla="*/ 2014538 h 3521869"/>
              <a:gd name="connsiteX31" fmla="*/ 500062 w 5207793"/>
              <a:gd name="connsiteY31" fmla="*/ 1993106 h 3521869"/>
              <a:gd name="connsiteX32" fmla="*/ 507206 w 5207793"/>
              <a:gd name="connsiteY32" fmla="*/ 1957388 h 3521869"/>
              <a:gd name="connsiteX33" fmla="*/ 514350 w 5207793"/>
              <a:gd name="connsiteY33" fmla="*/ 1935956 h 3521869"/>
              <a:gd name="connsiteX34" fmla="*/ 528637 w 5207793"/>
              <a:gd name="connsiteY34" fmla="*/ 1878806 h 3521869"/>
              <a:gd name="connsiteX35" fmla="*/ 535781 w 5207793"/>
              <a:gd name="connsiteY35" fmla="*/ 1785938 h 3521869"/>
              <a:gd name="connsiteX36" fmla="*/ 542925 w 5207793"/>
              <a:gd name="connsiteY36" fmla="*/ 1721644 h 3521869"/>
              <a:gd name="connsiteX37" fmla="*/ 535781 w 5207793"/>
              <a:gd name="connsiteY37" fmla="*/ 1578769 h 3521869"/>
              <a:gd name="connsiteX38" fmla="*/ 521493 w 5207793"/>
              <a:gd name="connsiteY38" fmla="*/ 1535906 h 3521869"/>
              <a:gd name="connsiteX39" fmla="*/ 528637 w 5207793"/>
              <a:gd name="connsiteY39" fmla="*/ 1400175 h 3521869"/>
              <a:gd name="connsiteX40" fmla="*/ 542925 w 5207793"/>
              <a:gd name="connsiteY40" fmla="*/ 1371600 h 3521869"/>
              <a:gd name="connsiteX41" fmla="*/ 564356 w 5207793"/>
              <a:gd name="connsiteY41" fmla="*/ 1293019 h 3521869"/>
              <a:gd name="connsiteX42" fmla="*/ 578643 w 5207793"/>
              <a:gd name="connsiteY42" fmla="*/ 964406 h 3521869"/>
              <a:gd name="connsiteX43" fmla="*/ 585787 w 5207793"/>
              <a:gd name="connsiteY43" fmla="*/ 907256 h 3521869"/>
              <a:gd name="connsiteX44" fmla="*/ 578643 w 5207793"/>
              <a:gd name="connsiteY44" fmla="*/ 385763 h 3521869"/>
              <a:gd name="connsiteX45" fmla="*/ 607218 w 5207793"/>
              <a:gd name="connsiteY45" fmla="*/ 278606 h 3521869"/>
              <a:gd name="connsiteX46" fmla="*/ 628650 w 5207793"/>
              <a:gd name="connsiteY46" fmla="*/ 228600 h 3521869"/>
              <a:gd name="connsiteX47" fmla="*/ 650081 w 5207793"/>
              <a:gd name="connsiteY47" fmla="*/ 200025 h 3521869"/>
              <a:gd name="connsiteX48" fmla="*/ 664368 w 5207793"/>
              <a:gd name="connsiteY48" fmla="*/ 171450 h 3521869"/>
              <a:gd name="connsiteX49" fmla="*/ 678656 w 5207793"/>
              <a:gd name="connsiteY49" fmla="*/ 150019 h 3521869"/>
              <a:gd name="connsiteX50" fmla="*/ 685800 w 5207793"/>
              <a:gd name="connsiteY50" fmla="*/ 128588 h 3521869"/>
              <a:gd name="connsiteX51" fmla="*/ 714375 w 5207793"/>
              <a:gd name="connsiteY51" fmla="*/ 100013 h 3521869"/>
              <a:gd name="connsiteX52" fmla="*/ 735806 w 5207793"/>
              <a:gd name="connsiteY52" fmla="*/ 71438 h 3521869"/>
              <a:gd name="connsiteX53" fmla="*/ 757237 w 5207793"/>
              <a:gd name="connsiteY53" fmla="*/ 50006 h 3521869"/>
              <a:gd name="connsiteX54" fmla="*/ 778668 w 5207793"/>
              <a:gd name="connsiteY54" fmla="*/ 21431 h 3521869"/>
              <a:gd name="connsiteX55" fmla="*/ 800100 w 5207793"/>
              <a:gd name="connsiteY55" fmla="*/ 14288 h 3521869"/>
              <a:gd name="connsiteX56" fmla="*/ 935831 w 5207793"/>
              <a:gd name="connsiteY56" fmla="*/ 28575 h 3521869"/>
              <a:gd name="connsiteX57" fmla="*/ 964406 w 5207793"/>
              <a:gd name="connsiteY57" fmla="*/ 50006 h 3521869"/>
              <a:gd name="connsiteX58" fmla="*/ 1014412 w 5207793"/>
              <a:gd name="connsiteY58" fmla="*/ 78581 h 3521869"/>
              <a:gd name="connsiteX59" fmla="*/ 1035843 w 5207793"/>
              <a:gd name="connsiteY59" fmla="*/ 100013 h 3521869"/>
              <a:gd name="connsiteX60" fmla="*/ 1064418 w 5207793"/>
              <a:gd name="connsiteY60" fmla="*/ 114300 h 3521869"/>
              <a:gd name="connsiteX61" fmla="*/ 1085850 w 5207793"/>
              <a:gd name="connsiteY61" fmla="*/ 128588 h 3521869"/>
              <a:gd name="connsiteX62" fmla="*/ 1128712 w 5207793"/>
              <a:gd name="connsiteY62" fmla="*/ 150019 h 3521869"/>
              <a:gd name="connsiteX63" fmla="*/ 1185862 w 5207793"/>
              <a:gd name="connsiteY63" fmla="*/ 178594 h 3521869"/>
              <a:gd name="connsiteX64" fmla="*/ 1207293 w 5207793"/>
              <a:gd name="connsiteY64" fmla="*/ 192881 h 3521869"/>
              <a:gd name="connsiteX65" fmla="*/ 1228725 w 5207793"/>
              <a:gd name="connsiteY65" fmla="*/ 200025 h 3521869"/>
              <a:gd name="connsiteX66" fmla="*/ 1257300 w 5207793"/>
              <a:gd name="connsiteY66" fmla="*/ 221456 h 3521869"/>
              <a:gd name="connsiteX67" fmla="*/ 1278731 w 5207793"/>
              <a:gd name="connsiteY67" fmla="*/ 235744 h 3521869"/>
              <a:gd name="connsiteX68" fmla="*/ 1350168 w 5207793"/>
              <a:gd name="connsiteY68" fmla="*/ 242888 h 3521869"/>
              <a:gd name="connsiteX69" fmla="*/ 1464468 w 5207793"/>
              <a:gd name="connsiteY69" fmla="*/ 235744 h 3521869"/>
              <a:gd name="connsiteX70" fmla="*/ 1485900 w 5207793"/>
              <a:gd name="connsiteY70" fmla="*/ 228600 h 3521869"/>
              <a:gd name="connsiteX71" fmla="*/ 1528762 w 5207793"/>
              <a:gd name="connsiteY71" fmla="*/ 192881 h 3521869"/>
              <a:gd name="connsiteX72" fmla="*/ 1535906 w 5207793"/>
              <a:gd name="connsiteY72" fmla="*/ 171450 h 3521869"/>
              <a:gd name="connsiteX73" fmla="*/ 1557337 w 5207793"/>
              <a:gd name="connsiteY73" fmla="*/ 164306 h 3521869"/>
              <a:gd name="connsiteX74" fmla="*/ 1585912 w 5207793"/>
              <a:gd name="connsiteY74" fmla="*/ 150019 h 3521869"/>
              <a:gd name="connsiteX75" fmla="*/ 1635918 w 5207793"/>
              <a:gd name="connsiteY75" fmla="*/ 135731 h 3521869"/>
              <a:gd name="connsiteX76" fmla="*/ 1714500 w 5207793"/>
              <a:gd name="connsiteY76" fmla="*/ 128588 h 3521869"/>
              <a:gd name="connsiteX77" fmla="*/ 1807368 w 5207793"/>
              <a:gd name="connsiteY77" fmla="*/ 114300 h 3521869"/>
              <a:gd name="connsiteX78" fmla="*/ 1835943 w 5207793"/>
              <a:gd name="connsiteY78" fmla="*/ 121444 h 3521869"/>
              <a:gd name="connsiteX79" fmla="*/ 1814512 w 5207793"/>
              <a:gd name="connsiteY79" fmla="*/ 142875 h 3521869"/>
              <a:gd name="connsiteX80" fmla="*/ 1807368 w 5207793"/>
              <a:gd name="connsiteY80" fmla="*/ 164306 h 3521869"/>
              <a:gd name="connsiteX81" fmla="*/ 1785937 w 5207793"/>
              <a:gd name="connsiteY81" fmla="*/ 171450 h 3521869"/>
              <a:gd name="connsiteX82" fmla="*/ 1750218 w 5207793"/>
              <a:gd name="connsiteY82" fmla="*/ 214313 h 3521869"/>
              <a:gd name="connsiteX83" fmla="*/ 1743075 w 5207793"/>
              <a:gd name="connsiteY83" fmla="*/ 235744 h 3521869"/>
              <a:gd name="connsiteX84" fmla="*/ 1714500 w 5207793"/>
              <a:gd name="connsiteY84" fmla="*/ 285750 h 3521869"/>
              <a:gd name="connsiteX85" fmla="*/ 1693068 w 5207793"/>
              <a:gd name="connsiteY85" fmla="*/ 314325 h 3521869"/>
              <a:gd name="connsiteX86" fmla="*/ 1664493 w 5207793"/>
              <a:gd name="connsiteY86" fmla="*/ 357188 h 3521869"/>
              <a:gd name="connsiteX87" fmla="*/ 1643062 w 5207793"/>
              <a:gd name="connsiteY87" fmla="*/ 378619 h 3521869"/>
              <a:gd name="connsiteX88" fmla="*/ 1614487 w 5207793"/>
              <a:gd name="connsiteY88" fmla="*/ 421481 h 3521869"/>
              <a:gd name="connsiteX89" fmla="*/ 1578768 w 5207793"/>
              <a:gd name="connsiteY89" fmla="*/ 464344 h 3521869"/>
              <a:gd name="connsiteX90" fmla="*/ 1564481 w 5207793"/>
              <a:gd name="connsiteY90" fmla="*/ 514350 h 3521869"/>
              <a:gd name="connsiteX91" fmla="*/ 1550193 w 5207793"/>
              <a:gd name="connsiteY91" fmla="*/ 578644 h 3521869"/>
              <a:gd name="connsiteX92" fmla="*/ 1557337 w 5207793"/>
              <a:gd name="connsiteY92" fmla="*/ 621506 h 3521869"/>
              <a:gd name="connsiteX93" fmla="*/ 1571625 w 5207793"/>
              <a:gd name="connsiteY93" fmla="*/ 700088 h 3521869"/>
              <a:gd name="connsiteX94" fmla="*/ 1593056 w 5207793"/>
              <a:gd name="connsiteY94" fmla="*/ 742950 h 3521869"/>
              <a:gd name="connsiteX95" fmla="*/ 1600200 w 5207793"/>
              <a:gd name="connsiteY95" fmla="*/ 785813 h 3521869"/>
              <a:gd name="connsiteX96" fmla="*/ 1607343 w 5207793"/>
              <a:gd name="connsiteY96" fmla="*/ 807244 h 3521869"/>
              <a:gd name="connsiteX97" fmla="*/ 1621631 w 5207793"/>
              <a:gd name="connsiteY97" fmla="*/ 871538 h 3521869"/>
              <a:gd name="connsiteX98" fmla="*/ 1635918 w 5207793"/>
              <a:gd name="connsiteY98" fmla="*/ 957263 h 3521869"/>
              <a:gd name="connsiteX99" fmla="*/ 1643062 w 5207793"/>
              <a:gd name="connsiteY99" fmla="*/ 978694 h 3521869"/>
              <a:gd name="connsiteX100" fmla="*/ 1657350 w 5207793"/>
              <a:gd name="connsiteY100" fmla="*/ 1000125 h 3521869"/>
              <a:gd name="connsiteX101" fmla="*/ 1664493 w 5207793"/>
              <a:gd name="connsiteY101" fmla="*/ 1028700 h 3521869"/>
              <a:gd name="connsiteX102" fmla="*/ 1678781 w 5207793"/>
              <a:gd name="connsiteY102" fmla="*/ 1050131 h 3521869"/>
              <a:gd name="connsiteX103" fmla="*/ 1685925 w 5207793"/>
              <a:gd name="connsiteY103" fmla="*/ 1085850 h 3521869"/>
              <a:gd name="connsiteX104" fmla="*/ 1728787 w 5207793"/>
              <a:gd name="connsiteY104" fmla="*/ 1135856 h 3521869"/>
              <a:gd name="connsiteX105" fmla="*/ 1743075 w 5207793"/>
              <a:gd name="connsiteY105" fmla="*/ 1157288 h 3521869"/>
              <a:gd name="connsiteX106" fmla="*/ 1750218 w 5207793"/>
              <a:gd name="connsiteY106" fmla="*/ 1185863 h 3521869"/>
              <a:gd name="connsiteX107" fmla="*/ 1793081 w 5207793"/>
              <a:gd name="connsiteY107" fmla="*/ 1235869 h 3521869"/>
              <a:gd name="connsiteX108" fmla="*/ 1828800 w 5207793"/>
              <a:gd name="connsiteY108" fmla="*/ 1278731 h 3521869"/>
              <a:gd name="connsiteX109" fmla="*/ 1864518 w 5207793"/>
              <a:gd name="connsiteY109" fmla="*/ 1314450 h 3521869"/>
              <a:gd name="connsiteX110" fmla="*/ 1921668 w 5207793"/>
              <a:gd name="connsiteY110" fmla="*/ 1378744 h 3521869"/>
              <a:gd name="connsiteX111" fmla="*/ 1978818 w 5207793"/>
              <a:gd name="connsiteY111" fmla="*/ 1393031 h 3521869"/>
              <a:gd name="connsiteX112" fmla="*/ 2007393 w 5207793"/>
              <a:gd name="connsiteY112" fmla="*/ 1400175 h 3521869"/>
              <a:gd name="connsiteX113" fmla="*/ 2028825 w 5207793"/>
              <a:gd name="connsiteY113" fmla="*/ 1407319 h 3521869"/>
              <a:gd name="connsiteX114" fmla="*/ 2078831 w 5207793"/>
              <a:gd name="connsiteY114" fmla="*/ 1414463 h 3521869"/>
              <a:gd name="connsiteX115" fmla="*/ 2135981 w 5207793"/>
              <a:gd name="connsiteY115" fmla="*/ 1428750 h 3521869"/>
              <a:gd name="connsiteX116" fmla="*/ 2228850 w 5207793"/>
              <a:gd name="connsiteY116" fmla="*/ 1443038 h 3521869"/>
              <a:gd name="connsiteX117" fmla="*/ 2257425 w 5207793"/>
              <a:gd name="connsiteY117" fmla="*/ 1450181 h 3521869"/>
              <a:gd name="connsiteX118" fmla="*/ 2300287 w 5207793"/>
              <a:gd name="connsiteY118" fmla="*/ 1464469 h 3521869"/>
              <a:gd name="connsiteX119" fmla="*/ 2507456 w 5207793"/>
              <a:gd name="connsiteY119" fmla="*/ 1471613 h 3521869"/>
              <a:gd name="connsiteX120" fmla="*/ 2543175 w 5207793"/>
              <a:gd name="connsiteY120" fmla="*/ 1478756 h 3521869"/>
              <a:gd name="connsiteX121" fmla="*/ 2878931 w 5207793"/>
              <a:gd name="connsiteY121" fmla="*/ 1478756 h 3521869"/>
              <a:gd name="connsiteX122" fmla="*/ 2914650 w 5207793"/>
              <a:gd name="connsiteY122" fmla="*/ 1471613 h 3521869"/>
              <a:gd name="connsiteX123" fmla="*/ 2964656 w 5207793"/>
              <a:gd name="connsiteY123" fmla="*/ 1450181 h 3521869"/>
              <a:gd name="connsiteX124" fmla="*/ 2986087 w 5207793"/>
              <a:gd name="connsiteY124" fmla="*/ 1443038 h 3521869"/>
              <a:gd name="connsiteX125" fmla="*/ 3043237 w 5207793"/>
              <a:gd name="connsiteY125" fmla="*/ 1421606 h 3521869"/>
              <a:gd name="connsiteX126" fmla="*/ 3071812 w 5207793"/>
              <a:gd name="connsiteY126" fmla="*/ 1400175 h 3521869"/>
              <a:gd name="connsiteX127" fmla="*/ 3093243 w 5207793"/>
              <a:gd name="connsiteY127" fmla="*/ 1378744 h 3521869"/>
              <a:gd name="connsiteX128" fmla="*/ 3128962 w 5207793"/>
              <a:gd name="connsiteY128" fmla="*/ 1357313 h 3521869"/>
              <a:gd name="connsiteX129" fmla="*/ 3186112 w 5207793"/>
              <a:gd name="connsiteY129" fmla="*/ 1300163 h 3521869"/>
              <a:gd name="connsiteX130" fmla="*/ 3214687 w 5207793"/>
              <a:gd name="connsiteY130" fmla="*/ 1243013 h 3521869"/>
              <a:gd name="connsiteX131" fmla="*/ 3236118 w 5207793"/>
              <a:gd name="connsiteY131" fmla="*/ 1228725 h 3521869"/>
              <a:gd name="connsiteX132" fmla="*/ 3271837 w 5207793"/>
              <a:gd name="connsiteY132" fmla="*/ 1178719 h 3521869"/>
              <a:gd name="connsiteX133" fmla="*/ 3293268 w 5207793"/>
              <a:gd name="connsiteY133" fmla="*/ 1164431 h 3521869"/>
              <a:gd name="connsiteX134" fmla="*/ 3300412 w 5207793"/>
              <a:gd name="connsiteY134" fmla="*/ 1143000 h 3521869"/>
              <a:gd name="connsiteX135" fmla="*/ 3321843 w 5207793"/>
              <a:gd name="connsiteY135" fmla="*/ 1135856 h 3521869"/>
              <a:gd name="connsiteX136" fmla="*/ 3343275 w 5207793"/>
              <a:gd name="connsiteY136" fmla="*/ 1114425 h 3521869"/>
              <a:gd name="connsiteX137" fmla="*/ 3357562 w 5207793"/>
              <a:gd name="connsiteY137" fmla="*/ 1085850 h 3521869"/>
              <a:gd name="connsiteX138" fmla="*/ 3393281 w 5207793"/>
              <a:gd name="connsiteY138" fmla="*/ 1028700 h 3521869"/>
              <a:gd name="connsiteX139" fmla="*/ 3400425 w 5207793"/>
              <a:gd name="connsiteY139" fmla="*/ 1007269 h 3521869"/>
              <a:gd name="connsiteX140" fmla="*/ 3436143 w 5207793"/>
              <a:gd name="connsiteY140" fmla="*/ 928688 h 3521869"/>
              <a:gd name="connsiteX141" fmla="*/ 3450431 w 5207793"/>
              <a:gd name="connsiteY141" fmla="*/ 842963 h 3521869"/>
              <a:gd name="connsiteX142" fmla="*/ 3464718 w 5207793"/>
              <a:gd name="connsiteY142" fmla="*/ 700088 h 3521869"/>
              <a:gd name="connsiteX143" fmla="*/ 3471862 w 5207793"/>
              <a:gd name="connsiteY143" fmla="*/ 664369 h 3521869"/>
              <a:gd name="connsiteX144" fmla="*/ 3479006 w 5207793"/>
              <a:gd name="connsiteY144" fmla="*/ 492919 h 3521869"/>
              <a:gd name="connsiteX145" fmla="*/ 3457575 w 5207793"/>
              <a:gd name="connsiteY145" fmla="*/ 321469 h 3521869"/>
              <a:gd name="connsiteX146" fmla="*/ 3443287 w 5207793"/>
              <a:gd name="connsiteY146" fmla="*/ 300038 h 3521869"/>
              <a:gd name="connsiteX147" fmla="*/ 3414712 w 5207793"/>
              <a:gd name="connsiteY147" fmla="*/ 242888 h 3521869"/>
              <a:gd name="connsiteX148" fmla="*/ 3407568 w 5207793"/>
              <a:gd name="connsiteY148" fmla="*/ 221456 h 3521869"/>
              <a:gd name="connsiteX149" fmla="*/ 3364706 w 5207793"/>
              <a:gd name="connsiteY149" fmla="*/ 192881 h 3521869"/>
              <a:gd name="connsiteX150" fmla="*/ 3328987 w 5207793"/>
              <a:gd name="connsiteY150" fmla="*/ 150019 h 3521869"/>
              <a:gd name="connsiteX151" fmla="*/ 3286125 w 5207793"/>
              <a:gd name="connsiteY151" fmla="*/ 121444 h 3521869"/>
              <a:gd name="connsiteX152" fmla="*/ 3264693 w 5207793"/>
              <a:gd name="connsiteY152" fmla="*/ 92869 h 3521869"/>
              <a:gd name="connsiteX153" fmla="*/ 3236118 w 5207793"/>
              <a:gd name="connsiteY153" fmla="*/ 50006 h 3521869"/>
              <a:gd name="connsiteX154" fmla="*/ 3250406 w 5207793"/>
              <a:gd name="connsiteY154" fmla="*/ 14288 h 3521869"/>
              <a:gd name="connsiteX155" fmla="*/ 3328987 w 5207793"/>
              <a:gd name="connsiteY155" fmla="*/ 7144 h 3521869"/>
              <a:gd name="connsiteX156" fmla="*/ 3350418 w 5207793"/>
              <a:gd name="connsiteY156" fmla="*/ 0 h 3521869"/>
              <a:gd name="connsiteX157" fmla="*/ 3414712 w 5207793"/>
              <a:gd name="connsiteY157" fmla="*/ 21431 h 3521869"/>
              <a:gd name="connsiteX158" fmla="*/ 3457575 w 5207793"/>
              <a:gd name="connsiteY158" fmla="*/ 35719 h 3521869"/>
              <a:gd name="connsiteX159" fmla="*/ 3479006 w 5207793"/>
              <a:gd name="connsiteY159" fmla="*/ 42863 h 3521869"/>
              <a:gd name="connsiteX160" fmla="*/ 3543300 w 5207793"/>
              <a:gd name="connsiteY160" fmla="*/ 57150 h 3521869"/>
              <a:gd name="connsiteX161" fmla="*/ 3579018 w 5207793"/>
              <a:gd name="connsiteY161" fmla="*/ 71438 h 3521869"/>
              <a:gd name="connsiteX162" fmla="*/ 3636168 w 5207793"/>
              <a:gd name="connsiteY162" fmla="*/ 85725 h 3521869"/>
              <a:gd name="connsiteX163" fmla="*/ 3657600 w 5207793"/>
              <a:gd name="connsiteY163" fmla="*/ 100013 h 3521869"/>
              <a:gd name="connsiteX164" fmla="*/ 3686175 w 5207793"/>
              <a:gd name="connsiteY164" fmla="*/ 114300 h 3521869"/>
              <a:gd name="connsiteX165" fmla="*/ 3700462 w 5207793"/>
              <a:gd name="connsiteY165" fmla="*/ 142875 h 3521869"/>
              <a:gd name="connsiteX166" fmla="*/ 3757612 w 5207793"/>
              <a:gd name="connsiteY166" fmla="*/ 171450 h 3521869"/>
              <a:gd name="connsiteX167" fmla="*/ 3807618 w 5207793"/>
              <a:gd name="connsiteY167" fmla="*/ 192881 h 3521869"/>
              <a:gd name="connsiteX168" fmla="*/ 3829050 w 5207793"/>
              <a:gd name="connsiteY168" fmla="*/ 207169 h 3521869"/>
              <a:gd name="connsiteX169" fmla="*/ 3871912 w 5207793"/>
              <a:gd name="connsiteY169" fmla="*/ 214313 h 3521869"/>
              <a:gd name="connsiteX170" fmla="*/ 4150518 w 5207793"/>
              <a:gd name="connsiteY170" fmla="*/ 207169 h 3521869"/>
              <a:gd name="connsiteX171" fmla="*/ 4186237 w 5207793"/>
              <a:gd name="connsiteY171" fmla="*/ 178594 h 3521869"/>
              <a:gd name="connsiteX172" fmla="*/ 4214812 w 5207793"/>
              <a:gd name="connsiteY172" fmla="*/ 171450 h 3521869"/>
              <a:gd name="connsiteX173" fmla="*/ 4236243 w 5207793"/>
              <a:gd name="connsiteY173" fmla="*/ 164306 h 3521869"/>
              <a:gd name="connsiteX174" fmla="*/ 4386262 w 5207793"/>
              <a:gd name="connsiteY174" fmla="*/ 185738 h 3521869"/>
              <a:gd name="connsiteX175" fmla="*/ 4421981 w 5207793"/>
              <a:gd name="connsiteY175" fmla="*/ 221456 h 3521869"/>
              <a:gd name="connsiteX176" fmla="*/ 4457700 w 5207793"/>
              <a:gd name="connsiteY176" fmla="*/ 285750 h 3521869"/>
              <a:gd name="connsiteX177" fmla="*/ 4471987 w 5207793"/>
              <a:gd name="connsiteY177" fmla="*/ 364331 h 3521869"/>
              <a:gd name="connsiteX178" fmla="*/ 4486275 w 5207793"/>
              <a:gd name="connsiteY178" fmla="*/ 428625 h 3521869"/>
              <a:gd name="connsiteX179" fmla="*/ 4514850 w 5207793"/>
              <a:gd name="connsiteY179" fmla="*/ 485775 h 3521869"/>
              <a:gd name="connsiteX180" fmla="*/ 4521993 w 5207793"/>
              <a:gd name="connsiteY180" fmla="*/ 521494 h 3521869"/>
              <a:gd name="connsiteX181" fmla="*/ 4529137 w 5207793"/>
              <a:gd name="connsiteY181" fmla="*/ 550069 h 3521869"/>
              <a:gd name="connsiteX182" fmla="*/ 4543425 w 5207793"/>
              <a:gd name="connsiteY182" fmla="*/ 771525 h 3521869"/>
              <a:gd name="connsiteX183" fmla="*/ 4557712 w 5207793"/>
              <a:gd name="connsiteY183" fmla="*/ 850106 h 3521869"/>
              <a:gd name="connsiteX184" fmla="*/ 4564856 w 5207793"/>
              <a:gd name="connsiteY184" fmla="*/ 892969 h 3521869"/>
              <a:gd name="connsiteX185" fmla="*/ 4593431 w 5207793"/>
              <a:gd name="connsiteY185" fmla="*/ 1021556 h 3521869"/>
              <a:gd name="connsiteX186" fmla="*/ 4600575 w 5207793"/>
              <a:gd name="connsiteY186" fmla="*/ 1078706 h 3521869"/>
              <a:gd name="connsiteX187" fmla="*/ 4607718 w 5207793"/>
              <a:gd name="connsiteY187" fmla="*/ 1321594 h 3521869"/>
              <a:gd name="connsiteX188" fmla="*/ 4614862 w 5207793"/>
              <a:gd name="connsiteY188" fmla="*/ 1357313 h 3521869"/>
              <a:gd name="connsiteX189" fmla="*/ 4636293 w 5207793"/>
              <a:gd name="connsiteY189" fmla="*/ 1378744 h 3521869"/>
              <a:gd name="connsiteX190" fmla="*/ 4643437 w 5207793"/>
              <a:gd name="connsiteY190" fmla="*/ 1421606 h 3521869"/>
              <a:gd name="connsiteX191" fmla="*/ 4650581 w 5207793"/>
              <a:gd name="connsiteY191" fmla="*/ 1471613 h 3521869"/>
              <a:gd name="connsiteX192" fmla="*/ 4657725 w 5207793"/>
              <a:gd name="connsiteY192" fmla="*/ 1493044 h 3521869"/>
              <a:gd name="connsiteX193" fmla="*/ 4664868 w 5207793"/>
              <a:gd name="connsiteY193" fmla="*/ 1585913 h 3521869"/>
              <a:gd name="connsiteX194" fmla="*/ 4672012 w 5207793"/>
              <a:gd name="connsiteY194" fmla="*/ 1650206 h 3521869"/>
              <a:gd name="connsiteX195" fmla="*/ 4686300 w 5207793"/>
              <a:gd name="connsiteY195" fmla="*/ 1778794 h 3521869"/>
              <a:gd name="connsiteX196" fmla="*/ 4700587 w 5207793"/>
              <a:gd name="connsiteY196" fmla="*/ 1921669 h 3521869"/>
              <a:gd name="connsiteX197" fmla="*/ 4714875 w 5207793"/>
              <a:gd name="connsiteY197" fmla="*/ 2000250 h 3521869"/>
              <a:gd name="connsiteX198" fmla="*/ 4722018 w 5207793"/>
              <a:gd name="connsiteY198" fmla="*/ 2050256 h 3521869"/>
              <a:gd name="connsiteX199" fmla="*/ 4736306 w 5207793"/>
              <a:gd name="connsiteY199" fmla="*/ 2071688 h 3521869"/>
              <a:gd name="connsiteX200" fmla="*/ 4764881 w 5207793"/>
              <a:gd name="connsiteY200" fmla="*/ 2121694 h 3521869"/>
              <a:gd name="connsiteX201" fmla="*/ 4779168 w 5207793"/>
              <a:gd name="connsiteY201" fmla="*/ 2164556 h 3521869"/>
              <a:gd name="connsiteX202" fmla="*/ 4793456 w 5207793"/>
              <a:gd name="connsiteY202" fmla="*/ 2235994 h 3521869"/>
              <a:gd name="connsiteX203" fmla="*/ 4800600 w 5207793"/>
              <a:gd name="connsiteY203" fmla="*/ 2257425 h 3521869"/>
              <a:gd name="connsiteX204" fmla="*/ 4807743 w 5207793"/>
              <a:gd name="connsiteY204" fmla="*/ 2286000 h 3521869"/>
              <a:gd name="connsiteX205" fmla="*/ 4814887 w 5207793"/>
              <a:gd name="connsiteY205" fmla="*/ 2307431 h 3521869"/>
              <a:gd name="connsiteX206" fmla="*/ 4836318 w 5207793"/>
              <a:gd name="connsiteY206" fmla="*/ 2407444 h 3521869"/>
              <a:gd name="connsiteX207" fmla="*/ 4864893 w 5207793"/>
              <a:gd name="connsiteY207" fmla="*/ 2514600 h 3521869"/>
              <a:gd name="connsiteX208" fmla="*/ 4872037 w 5207793"/>
              <a:gd name="connsiteY208" fmla="*/ 2543175 h 3521869"/>
              <a:gd name="connsiteX209" fmla="*/ 4886325 w 5207793"/>
              <a:gd name="connsiteY209" fmla="*/ 2614613 h 3521869"/>
              <a:gd name="connsiteX210" fmla="*/ 4900612 w 5207793"/>
              <a:gd name="connsiteY210" fmla="*/ 2657475 h 3521869"/>
              <a:gd name="connsiteX211" fmla="*/ 4922043 w 5207793"/>
              <a:gd name="connsiteY211" fmla="*/ 2678906 h 3521869"/>
              <a:gd name="connsiteX212" fmla="*/ 4929187 w 5207793"/>
              <a:gd name="connsiteY212" fmla="*/ 2728913 h 3521869"/>
              <a:gd name="connsiteX213" fmla="*/ 4936331 w 5207793"/>
              <a:gd name="connsiteY213" fmla="*/ 2757488 h 3521869"/>
              <a:gd name="connsiteX214" fmla="*/ 4943475 w 5207793"/>
              <a:gd name="connsiteY214" fmla="*/ 2914650 h 3521869"/>
              <a:gd name="connsiteX215" fmla="*/ 4950618 w 5207793"/>
              <a:gd name="connsiteY215" fmla="*/ 2943225 h 3521869"/>
              <a:gd name="connsiteX216" fmla="*/ 4936331 w 5207793"/>
              <a:gd name="connsiteY216" fmla="*/ 2986088 h 3521869"/>
              <a:gd name="connsiteX217" fmla="*/ 5000625 w 5207793"/>
              <a:gd name="connsiteY217" fmla="*/ 3021806 h 3521869"/>
              <a:gd name="connsiteX218" fmla="*/ 5064918 w 5207793"/>
              <a:gd name="connsiteY218" fmla="*/ 3043238 h 3521869"/>
              <a:gd name="connsiteX219" fmla="*/ 5093493 w 5207793"/>
              <a:gd name="connsiteY219" fmla="*/ 3064669 h 3521869"/>
              <a:gd name="connsiteX220" fmla="*/ 5114925 w 5207793"/>
              <a:gd name="connsiteY220" fmla="*/ 3114675 h 3521869"/>
              <a:gd name="connsiteX221" fmla="*/ 5129212 w 5207793"/>
              <a:gd name="connsiteY221" fmla="*/ 3143250 h 3521869"/>
              <a:gd name="connsiteX222" fmla="*/ 5143500 w 5207793"/>
              <a:gd name="connsiteY222" fmla="*/ 3207544 h 3521869"/>
              <a:gd name="connsiteX223" fmla="*/ 5157787 w 5207793"/>
              <a:gd name="connsiteY223" fmla="*/ 3250406 h 3521869"/>
              <a:gd name="connsiteX224" fmla="*/ 5172075 w 5207793"/>
              <a:gd name="connsiteY224" fmla="*/ 3307556 h 3521869"/>
              <a:gd name="connsiteX225" fmla="*/ 5179218 w 5207793"/>
              <a:gd name="connsiteY225" fmla="*/ 3386138 h 3521869"/>
              <a:gd name="connsiteX226" fmla="*/ 5200650 w 5207793"/>
              <a:gd name="connsiteY226" fmla="*/ 3464719 h 3521869"/>
              <a:gd name="connsiteX227" fmla="*/ 5207793 w 5207793"/>
              <a:gd name="connsiteY227" fmla="*/ 3521869 h 3521869"/>
              <a:gd name="connsiteX0" fmla="*/ 0 w 5207793"/>
              <a:gd name="connsiteY0" fmla="*/ 3464719 h 3521869"/>
              <a:gd name="connsiteX1" fmla="*/ 7143 w 5207793"/>
              <a:gd name="connsiteY1" fmla="*/ 3386138 h 3521869"/>
              <a:gd name="connsiteX2" fmla="*/ 14287 w 5207793"/>
              <a:gd name="connsiteY2" fmla="*/ 3364706 h 3521869"/>
              <a:gd name="connsiteX3" fmla="*/ 21431 w 5207793"/>
              <a:gd name="connsiteY3" fmla="*/ 3328988 h 3521869"/>
              <a:gd name="connsiteX4" fmla="*/ 28575 w 5207793"/>
              <a:gd name="connsiteY4" fmla="*/ 3300413 h 3521869"/>
              <a:gd name="connsiteX5" fmla="*/ 35718 w 5207793"/>
              <a:gd name="connsiteY5" fmla="*/ 3250406 h 3521869"/>
              <a:gd name="connsiteX6" fmla="*/ 57150 w 5207793"/>
              <a:gd name="connsiteY6" fmla="*/ 3200400 h 3521869"/>
              <a:gd name="connsiteX7" fmla="*/ 64293 w 5207793"/>
              <a:gd name="connsiteY7" fmla="*/ 3178969 h 3521869"/>
              <a:gd name="connsiteX8" fmla="*/ 92868 w 5207793"/>
              <a:gd name="connsiteY8" fmla="*/ 3157538 h 3521869"/>
              <a:gd name="connsiteX9" fmla="*/ 121443 w 5207793"/>
              <a:gd name="connsiteY9" fmla="*/ 3107531 h 3521869"/>
              <a:gd name="connsiteX10" fmla="*/ 150018 w 5207793"/>
              <a:gd name="connsiteY10" fmla="*/ 3086100 h 3521869"/>
              <a:gd name="connsiteX11" fmla="*/ 171450 w 5207793"/>
              <a:gd name="connsiteY11" fmla="*/ 3057525 h 3521869"/>
              <a:gd name="connsiteX12" fmla="*/ 242887 w 5207793"/>
              <a:gd name="connsiteY12" fmla="*/ 3014663 h 3521869"/>
              <a:gd name="connsiteX13" fmla="*/ 264318 w 5207793"/>
              <a:gd name="connsiteY13" fmla="*/ 2957513 h 3521869"/>
              <a:gd name="connsiteX14" fmla="*/ 292893 w 5207793"/>
              <a:gd name="connsiteY14" fmla="*/ 2900363 h 3521869"/>
              <a:gd name="connsiteX15" fmla="*/ 307181 w 5207793"/>
              <a:gd name="connsiteY15" fmla="*/ 2664619 h 3521869"/>
              <a:gd name="connsiteX16" fmla="*/ 328612 w 5207793"/>
              <a:gd name="connsiteY16" fmla="*/ 2564606 h 3521869"/>
              <a:gd name="connsiteX17" fmla="*/ 335756 w 5207793"/>
              <a:gd name="connsiteY17" fmla="*/ 2521744 h 3521869"/>
              <a:gd name="connsiteX18" fmla="*/ 350043 w 5207793"/>
              <a:gd name="connsiteY18" fmla="*/ 2500313 h 3521869"/>
              <a:gd name="connsiteX19" fmla="*/ 364331 w 5207793"/>
              <a:gd name="connsiteY19" fmla="*/ 2450306 h 3521869"/>
              <a:gd name="connsiteX20" fmla="*/ 371475 w 5207793"/>
              <a:gd name="connsiteY20" fmla="*/ 2407444 h 3521869"/>
              <a:gd name="connsiteX21" fmla="*/ 385762 w 5207793"/>
              <a:gd name="connsiteY21" fmla="*/ 2357438 h 3521869"/>
              <a:gd name="connsiteX22" fmla="*/ 392906 w 5207793"/>
              <a:gd name="connsiteY22" fmla="*/ 2328863 h 3521869"/>
              <a:gd name="connsiteX23" fmla="*/ 407193 w 5207793"/>
              <a:gd name="connsiteY23" fmla="*/ 2307431 h 3521869"/>
              <a:gd name="connsiteX24" fmla="*/ 421481 w 5207793"/>
              <a:gd name="connsiteY24" fmla="*/ 2257425 h 3521869"/>
              <a:gd name="connsiteX25" fmla="*/ 428625 w 5207793"/>
              <a:gd name="connsiteY25" fmla="*/ 2228850 h 3521869"/>
              <a:gd name="connsiteX26" fmla="*/ 442912 w 5207793"/>
              <a:gd name="connsiteY26" fmla="*/ 2207419 h 3521869"/>
              <a:gd name="connsiteX27" fmla="*/ 464343 w 5207793"/>
              <a:gd name="connsiteY27" fmla="*/ 2150269 h 3521869"/>
              <a:gd name="connsiteX28" fmla="*/ 478631 w 5207793"/>
              <a:gd name="connsiteY28" fmla="*/ 2078831 h 3521869"/>
              <a:gd name="connsiteX29" fmla="*/ 485775 w 5207793"/>
              <a:gd name="connsiteY29" fmla="*/ 2050256 h 3521869"/>
              <a:gd name="connsiteX30" fmla="*/ 492918 w 5207793"/>
              <a:gd name="connsiteY30" fmla="*/ 2014538 h 3521869"/>
              <a:gd name="connsiteX31" fmla="*/ 500062 w 5207793"/>
              <a:gd name="connsiteY31" fmla="*/ 1993106 h 3521869"/>
              <a:gd name="connsiteX32" fmla="*/ 507206 w 5207793"/>
              <a:gd name="connsiteY32" fmla="*/ 1957388 h 3521869"/>
              <a:gd name="connsiteX33" fmla="*/ 514350 w 5207793"/>
              <a:gd name="connsiteY33" fmla="*/ 1935956 h 3521869"/>
              <a:gd name="connsiteX34" fmla="*/ 528637 w 5207793"/>
              <a:gd name="connsiteY34" fmla="*/ 1878806 h 3521869"/>
              <a:gd name="connsiteX35" fmla="*/ 535781 w 5207793"/>
              <a:gd name="connsiteY35" fmla="*/ 1785938 h 3521869"/>
              <a:gd name="connsiteX36" fmla="*/ 542925 w 5207793"/>
              <a:gd name="connsiteY36" fmla="*/ 1721644 h 3521869"/>
              <a:gd name="connsiteX37" fmla="*/ 535781 w 5207793"/>
              <a:gd name="connsiteY37" fmla="*/ 1578769 h 3521869"/>
              <a:gd name="connsiteX38" fmla="*/ 521493 w 5207793"/>
              <a:gd name="connsiteY38" fmla="*/ 1535906 h 3521869"/>
              <a:gd name="connsiteX39" fmla="*/ 528637 w 5207793"/>
              <a:gd name="connsiteY39" fmla="*/ 1400175 h 3521869"/>
              <a:gd name="connsiteX40" fmla="*/ 542925 w 5207793"/>
              <a:gd name="connsiteY40" fmla="*/ 1371600 h 3521869"/>
              <a:gd name="connsiteX41" fmla="*/ 564356 w 5207793"/>
              <a:gd name="connsiteY41" fmla="*/ 1293019 h 3521869"/>
              <a:gd name="connsiteX42" fmla="*/ 578643 w 5207793"/>
              <a:gd name="connsiteY42" fmla="*/ 964406 h 3521869"/>
              <a:gd name="connsiteX43" fmla="*/ 585787 w 5207793"/>
              <a:gd name="connsiteY43" fmla="*/ 907256 h 3521869"/>
              <a:gd name="connsiteX44" fmla="*/ 578643 w 5207793"/>
              <a:gd name="connsiteY44" fmla="*/ 385763 h 3521869"/>
              <a:gd name="connsiteX45" fmla="*/ 607218 w 5207793"/>
              <a:gd name="connsiteY45" fmla="*/ 278606 h 3521869"/>
              <a:gd name="connsiteX46" fmla="*/ 628650 w 5207793"/>
              <a:gd name="connsiteY46" fmla="*/ 228600 h 3521869"/>
              <a:gd name="connsiteX47" fmla="*/ 650081 w 5207793"/>
              <a:gd name="connsiteY47" fmla="*/ 200025 h 3521869"/>
              <a:gd name="connsiteX48" fmla="*/ 664368 w 5207793"/>
              <a:gd name="connsiteY48" fmla="*/ 171450 h 3521869"/>
              <a:gd name="connsiteX49" fmla="*/ 678656 w 5207793"/>
              <a:gd name="connsiteY49" fmla="*/ 150019 h 3521869"/>
              <a:gd name="connsiteX50" fmla="*/ 685800 w 5207793"/>
              <a:gd name="connsiteY50" fmla="*/ 128588 h 3521869"/>
              <a:gd name="connsiteX51" fmla="*/ 714375 w 5207793"/>
              <a:gd name="connsiteY51" fmla="*/ 100013 h 3521869"/>
              <a:gd name="connsiteX52" fmla="*/ 735806 w 5207793"/>
              <a:gd name="connsiteY52" fmla="*/ 71438 h 3521869"/>
              <a:gd name="connsiteX53" fmla="*/ 757237 w 5207793"/>
              <a:gd name="connsiteY53" fmla="*/ 50006 h 3521869"/>
              <a:gd name="connsiteX54" fmla="*/ 778668 w 5207793"/>
              <a:gd name="connsiteY54" fmla="*/ 21431 h 3521869"/>
              <a:gd name="connsiteX55" fmla="*/ 800100 w 5207793"/>
              <a:gd name="connsiteY55" fmla="*/ 14288 h 3521869"/>
              <a:gd name="connsiteX56" fmla="*/ 935831 w 5207793"/>
              <a:gd name="connsiteY56" fmla="*/ 28575 h 3521869"/>
              <a:gd name="connsiteX57" fmla="*/ 964406 w 5207793"/>
              <a:gd name="connsiteY57" fmla="*/ 50006 h 3521869"/>
              <a:gd name="connsiteX58" fmla="*/ 1014412 w 5207793"/>
              <a:gd name="connsiteY58" fmla="*/ 78581 h 3521869"/>
              <a:gd name="connsiteX59" fmla="*/ 1035843 w 5207793"/>
              <a:gd name="connsiteY59" fmla="*/ 100013 h 3521869"/>
              <a:gd name="connsiteX60" fmla="*/ 1064418 w 5207793"/>
              <a:gd name="connsiteY60" fmla="*/ 114300 h 3521869"/>
              <a:gd name="connsiteX61" fmla="*/ 1085850 w 5207793"/>
              <a:gd name="connsiteY61" fmla="*/ 128588 h 3521869"/>
              <a:gd name="connsiteX62" fmla="*/ 1128712 w 5207793"/>
              <a:gd name="connsiteY62" fmla="*/ 150019 h 3521869"/>
              <a:gd name="connsiteX63" fmla="*/ 1185862 w 5207793"/>
              <a:gd name="connsiteY63" fmla="*/ 178594 h 3521869"/>
              <a:gd name="connsiteX64" fmla="*/ 1207293 w 5207793"/>
              <a:gd name="connsiteY64" fmla="*/ 192881 h 3521869"/>
              <a:gd name="connsiteX65" fmla="*/ 1228725 w 5207793"/>
              <a:gd name="connsiteY65" fmla="*/ 200025 h 3521869"/>
              <a:gd name="connsiteX66" fmla="*/ 1257300 w 5207793"/>
              <a:gd name="connsiteY66" fmla="*/ 221456 h 3521869"/>
              <a:gd name="connsiteX67" fmla="*/ 1278731 w 5207793"/>
              <a:gd name="connsiteY67" fmla="*/ 235744 h 3521869"/>
              <a:gd name="connsiteX68" fmla="*/ 1350168 w 5207793"/>
              <a:gd name="connsiteY68" fmla="*/ 242888 h 3521869"/>
              <a:gd name="connsiteX69" fmla="*/ 1464468 w 5207793"/>
              <a:gd name="connsiteY69" fmla="*/ 235744 h 3521869"/>
              <a:gd name="connsiteX70" fmla="*/ 1485900 w 5207793"/>
              <a:gd name="connsiteY70" fmla="*/ 228600 h 3521869"/>
              <a:gd name="connsiteX71" fmla="*/ 1528762 w 5207793"/>
              <a:gd name="connsiteY71" fmla="*/ 192881 h 3521869"/>
              <a:gd name="connsiteX72" fmla="*/ 1535906 w 5207793"/>
              <a:gd name="connsiteY72" fmla="*/ 171450 h 3521869"/>
              <a:gd name="connsiteX73" fmla="*/ 1557337 w 5207793"/>
              <a:gd name="connsiteY73" fmla="*/ 164306 h 3521869"/>
              <a:gd name="connsiteX74" fmla="*/ 1585912 w 5207793"/>
              <a:gd name="connsiteY74" fmla="*/ 150019 h 3521869"/>
              <a:gd name="connsiteX75" fmla="*/ 1635918 w 5207793"/>
              <a:gd name="connsiteY75" fmla="*/ 135731 h 3521869"/>
              <a:gd name="connsiteX76" fmla="*/ 1714500 w 5207793"/>
              <a:gd name="connsiteY76" fmla="*/ 128588 h 3521869"/>
              <a:gd name="connsiteX77" fmla="*/ 1807368 w 5207793"/>
              <a:gd name="connsiteY77" fmla="*/ 114300 h 3521869"/>
              <a:gd name="connsiteX78" fmla="*/ 1835943 w 5207793"/>
              <a:gd name="connsiteY78" fmla="*/ 121444 h 3521869"/>
              <a:gd name="connsiteX79" fmla="*/ 1814512 w 5207793"/>
              <a:gd name="connsiteY79" fmla="*/ 142875 h 3521869"/>
              <a:gd name="connsiteX80" fmla="*/ 1807368 w 5207793"/>
              <a:gd name="connsiteY80" fmla="*/ 164306 h 3521869"/>
              <a:gd name="connsiteX81" fmla="*/ 1785937 w 5207793"/>
              <a:gd name="connsiteY81" fmla="*/ 171450 h 3521869"/>
              <a:gd name="connsiteX82" fmla="*/ 1750218 w 5207793"/>
              <a:gd name="connsiteY82" fmla="*/ 214313 h 3521869"/>
              <a:gd name="connsiteX83" fmla="*/ 1743075 w 5207793"/>
              <a:gd name="connsiteY83" fmla="*/ 235744 h 3521869"/>
              <a:gd name="connsiteX84" fmla="*/ 1714500 w 5207793"/>
              <a:gd name="connsiteY84" fmla="*/ 285750 h 3521869"/>
              <a:gd name="connsiteX85" fmla="*/ 1693068 w 5207793"/>
              <a:gd name="connsiteY85" fmla="*/ 314325 h 3521869"/>
              <a:gd name="connsiteX86" fmla="*/ 1664493 w 5207793"/>
              <a:gd name="connsiteY86" fmla="*/ 357188 h 3521869"/>
              <a:gd name="connsiteX87" fmla="*/ 1643062 w 5207793"/>
              <a:gd name="connsiteY87" fmla="*/ 378619 h 3521869"/>
              <a:gd name="connsiteX88" fmla="*/ 1614487 w 5207793"/>
              <a:gd name="connsiteY88" fmla="*/ 421481 h 3521869"/>
              <a:gd name="connsiteX89" fmla="*/ 1578768 w 5207793"/>
              <a:gd name="connsiteY89" fmla="*/ 464344 h 3521869"/>
              <a:gd name="connsiteX90" fmla="*/ 1564481 w 5207793"/>
              <a:gd name="connsiteY90" fmla="*/ 514350 h 3521869"/>
              <a:gd name="connsiteX91" fmla="*/ 1550193 w 5207793"/>
              <a:gd name="connsiteY91" fmla="*/ 578644 h 3521869"/>
              <a:gd name="connsiteX92" fmla="*/ 1557337 w 5207793"/>
              <a:gd name="connsiteY92" fmla="*/ 621506 h 3521869"/>
              <a:gd name="connsiteX93" fmla="*/ 1571625 w 5207793"/>
              <a:gd name="connsiteY93" fmla="*/ 700088 h 3521869"/>
              <a:gd name="connsiteX94" fmla="*/ 1593056 w 5207793"/>
              <a:gd name="connsiteY94" fmla="*/ 742950 h 3521869"/>
              <a:gd name="connsiteX95" fmla="*/ 1600200 w 5207793"/>
              <a:gd name="connsiteY95" fmla="*/ 785813 h 3521869"/>
              <a:gd name="connsiteX96" fmla="*/ 1607343 w 5207793"/>
              <a:gd name="connsiteY96" fmla="*/ 807244 h 3521869"/>
              <a:gd name="connsiteX97" fmla="*/ 1621631 w 5207793"/>
              <a:gd name="connsiteY97" fmla="*/ 871538 h 3521869"/>
              <a:gd name="connsiteX98" fmla="*/ 1635918 w 5207793"/>
              <a:gd name="connsiteY98" fmla="*/ 957263 h 3521869"/>
              <a:gd name="connsiteX99" fmla="*/ 1643062 w 5207793"/>
              <a:gd name="connsiteY99" fmla="*/ 978694 h 3521869"/>
              <a:gd name="connsiteX100" fmla="*/ 1657350 w 5207793"/>
              <a:gd name="connsiteY100" fmla="*/ 1000125 h 3521869"/>
              <a:gd name="connsiteX101" fmla="*/ 1664493 w 5207793"/>
              <a:gd name="connsiteY101" fmla="*/ 1028700 h 3521869"/>
              <a:gd name="connsiteX102" fmla="*/ 1678781 w 5207793"/>
              <a:gd name="connsiteY102" fmla="*/ 1050131 h 3521869"/>
              <a:gd name="connsiteX103" fmla="*/ 1685925 w 5207793"/>
              <a:gd name="connsiteY103" fmla="*/ 1085850 h 3521869"/>
              <a:gd name="connsiteX104" fmla="*/ 1728787 w 5207793"/>
              <a:gd name="connsiteY104" fmla="*/ 1135856 h 3521869"/>
              <a:gd name="connsiteX105" fmla="*/ 1743075 w 5207793"/>
              <a:gd name="connsiteY105" fmla="*/ 1157288 h 3521869"/>
              <a:gd name="connsiteX106" fmla="*/ 1750218 w 5207793"/>
              <a:gd name="connsiteY106" fmla="*/ 1185863 h 3521869"/>
              <a:gd name="connsiteX107" fmla="*/ 1793081 w 5207793"/>
              <a:gd name="connsiteY107" fmla="*/ 1235869 h 3521869"/>
              <a:gd name="connsiteX108" fmla="*/ 1828800 w 5207793"/>
              <a:gd name="connsiteY108" fmla="*/ 1278731 h 3521869"/>
              <a:gd name="connsiteX109" fmla="*/ 1864518 w 5207793"/>
              <a:gd name="connsiteY109" fmla="*/ 1314450 h 3521869"/>
              <a:gd name="connsiteX110" fmla="*/ 1921668 w 5207793"/>
              <a:gd name="connsiteY110" fmla="*/ 1378744 h 3521869"/>
              <a:gd name="connsiteX111" fmla="*/ 1978818 w 5207793"/>
              <a:gd name="connsiteY111" fmla="*/ 1393031 h 3521869"/>
              <a:gd name="connsiteX112" fmla="*/ 2007393 w 5207793"/>
              <a:gd name="connsiteY112" fmla="*/ 1400175 h 3521869"/>
              <a:gd name="connsiteX113" fmla="*/ 2028825 w 5207793"/>
              <a:gd name="connsiteY113" fmla="*/ 1407319 h 3521869"/>
              <a:gd name="connsiteX114" fmla="*/ 2078831 w 5207793"/>
              <a:gd name="connsiteY114" fmla="*/ 1414463 h 3521869"/>
              <a:gd name="connsiteX115" fmla="*/ 2135981 w 5207793"/>
              <a:gd name="connsiteY115" fmla="*/ 1428750 h 3521869"/>
              <a:gd name="connsiteX116" fmla="*/ 2228850 w 5207793"/>
              <a:gd name="connsiteY116" fmla="*/ 1443038 h 3521869"/>
              <a:gd name="connsiteX117" fmla="*/ 2257425 w 5207793"/>
              <a:gd name="connsiteY117" fmla="*/ 1450181 h 3521869"/>
              <a:gd name="connsiteX118" fmla="*/ 2300287 w 5207793"/>
              <a:gd name="connsiteY118" fmla="*/ 1464469 h 3521869"/>
              <a:gd name="connsiteX119" fmla="*/ 2507456 w 5207793"/>
              <a:gd name="connsiteY119" fmla="*/ 1471613 h 3521869"/>
              <a:gd name="connsiteX120" fmla="*/ 2543175 w 5207793"/>
              <a:gd name="connsiteY120" fmla="*/ 1478756 h 3521869"/>
              <a:gd name="connsiteX121" fmla="*/ 2878931 w 5207793"/>
              <a:gd name="connsiteY121" fmla="*/ 1478756 h 3521869"/>
              <a:gd name="connsiteX122" fmla="*/ 2914650 w 5207793"/>
              <a:gd name="connsiteY122" fmla="*/ 1471613 h 3521869"/>
              <a:gd name="connsiteX123" fmla="*/ 2964656 w 5207793"/>
              <a:gd name="connsiteY123" fmla="*/ 1450181 h 3521869"/>
              <a:gd name="connsiteX124" fmla="*/ 2986087 w 5207793"/>
              <a:gd name="connsiteY124" fmla="*/ 1443038 h 3521869"/>
              <a:gd name="connsiteX125" fmla="*/ 3043237 w 5207793"/>
              <a:gd name="connsiteY125" fmla="*/ 1421606 h 3521869"/>
              <a:gd name="connsiteX126" fmla="*/ 3071812 w 5207793"/>
              <a:gd name="connsiteY126" fmla="*/ 1400175 h 3521869"/>
              <a:gd name="connsiteX127" fmla="*/ 3093243 w 5207793"/>
              <a:gd name="connsiteY127" fmla="*/ 1378744 h 3521869"/>
              <a:gd name="connsiteX128" fmla="*/ 3128962 w 5207793"/>
              <a:gd name="connsiteY128" fmla="*/ 1357313 h 3521869"/>
              <a:gd name="connsiteX129" fmla="*/ 3186112 w 5207793"/>
              <a:gd name="connsiteY129" fmla="*/ 1300163 h 3521869"/>
              <a:gd name="connsiteX130" fmla="*/ 3214687 w 5207793"/>
              <a:gd name="connsiteY130" fmla="*/ 1243013 h 3521869"/>
              <a:gd name="connsiteX131" fmla="*/ 3236118 w 5207793"/>
              <a:gd name="connsiteY131" fmla="*/ 1228725 h 3521869"/>
              <a:gd name="connsiteX132" fmla="*/ 3271837 w 5207793"/>
              <a:gd name="connsiteY132" fmla="*/ 1178719 h 3521869"/>
              <a:gd name="connsiteX133" fmla="*/ 3293268 w 5207793"/>
              <a:gd name="connsiteY133" fmla="*/ 1164431 h 3521869"/>
              <a:gd name="connsiteX134" fmla="*/ 3300412 w 5207793"/>
              <a:gd name="connsiteY134" fmla="*/ 1143000 h 3521869"/>
              <a:gd name="connsiteX135" fmla="*/ 3321843 w 5207793"/>
              <a:gd name="connsiteY135" fmla="*/ 1135856 h 3521869"/>
              <a:gd name="connsiteX136" fmla="*/ 3343275 w 5207793"/>
              <a:gd name="connsiteY136" fmla="*/ 1114425 h 3521869"/>
              <a:gd name="connsiteX137" fmla="*/ 3357562 w 5207793"/>
              <a:gd name="connsiteY137" fmla="*/ 1085850 h 3521869"/>
              <a:gd name="connsiteX138" fmla="*/ 3393281 w 5207793"/>
              <a:gd name="connsiteY138" fmla="*/ 1028700 h 3521869"/>
              <a:gd name="connsiteX139" fmla="*/ 3400425 w 5207793"/>
              <a:gd name="connsiteY139" fmla="*/ 1007269 h 3521869"/>
              <a:gd name="connsiteX140" fmla="*/ 3436143 w 5207793"/>
              <a:gd name="connsiteY140" fmla="*/ 928688 h 3521869"/>
              <a:gd name="connsiteX141" fmla="*/ 3450431 w 5207793"/>
              <a:gd name="connsiteY141" fmla="*/ 842963 h 3521869"/>
              <a:gd name="connsiteX142" fmla="*/ 3464718 w 5207793"/>
              <a:gd name="connsiteY142" fmla="*/ 700088 h 3521869"/>
              <a:gd name="connsiteX143" fmla="*/ 3471862 w 5207793"/>
              <a:gd name="connsiteY143" fmla="*/ 664369 h 3521869"/>
              <a:gd name="connsiteX144" fmla="*/ 3479006 w 5207793"/>
              <a:gd name="connsiteY144" fmla="*/ 492919 h 3521869"/>
              <a:gd name="connsiteX145" fmla="*/ 3457575 w 5207793"/>
              <a:gd name="connsiteY145" fmla="*/ 321469 h 3521869"/>
              <a:gd name="connsiteX146" fmla="*/ 3443287 w 5207793"/>
              <a:gd name="connsiteY146" fmla="*/ 300038 h 3521869"/>
              <a:gd name="connsiteX147" fmla="*/ 3414712 w 5207793"/>
              <a:gd name="connsiteY147" fmla="*/ 242888 h 3521869"/>
              <a:gd name="connsiteX148" fmla="*/ 3407568 w 5207793"/>
              <a:gd name="connsiteY148" fmla="*/ 221456 h 3521869"/>
              <a:gd name="connsiteX149" fmla="*/ 3364706 w 5207793"/>
              <a:gd name="connsiteY149" fmla="*/ 192881 h 3521869"/>
              <a:gd name="connsiteX150" fmla="*/ 3328987 w 5207793"/>
              <a:gd name="connsiteY150" fmla="*/ 150019 h 3521869"/>
              <a:gd name="connsiteX151" fmla="*/ 3286125 w 5207793"/>
              <a:gd name="connsiteY151" fmla="*/ 121444 h 3521869"/>
              <a:gd name="connsiteX152" fmla="*/ 3264693 w 5207793"/>
              <a:gd name="connsiteY152" fmla="*/ 92869 h 3521869"/>
              <a:gd name="connsiteX153" fmla="*/ 3236118 w 5207793"/>
              <a:gd name="connsiteY153" fmla="*/ 50006 h 3521869"/>
              <a:gd name="connsiteX154" fmla="*/ 3250406 w 5207793"/>
              <a:gd name="connsiteY154" fmla="*/ 14288 h 3521869"/>
              <a:gd name="connsiteX155" fmla="*/ 3328987 w 5207793"/>
              <a:gd name="connsiteY155" fmla="*/ 7144 h 3521869"/>
              <a:gd name="connsiteX156" fmla="*/ 3350418 w 5207793"/>
              <a:gd name="connsiteY156" fmla="*/ 0 h 3521869"/>
              <a:gd name="connsiteX157" fmla="*/ 3414712 w 5207793"/>
              <a:gd name="connsiteY157" fmla="*/ 21431 h 3521869"/>
              <a:gd name="connsiteX158" fmla="*/ 3457575 w 5207793"/>
              <a:gd name="connsiteY158" fmla="*/ 35719 h 3521869"/>
              <a:gd name="connsiteX159" fmla="*/ 3479006 w 5207793"/>
              <a:gd name="connsiteY159" fmla="*/ 42863 h 3521869"/>
              <a:gd name="connsiteX160" fmla="*/ 3543300 w 5207793"/>
              <a:gd name="connsiteY160" fmla="*/ 57150 h 3521869"/>
              <a:gd name="connsiteX161" fmla="*/ 3579018 w 5207793"/>
              <a:gd name="connsiteY161" fmla="*/ 71438 h 3521869"/>
              <a:gd name="connsiteX162" fmla="*/ 3636168 w 5207793"/>
              <a:gd name="connsiteY162" fmla="*/ 85725 h 3521869"/>
              <a:gd name="connsiteX163" fmla="*/ 3657600 w 5207793"/>
              <a:gd name="connsiteY163" fmla="*/ 100013 h 3521869"/>
              <a:gd name="connsiteX164" fmla="*/ 3686175 w 5207793"/>
              <a:gd name="connsiteY164" fmla="*/ 114300 h 3521869"/>
              <a:gd name="connsiteX165" fmla="*/ 3700462 w 5207793"/>
              <a:gd name="connsiteY165" fmla="*/ 142875 h 3521869"/>
              <a:gd name="connsiteX166" fmla="*/ 3757612 w 5207793"/>
              <a:gd name="connsiteY166" fmla="*/ 171450 h 3521869"/>
              <a:gd name="connsiteX167" fmla="*/ 3807618 w 5207793"/>
              <a:gd name="connsiteY167" fmla="*/ 192881 h 3521869"/>
              <a:gd name="connsiteX168" fmla="*/ 3829050 w 5207793"/>
              <a:gd name="connsiteY168" fmla="*/ 207169 h 3521869"/>
              <a:gd name="connsiteX169" fmla="*/ 3871912 w 5207793"/>
              <a:gd name="connsiteY169" fmla="*/ 214313 h 3521869"/>
              <a:gd name="connsiteX170" fmla="*/ 4150518 w 5207793"/>
              <a:gd name="connsiteY170" fmla="*/ 207169 h 3521869"/>
              <a:gd name="connsiteX171" fmla="*/ 4186237 w 5207793"/>
              <a:gd name="connsiteY171" fmla="*/ 178594 h 3521869"/>
              <a:gd name="connsiteX172" fmla="*/ 4214812 w 5207793"/>
              <a:gd name="connsiteY172" fmla="*/ 171450 h 3521869"/>
              <a:gd name="connsiteX173" fmla="*/ 4236243 w 5207793"/>
              <a:gd name="connsiteY173" fmla="*/ 164306 h 3521869"/>
              <a:gd name="connsiteX174" fmla="*/ 4386262 w 5207793"/>
              <a:gd name="connsiteY174" fmla="*/ 185738 h 3521869"/>
              <a:gd name="connsiteX175" fmla="*/ 4421981 w 5207793"/>
              <a:gd name="connsiteY175" fmla="*/ 221456 h 3521869"/>
              <a:gd name="connsiteX176" fmla="*/ 4457700 w 5207793"/>
              <a:gd name="connsiteY176" fmla="*/ 285750 h 3521869"/>
              <a:gd name="connsiteX177" fmla="*/ 4471987 w 5207793"/>
              <a:gd name="connsiteY177" fmla="*/ 364331 h 3521869"/>
              <a:gd name="connsiteX178" fmla="*/ 4486275 w 5207793"/>
              <a:gd name="connsiteY178" fmla="*/ 428625 h 3521869"/>
              <a:gd name="connsiteX179" fmla="*/ 4514850 w 5207793"/>
              <a:gd name="connsiteY179" fmla="*/ 485775 h 3521869"/>
              <a:gd name="connsiteX180" fmla="*/ 4521993 w 5207793"/>
              <a:gd name="connsiteY180" fmla="*/ 521494 h 3521869"/>
              <a:gd name="connsiteX181" fmla="*/ 4529137 w 5207793"/>
              <a:gd name="connsiteY181" fmla="*/ 550069 h 3521869"/>
              <a:gd name="connsiteX182" fmla="*/ 4543425 w 5207793"/>
              <a:gd name="connsiteY182" fmla="*/ 771525 h 3521869"/>
              <a:gd name="connsiteX183" fmla="*/ 4557712 w 5207793"/>
              <a:gd name="connsiteY183" fmla="*/ 850106 h 3521869"/>
              <a:gd name="connsiteX184" fmla="*/ 4564856 w 5207793"/>
              <a:gd name="connsiteY184" fmla="*/ 892969 h 3521869"/>
              <a:gd name="connsiteX185" fmla="*/ 4593431 w 5207793"/>
              <a:gd name="connsiteY185" fmla="*/ 1021556 h 3521869"/>
              <a:gd name="connsiteX186" fmla="*/ 4600575 w 5207793"/>
              <a:gd name="connsiteY186" fmla="*/ 1078706 h 3521869"/>
              <a:gd name="connsiteX187" fmla="*/ 4607718 w 5207793"/>
              <a:gd name="connsiteY187" fmla="*/ 1321594 h 3521869"/>
              <a:gd name="connsiteX188" fmla="*/ 4614862 w 5207793"/>
              <a:gd name="connsiteY188" fmla="*/ 1357313 h 3521869"/>
              <a:gd name="connsiteX189" fmla="*/ 4636293 w 5207793"/>
              <a:gd name="connsiteY189" fmla="*/ 1378744 h 3521869"/>
              <a:gd name="connsiteX190" fmla="*/ 4643437 w 5207793"/>
              <a:gd name="connsiteY190" fmla="*/ 1421606 h 3521869"/>
              <a:gd name="connsiteX191" fmla="*/ 4650581 w 5207793"/>
              <a:gd name="connsiteY191" fmla="*/ 1471613 h 3521869"/>
              <a:gd name="connsiteX192" fmla="*/ 4657725 w 5207793"/>
              <a:gd name="connsiteY192" fmla="*/ 1493044 h 3521869"/>
              <a:gd name="connsiteX193" fmla="*/ 4664868 w 5207793"/>
              <a:gd name="connsiteY193" fmla="*/ 1585913 h 3521869"/>
              <a:gd name="connsiteX194" fmla="*/ 4672012 w 5207793"/>
              <a:gd name="connsiteY194" fmla="*/ 1650206 h 3521869"/>
              <a:gd name="connsiteX195" fmla="*/ 4686300 w 5207793"/>
              <a:gd name="connsiteY195" fmla="*/ 1778794 h 3521869"/>
              <a:gd name="connsiteX196" fmla="*/ 4700587 w 5207793"/>
              <a:gd name="connsiteY196" fmla="*/ 1921669 h 3521869"/>
              <a:gd name="connsiteX197" fmla="*/ 4714875 w 5207793"/>
              <a:gd name="connsiteY197" fmla="*/ 2000250 h 3521869"/>
              <a:gd name="connsiteX198" fmla="*/ 4722018 w 5207793"/>
              <a:gd name="connsiteY198" fmla="*/ 2050256 h 3521869"/>
              <a:gd name="connsiteX199" fmla="*/ 4736306 w 5207793"/>
              <a:gd name="connsiteY199" fmla="*/ 2071688 h 3521869"/>
              <a:gd name="connsiteX200" fmla="*/ 4764881 w 5207793"/>
              <a:gd name="connsiteY200" fmla="*/ 2121694 h 3521869"/>
              <a:gd name="connsiteX201" fmla="*/ 4779168 w 5207793"/>
              <a:gd name="connsiteY201" fmla="*/ 2164556 h 3521869"/>
              <a:gd name="connsiteX202" fmla="*/ 4793456 w 5207793"/>
              <a:gd name="connsiteY202" fmla="*/ 2235994 h 3521869"/>
              <a:gd name="connsiteX203" fmla="*/ 4800600 w 5207793"/>
              <a:gd name="connsiteY203" fmla="*/ 2257425 h 3521869"/>
              <a:gd name="connsiteX204" fmla="*/ 4807743 w 5207793"/>
              <a:gd name="connsiteY204" fmla="*/ 2286000 h 3521869"/>
              <a:gd name="connsiteX205" fmla="*/ 4814887 w 5207793"/>
              <a:gd name="connsiteY205" fmla="*/ 2307431 h 3521869"/>
              <a:gd name="connsiteX206" fmla="*/ 4836318 w 5207793"/>
              <a:gd name="connsiteY206" fmla="*/ 2407444 h 3521869"/>
              <a:gd name="connsiteX207" fmla="*/ 4864893 w 5207793"/>
              <a:gd name="connsiteY207" fmla="*/ 2514600 h 3521869"/>
              <a:gd name="connsiteX208" fmla="*/ 4872037 w 5207793"/>
              <a:gd name="connsiteY208" fmla="*/ 2543175 h 3521869"/>
              <a:gd name="connsiteX209" fmla="*/ 4886325 w 5207793"/>
              <a:gd name="connsiteY209" fmla="*/ 2614613 h 3521869"/>
              <a:gd name="connsiteX210" fmla="*/ 4900612 w 5207793"/>
              <a:gd name="connsiteY210" fmla="*/ 2657475 h 3521869"/>
              <a:gd name="connsiteX211" fmla="*/ 4922043 w 5207793"/>
              <a:gd name="connsiteY211" fmla="*/ 2678906 h 3521869"/>
              <a:gd name="connsiteX212" fmla="*/ 4929187 w 5207793"/>
              <a:gd name="connsiteY212" fmla="*/ 2728913 h 3521869"/>
              <a:gd name="connsiteX213" fmla="*/ 4936331 w 5207793"/>
              <a:gd name="connsiteY213" fmla="*/ 2757488 h 3521869"/>
              <a:gd name="connsiteX214" fmla="*/ 4943475 w 5207793"/>
              <a:gd name="connsiteY214" fmla="*/ 2914650 h 3521869"/>
              <a:gd name="connsiteX215" fmla="*/ 4950618 w 5207793"/>
              <a:gd name="connsiteY215" fmla="*/ 2943225 h 3521869"/>
              <a:gd name="connsiteX216" fmla="*/ 4957762 w 5207793"/>
              <a:gd name="connsiteY216" fmla="*/ 2993232 h 3521869"/>
              <a:gd name="connsiteX217" fmla="*/ 5000625 w 5207793"/>
              <a:gd name="connsiteY217" fmla="*/ 3021806 h 3521869"/>
              <a:gd name="connsiteX218" fmla="*/ 5064918 w 5207793"/>
              <a:gd name="connsiteY218" fmla="*/ 3043238 h 3521869"/>
              <a:gd name="connsiteX219" fmla="*/ 5093493 w 5207793"/>
              <a:gd name="connsiteY219" fmla="*/ 3064669 h 3521869"/>
              <a:gd name="connsiteX220" fmla="*/ 5114925 w 5207793"/>
              <a:gd name="connsiteY220" fmla="*/ 3114675 h 3521869"/>
              <a:gd name="connsiteX221" fmla="*/ 5129212 w 5207793"/>
              <a:gd name="connsiteY221" fmla="*/ 3143250 h 3521869"/>
              <a:gd name="connsiteX222" fmla="*/ 5143500 w 5207793"/>
              <a:gd name="connsiteY222" fmla="*/ 3207544 h 3521869"/>
              <a:gd name="connsiteX223" fmla="*/ 5157787 w 5207793"/>
              <a:gd name="connsiteY223" fmla="*/ 3250406 h 3521869"/>
              <a:gd name="connsiteX224" fmla="*/ 5172075 w 5207793"/>
              <a:gd name="connsiteY224" fmla="*/ 3307556 h 3521869"/>
              <a:gd name="connsiteX225" fmla="*/ 5179218 w 5207793"/>
              <a:gd name="connsiteY225" fmla="*/ 3386138 h 3521869"/>
              <a:gd name="connsiteX226" fmla="*/ 5200650 w 5207793"/>
              <a:gd name="connsiteY226" fmla="*/ 3464719 h 3521869"/>
              <a:gd name="connsiteX227" fmla="*/ 5207793 w 5207793"/>
              <a:gd name="connsiteY227" fmla="*/ 3521869 h 3521869"/>
              <a:gd name="connsiteX0" fmla="*/ 0 w 5207793"/>
              <a:gd name="connsiteY0" fmla="*/ 3464719 h 3521869"/>
              <a:gd name="connsiteX1" fmla="*/ 7143 w 5207793"/>
              <a:gd name="connsiteY1" fmla="*/ 3386138 h 3521869"/>
              <a:gd name="connsiteX2" fmla="*/ 14287 w 5207793"/>
              <a:gd name="connsiteY2" fmla="*/ 3364706 h 3521869"/>
              <a:gd name="connsiteX3" fmla="*/ 21431 w 5207793"/>
              <a:gd name="connsiteY3" fmla="*/ 3328988 h 3521869"/>
              <a:gd name="connsiteX4" fmla="*/ 28575 w 5207793"/>
              <a:gd name="connsiteY4" fmla="*/ 3300413 h 3521869"/>
              <a:gd name="connsiteX5" fmla="*/ 35718 w 5207793"/>
              <a:gd name="connsiteY5" fmla="*/ 3250406 h 3521869"/>
              <a:gd name="connsiteX6" fmla="*/ 57150 w 5207793"/>
              <a:gd name="connsiteY6" fmla="*/ 3200400 h 3521869"/>
              <a:gd name="connsiteX7" fmla="*/ 64293 w 5207793"/>
              <a:gd name="connsiteY7" fmla="*/ 3178969 h 3521869"/>
              <a:gd name="connsiteX8" fmla="*/ 92868 w 5207793"/>
              <a:gd name="connsiteY8" fmla="*/ 3157538 h 3521869"/>
              <a:gd name="connsiteX9" fmla="*/ 121443 w 5207793"/>
              <a:gd name="connsiteY9" fmla="*/ 3107531 h 3521869"/>
              <a:gd name="connsiteX10" fmla="*/ 150018 w 5207793"/>
              <a:gd name="connsiteY10" fmla="*/ 3086100 h 3521869"/>
              <a:gd name="connsiteX11" fmla="*/ 171450 w 5207793"/>
              <a:gd name="connsiteY11" fmla="*/ 3057525 h 3521869"/>
              <a:gd name="connsiteX12" fmla="*/ 242887 w 5207793"/>
              <a:gd name="connsiteY12" fmla="*/ 3014663 h 3521869"/>
              <a:gd name="connsiteX13" fmla="*/ 264318 w 5207793"/>
              <a:gd name="connsiteY13" fmla="*/ 2957513 h 3521869"/>
              <a:gd name="connsiteX14" fmla="*/ 292893 w 5207793"/>
              <a:gd name="connsiteY14" fmla="*/ 2900363 h 3521869"/>
              <a:gd name="connsiteX15" fmla="*/ 307181 w 5207793"/>
              <a:gd name="connsiteY15" fmla="*/ 2664619 h 3521869"/>
              <a:gd name="connsiteX16" fmla="*/ 328612 w 5207793"/>
              <a:gd name="connsiteY16" fmla="*/ 2564606 h 3521869"/>
              <a:gd name="connsiteX17" fmla="*/ 335756 w 5207793"/>
              <a:gd name="connsiteY17" fmla="*/ 2521744 h 3521869"/>
              <a:gd name="connsiteX18" fmla="*/ 350043 w 5207793"/>
              <a:gd name="connsiteY18" fmla="*/ 2500313 h 3521869"/>
              <a:gd name="connsiteX19" fmla="*/ 364331 w 5207793"/>
              <a:gd name="connsiteY19" fmla="*/ 2450306 h 3521869"/>
              <a:gd name="connsiteX20" fmla="*/ 371475 w 5207793"/>
              <a:gd name="connsiteY20" fmla="*/ 2407444 h 3521869"/>
              <a:gd name="connsiteX21" fmla="*/ 385762 w 5207793"/>
              <a:gd name="connsiteY21" fmla="*/ 2357438 h 3521869"/>
              <a:gd name="connsiteX22" fmla="*/ 392906 w 5207793"/>
              <a:gd name="connsiteY22" fmla="*/ 2328863 h 3521869"/>
              <a:gd name="connsiteX23" fmla="*/ 407193 w 5207793"/>
              <a:gd name="connsiteY23" fmla="*/ 2307431 h 3521869"/>
              <a:gd name="connsiteX24" fmla="*/ 421481 w 5207793"/>
              <a:gd name="connsiteY24" fmla="*/ 2257425 h 3521869"/>
              <a:gd name="connsiteX25" fmla="*/ 428625 w 5207793"/>
              <a:gd name="connsiteY25" fmla="*/ 2228850 h 3521869"/>
              <a:gd name="connsiteX26" fmla="*/ 442912 w 5207793"/>
              <a:gd name="connsiteY26" fmla="*/ 2207419 h 3521869"/>
              <a:gd name="connsiteX27" fmla="*/ 464343 w 5207793"/>
              <a:gd name="connsiteY27" fmla="*/ 2150269 h 3521869"/>
              <a:gd name="connsiteX28" fmla="*/ 478631 w 5207793"/>
              <a:gd name="connsiteY28" fmla="*/ 2078831 h 3521869"/>
              <a:gd name="connsiteX29" fmla="*/ 485775 w 5207793"/>
              <a:gd name="connsiteY29" fmla="*/ 2050256 h 3521869"/>
              <a:gd name="connsiteX30" fmla="*/ 492918 w 5207793"/>
              <a:gd name="connsiteY30" fmla="*/ 2014538 h 3521869"/>
              <a:gd name="connsiteX31" fmla="*/ 500062 w 5207793"/>
              <a:gd name="connsiteY31" fmla="*/ 1993106 h 3521869"/>
              <a:gd name="connsiteX32" fmla="*/ 507206 w 5207793"/>
              <a:gd name="connsiteY32" fmla="*/ 1957388 h 3521869"/>
              <a:gd name="connsiteX33" fmla="*/ 514350 w 5207793"/>
              <a:gd name="connsiteY33" fmla="*/ 1935956 h 3521869"/>
              <a:gd name="connsiteX34" fmla="*/ 528637 w 5207793"/>
              <a:gd name="connsiteY34" fmla="*/ 1878806 h 3521869"/>
              <a:gd name="connsiteX35" fmla="*/ 535781 w 5207793"/>
              <a:gd name="connsiteY35" fmla="*/ 1785938 h 3521869"/>
              <a:gd name="connsiteX36" fmla="*/ 542925 w 5207793"/>
              <a:gd name="connsiteY36" fmla="*/ 1721644 h 3521869"/>
              <a:gd name="connsiteX37" fmla="*/ 535781 w 5207793"/>
              <a:gd name="connsiteY37" fmla="*/ 1578769 h 3521869"/>
              <a:gd name="connsiteX38" fmla="*/ 521493 w 5207793"/>
              <a:gd name="connsiteY38" fmla="*/ 1535906 h 3521869"/>
              <a:gd name="connsiteX39" fmla="*/ 528637 w 5207793"/>
              <a:gd name="connsiteY39" fmla="*/ 1400175 h 3521869"/>
              <a:gd name="connsiteX40" fmla="*/ 542925 w 5207793"/>
              <a:gd name="connsiteY40" fmla="*/ 1371600 h 3521869"/>
              <a:gd name="connsiteX41" fmla="*/ 564356 w 5207793"/>
              <a:gd name="connsiteY41" fmla="*/ 1293019 h 3521869"/>
              <a:gd name="connsiteX42" fmla="*/ 578643 w 5207793"/>
              <a:gd name="connsiteY42" fmla="*/ 964406 h 3521869"/>
              <a:gd name="connsiteX43" fmla="*/ 585787 w 5207793"/>
              <a:gd name="connsiteY43" fmla="*/ 907256 h 3521869"/>
              <a:gd name="connsiteX44" fmla="*/ 578643 w 5207793"/>
              <a:gd name="connsiteY44" fmla="*/ 385763 h 3521869"/>
              <a:gd name="connsiteX45" fmla="*/ 607218 w 5207793"/>
              <a:gd name="connsiteY45" fmla="*/ 278606 h 3521869"/>
              <a:gd name="connsiteX46" fmla="*/ 628650 w 5207793"/>
              <a:gd name="connsiteY46" fmla="*/ 228600 h 3521869"/>
              <a:gd name="connsiteX47" fmla="*/ 650081 w 5207793"/>
              <a:gd name="connsiteY47" fmla="*/ 200025 h 3521869"/>
              <a:gd name="connsiteX48" fmla="*/ 664368 w 5207793"/>
              <a:gd name="connsiteY48" fmla="*/ 171450 h 3521869"/>
              <a:gd name="connsiteX49" fmla="*/ 678656 w 5207793"/>
              <a:gd name="connsiteY49" fmla="*/ 150019 h 3521869"/>
              <a:gd name="connsiteX50" fmla="*/ 685800 w 5207793"/>
              <a:gd name="connsiteY50" fmla="*/ 128588 h 3521869"/>
              <a:gd name="connsiteX51" fmla="*/ 714375 w 5207793"/>
              <a:gd name="connsiteY51" fmla="*/ 100013 h 3521869"/>
              <a:gd name="connsiteX52" fmla="*/ 735806 w 5207793"/>
              <a:gd name="connsiteY52" fmla="*/ 71438 h 3521869"/>
              <a:gd name="connsiteX53" fmla="*/ 757237 w 5207793"/>
              <a:gd name="connsiteY53" fmla="*/ 50006 h 3521869"/>
              <a:gd name="connsiteX54" fmla="*/ 778668 w 5207793"/>
              <a:gd name="connsiteY54" fmla="*/ 21431 h 3521869"/>
              <a:gd name="connsiteX55" fmla="*/ 800100 w 5207793"/>
              <a:gd name="connsiteY55" fmla="*/ 14288 h 3521869"/>
              <a:gd name="connsiteX56" fmla="*/ 935831 w 5207793"/>
              <a:gd name="connsiteY56" fmla="*/ 28575 h 3521869"/>
              <a:gd name="connsiteX57" fmla="*/ 964406 w 5207793"/>
              <a:gd name="connsiteY57" fmla="*/ 50006 h 3521869"/>
              <a:gd name="connsiteX58" fmla="*/ 1014412 w 5207793"/>
              <a:gd name="connsiteY58" fmla="*/ 78581 h 3521869"/>
              <a:gd name="connsiteX59" fmla="*/ 1035843 w 5207793"/>
              <a:gd name="connsiteY59" fmla="*/ 100013 h 3521869"/>
              <a:gd name="connsiteX60" fmla="*/ 1064418 w 5207793"/>
              <a:gd name="connsiteY60" fmla="*/ 114300 h 3521869"/>
              <a:gd name="connsiteX61" fmla="*/ 1085850 w 5207793"/>
              <a:gd name="connsiteY61" fmla="*/ 128588 h 3521869"/>
              <a:gd name="connsiteX62" fmla="*/ 1128712 w 5207793"/>
              <a:gd name="connsiteY62" fmla="*/ 150019 h 3521869"/>
              <a:gd name="connsiteX63" fmla="*/ 1185862 w 5207793"/>
              <a:gd name="connsiteY63" fmla="*/ 178594 h 3521869"/>
              <a:gd name="connsiteX64" fmla="*/ 1207293 w 5207793"/>
              <a:gd name="connsiteY64" fmla="*/ 192881 h 3521869"/>
              <a:gd name="connsiteX65" fmla="*/ 1228725 w 5207793"/>
              <a:gd name="connsiteY65" fmla="*/ 200025 h 3521869"/>
              <a:gd name="connsiteX66" fmla="*/ 1257300 w 5207793"/>
              <a:gd name="connsiteY66" fmla="*/ 221456 h 3521869"/>
              <a:gd name="connsiteX67" fmla="*/ 1278731 w 5207793"/>
              <a:gd name="connsiteY67" fmla="*/ 235744 h 3521869"/>
              <a:gd name="connsiteX68" fmla="*/ 1350168 w 5207793"/>
              <a:gd name="connsiteY68" fmla="*/ 242888 h 3521869"/>
              <a:gd name="connsiteX69" fmla="*/ 1464468 w 5207793"/>
              <a:gd name="connsiteY69" fmla="*/ 235744 h 3521869"/>
              <a:gd name="connsiteX70" fmla="*/ 1485900 w 5207793"/>
              <a:gd name="connsiteY70" fmla="*/ 228600 h 3521869"/>
              <a:gd name="connsiteX71" fmla="*/ 1528762 w 5207793"/>
              <a:gd name="connsiteY71" fmla="*/ 192881 h 3521869"/>
              <a:gd name="connsiteX72" fmla="*/ 1535906 w 5207793"/>
              <a:gd name="connsiteY72" fmla="*/ 171450 h 3521869"/>
              <a:gd name="connsiteX73" fmla="*/ 1557337 w 5207793"/>
              <a:gd name="connsiteY73" fmla="*/ 164306 h 3521869"/>
              <a:gd name="connsiteX74" fmla="*/ 1585912 w 5207793"/>
              <a:gd name="connsiteY74" fmla="*/ 150019 h 3521869"/>
              <a:gd name="connsiteX75" fmla="*/ 1635918 w 5207793"/>
              <a:gd name="connsiteY75" fmla="*/ 135731 h 3521869"/>
              <a:gd name="connsiteX76" fmla="*/ 1714500 w 5207793"/>
              <a:gd name="connsiteY76" fmla="*/ 128588 h 3521869"/>
              <a:gd name="connsiteX77" fmla="*/ 1807368 w 5207793"/>
              <a:gd name="connsiteY77" fmla="*/ 114300 h 3521869"/>
              <a:gd name="connsiteX78" fmla="*/ 1835943 w 5207793"/>
              <a:gd name="connsiteY78" fmla="*/ 121444 h 3521869"/>
              <a:gd name="connsiteX79" fmla="*/ 1814512 w 5207793"/>
              <a:gd name="connsiteY79" fmla="*/ 142875 h 3521869"/>
              <a:gd name="connsiteX80" fmla="*/ 1807368 w 5207793"/>
              <a:gd name="connsiteY80" fmla="*/ 164306 h 3521869"/>
              <a:gd name="connsiteX81" fmla="*/ 1785937 w 5207793"/>
              <a:gd name="connsiteY81" fmla="*/ 171450 h 3521869"/>
              <a:gd name="connsiteX82" fmla="*/ 1750218 w 5207793"/>
              <a:gd name="connsiteY82" fmla="*/ 214313 h 3521869"/>
              <a:gd name="connsiteX83" fmla="*/ 1743075 w 5207793"/>
              <a:gd name="connsiteY83" fmla="*/ 235744 h 3521869"/>
              <a:gd name="connsiteX84" fmla="*/ 1714500 w 5207793"/>
              <a:gd name="connsiteY84" fmla="*/ 285750 h 3521869"/>
              <a:gd name="connsiteX85" fmla="*/ 1693068 w 5207793"/>
              <a:gd name="connsiteY85" fmla="*/ 314325 h 3521869"/>
              <a:gd name="connsiteX86" fmla="*/ 1664493 w 5207793"/>
              <a:gd name="connsiteY86" fmla="*/ 357188 h 3521869"/>
              <a:gd name="connsiteX87" fmla="*/ 1643062 w 5207793"/>
              <a:gd name="connsiteY87" fmla="*/ 378619 h 3521869"/>
              <a:gd name="connsiteX88" fmla="*/ 1614487 w 5207793"/>
              <a:gd name="connsiteY88" fmla="*/ 421481 h 3521869"/>
              <a:gd name="connsiteX89" fmla="*/ 1578768 w 5207793"/>
              <a:gd name="connsiteY89" fmla="*/ 464344 h 3521869"/>
              <a:gd name="connsiteX90" fmla="*/ 1564481 w 5207793"/>
              <a:gd name="connsiteY90" fmla="*/ 514350 h 3521869"/>
              <a:gd name="connsiteX91" fmla="*/ 1550193 w 5207793"/>
              <a:gd name="connsiteY91" fmla="*/ 578644 h 3521869"/>
              <a:gd name="connsiteX92" fmla="*/ 1557337 w 5207793"/>
              <a:gd name="connsiteY92" fmla="*/ 621506 h 3521869"/>
              <a:gd name="connsiteX93" fmla="*/ 1571625 w 5207793"/>
              <a:gd name="connsiteY93" fmla="*/ 700088 h 3521869"/>
              <a:gd name="connsiteX94" fmla="*/ 1593056 w 5207793"/>
              <a:gd name="connsiteY94" fmla="*/ 742950 h 3521869"/>
              <a:gd name="connsiteX95" fmla="*/ 1600200 w 5207793"/>
              <a:gd name="connsiteY95" fmla="*/ 785813 h 3521869"/>
              <a:gd name="connsiteX96" fmla="*/ 1607343 w 5207793"/>
              <a:gd name="connsiteY96" fmla="*/ 807244 h 3521869"/>
              <a:gd name="connsiteX97" fmla="*/ 1621631 w 5207793"/>
              <a:gd name="connsiteY97" fmla="*/ 871538 h 3521869"/>
              <a:gd name="connsiteX98" fmla="*/ 1635918 w 5207793"/>
              <a:gd name="connsiteY98" fmla="*/ 957263 h 3521869"/>
              <a:gd name="connsiteX99" fmla="*/ 1643062 w 5207793"/>
              <a:gd name="connsiteY99" fmla="*/ 978694 h 3521869"/>
              <a:gd name="connsiteX100" fmla="*/ 1657350 w 5207793"/>
              <a:gd name="connsiteY100" fmla="*/ 1000125 h 3521869"/>
              <a:gd name="connsiteX101" fmla="*/ 1664493 w 5207793"/>
              <a:gd name="connsiteY101" fmla="*/ 1028700 h 3521869"/>
              <a:gd name="connsiteX102" fmla="*/ 1678781 w 5207793"/>
              <a:gd name="connsiteY102" fmla="*/ 1050131 h 3521869"/>
              <a:gd name="connsiteX103" fmla="*/ 1685925 w 5207793"/>
              <a:gd name="connsiteY103" fmla="*/ 1085850 h 3521869"/>
              <a:gd name="connsiteX104" fmla="*/ 1728787 w 5207793"/>
              <a:gd name="connsiteY104" fmla="*/ 1135856 h 3521869"/>
              <a:gd name="connsiteX105" fmla="*/ 1743075 w 5207793"/>
              <a:gd name="connsiteY105" fmla="*/ 1157288 h 3521869"/>
              <a:gd name="connsiteX106" fmla="*/ 1750218 w 5207793"/>
              <a:gd name="connsiteY106" fmla="*/ 1185863 h 3521869"/>
              <a:gd name="connsiteX107" fmla="*/ 1793081 w 5207793"/>
              <a:gd name="connsiteY107" fmla="*/ 1235869 h 3521869"/>
              <a:gd name="connsiteX108" fmla="*/ 1828800 w 5207793"/>
              <a:gd name="connsiteY108" fmla="*/ 1278731 h 3521869"/>
              <a:gd name="connsiteX109" fmla="*/ 1864518 w 5207793"/>
              <a:gd name="connsiteY109" fmla="*/ 1314450 h 3521869"/>
              <a:gd name="connsiteX110" fmla="*/ 1921668 w 5207793"/>
              <a:gd name="connsiteY110" fmla="*/ 1378744 h 3521869"/>
              <a:gd name="connsiteX111" fmla="*/ 1978818 w 5207793"/>
              <a:gd name="connsiteY111" fmla="*/ 1393031 h 3521869"/>
              <a:gd name="connsiteX112" fmla="*/ 2007393 w 5207793"/>
              <a:gd name="connsiteY112" fmla="*/ 1400175 h 3521869"/>
              <a:gd name="connsiteX113" fmla="*/ 2028825 w 5207793"/>
              <a:gd name="connsiteY113" fmla="*/ 1407319 h 3521869"/>
              <a:gd name="connsiteX114" fmla="*/ 2078831 w 5207793"/>
              <a:gd name="connsiteY114" fmla="*/ 1414463 h 3521869"/>
              <a:gd name="connsiteX115" fmla="*/ 2135981 w 5207793"/>
              <a:gd name="connsiteY115" fmla="*/ 1428750 h 3521869"/>
              <a:gd name="connsiteX116" fmla="*/ 2228850 w 5207793"/>
              <a:gd name="connsiteY116" fmla="*/ 1443038 h 3521869"/>
              <a:gd name="connsiteX117" fmla="*/ 2257425 w 5207793"/>
              <a:gd name="connsiteY117" fmla="*/ 1450181 h 3521869"/>
              <a:gd name="connsiteX118" fmla="*/ 2300287 w 5207793"/>
              <a:gd name="connsiteY118" fmla="*/ 1464469 h 3521869"/>
              <a:gd name="connsiteX119" fmla="*/ 2507456 w 5207793"/>
              <a:gd name="connsiteY119" fmla="*/ 1471613 h 3521869"/>
              <a:gd name="connsiteX120" fmla="*/ 2543175 w 5207793"/>
              <a:gd name="connsiteY120" fmla="*/ 1478756 h 3521869"/>
              <a:gd name="connsiteX121" fmla="*/ 2878931 w 5207793"/>
              <a:gd name="connsiteY121" fmla="*/ 1478756 h 3521869"/>
              <a:gd name="connsiteX122" fmla="*/ 2914650 w 5207793"/>
              <a:gd name="connsiteY122" fmla="*/ 1471613 h 3521869"/>
              <a:gd name="connsiteX123" fmla="*/ 2964656 w 5207793"/>
              <a:gd name="connsiteY123" fmla="*/ 1450181 h 3521869"/>
              <a:gd name="connsiteX124" fmla="*/ 2986087 w 5207793"/>
              <a:gd name="connsiteY124" fmla="*/ 1443038 h 3521869"/>
              <a:gd name="connsiteX125" fmla="*/ 3043237 w 5207793"/>
              <a:gd name="connsiteY125" fmla="*/ 1421606 h 3521869"/>
              <a:gd name="connsiteX126" fmla="*/ 3071812 w 5207793"/>
              <a:gd name="connsiteY126" fmla="*/ 1400175 h 3521869"/>
              <a:gd name="connsiteX127" fmla="*/ 3093243 w 5207793"/>
              <a:gd name="connsiteY127" fmla="*/ 1378744 h 3521869"/>
              <a:gd name="connsiteX128" fmla="*/ 3128962 w 5207793"/>
              <a:gd name="connsiteY128" fmla="*/ 1357313 h 3521869"/>
              <a:gd name="connsiteX129" fmla="*/ 3186112 w 5207793"/>
              <a:gd name="connsiteY129" fmla="*/ 1300163 h 3521869"/>
              <a:gd name="connsiteX130" fmla="*/ 3214687 w 5207793"/>
              <a:gd name="connsiteY130" fmla="*/ 1243013 h 3521869"/>
              <a:gd name="connsiteX131" fmla="*/ 3236118 w 5207793"/>
              <a:gd name="connsiteY131" fmla="*/ 1228725 h 3521869"/>
              <a:gd name="connsiteX132" fmla="*/ 3271837 w 5207793"/>
              <a:gd name="connsiteY132" fmla="*/ 1178719 h 3521869"/>
              <a:gd name="connsiteX133" fmla="*/ 3293268 w 5207793"/>
              <a:gd name="connsiteY133" fmla="*/ 1164431 h 3521869"/>
              <a:gd name="connsiteX134" fmla="*/ 3300412 w 5207793"/>
              <a:gd name="connsiteY134" fmla="*/ 1143000 h 3521869"/>
              <a:gd name="connsiteX135" fmla="*/ 3321843 w 5207793"/>
              <a:gd name="connsiteY135" fmla="*/ 1135856 h 3521869"/>
              <a:gd name="connsiteX136" fmla="*/ 3343275 w 5207793"/>
              <a:gd name="connsiteY136" fmla="*/ 1114425 h 3521869"/>
              <a:gd name="connsiteX137" fmla="*/ 3357562 w 5207793"/>
              <a:gd name="connsiteY137" fmla="*/ 1085850 h 3521869"/>
              <a:gd name="connsiteX138" fmla="*/ 3393281 w 5207793"/>
              <a:gd name="connsiteY138" fmla="*/ 1028700 h 3521869"/>
              <a:gd name="connsiteX139" fmla="*/ 3400425 w 5207793"/>
              <a:gd name="connsiteY139" fmla="*/ 1007269 h 3521869"/>
              <a:gd name="connsiteX140" fmla="*/ 3436143 w 5207793"/>
              <a:gd name="connsiteY140" fmla="*/ 928688 h 3521869"/>
              <a:gd name="connsiteX141" fmla="*/ 3450431 w 5207793"/>
              <a:gd name="connsiteY141" fmla="*/ 842963 h 3521869"/>
              <a:gd name="connsiteX142" fmla="*/ 3464718 w 5207793"/>
              <a:gd name="connsiteY142" fmla="*/ 700088 h 3521869"/>
              <a:gd name="connsiteX143" fmla="*/ 3471862 w 5207793"/>
              <a:gd name="connsiteY143" fmla="*/ 664369 h 3521869"/>
              <a:gd name="connsiteX144" fmla="*/ 3479006 w 5207793"/>
              <a:gd name="connsiteY144" fmla="*/ 492919 h 3521869"/>
              <a:gd name="connsiteX145" fmla="*/ 3457575 w 5207793"/>
              <a:gd name="connsiteY145" fmla="*/ 321469 h 3521869"/>
              <a:gd name="connsiteX146" fmla="*/ 3443287 w 5207793"/>
              <a:gd name="connsiteY146" fmla="*/ 300038 h 3521869"/>
              <a:gd name="connsiteX147" fmla="*/ 3414712 w 5207793"/>
              <a:gd name="connsiteY147" fmla="*/ 242888 h 3521869"/>
              <a:gd name="connsiteX148" fmla="*/ 3407568 w 5207793"/>
              <a:gd name="connsiteY148" fmla="*/ 221456 h 3521869"/>
              <a:gd name="connsiteX149" fmla="*/ 3364706 w 5207793"/>
              <a:gd name="connsiteY149" fmla="*/ 192881 h 3521869"/>
              <a:gd name="connsiteX150" fmla="*/ 3328987 w 5207793"/>
              <a:gd name="connsiteY150" fmla="*/ 150019 h 3521869"/>
              <a:gd name="connsiteX151" fmla="*/ 3286125 w 5207793"/>
              <a:gd name="connsiteY151" fmla="*/ 121444 h 3521869"/>
              <a:gd name="connsiteX152" fmla="*/ 3264693 w 5207793"/>
              <a:gd name="connsiteY152" fmla="*/ 92869 h 3521869"/>
              <a:gd name="connsiteX153" fmla="*/ 3236118 w 5207793"/>
              <a:gd name="connsiteY153" fmla="*/ 50006 h 3521869"/>
              <a:gd name="connsiteX154" fmla="*/ 3250406 w 5207793"/>
              <a:gd name="connsiteY154" fmla="*/ 14288 h 3521869"/>
              <a:gd name="connsiteX155" fmla="*/ 3328987 w 5207793"/>
              <a:gd name="connsiteY155" fmla="*/ 7144 h 3521869"/>
              <a:gd name="connsiteX156" fmla="*/ 3350418 w 5207793"/>
              <a:gd name="connsiteY156" fmla="*/ 0 h 3521869"/>
              <a:gd name="connsiteX157" fmla="*/ 3414712 w 5207793"/>
              <a:gd name="connsiteY157" fmla="*/ 21431 h 3521869"/>
              <a:gd name="connsiteX158" fmla="*/ 3457575 w 5207793"/>
              <a:gd name="connsiteY158" fmla="*/ 35719 h 3521869"/>
              <a:gd name="connsiteX159" fmla="*/ 3479006 w 5207793"/>
              <a:gd name="connsiteY159" fmla="*/ 42863 h 3521869"/>
              <a:gd name="connsiteX160" fmla="*/ 3543300 w 5207793"/>
              <a:gd name="connsiteY160" fmla="*/ 57150 h 3521869"/>
              <a:gd name="connsiteX161" fmla="*/ 3579018 w 5207793"/>
              <a:gd name="connsiteY161" fmla="*/ 71438 h 3521869"/>
              <a:gd name="connsiteX162" fmla="*/ 3636168 w 5207793"/>
              <a:gd name="connsiteY162" fmla="*/ 85725 h 3521869"/>
              <a:gd name="connsiteX163" fmla="*/ 3657600 w 5207793"/>
              <a:gd name="connsiteY163" fmla="*/ 100013 h 3521869"/>
              <a:gd name="connsiteX164" fmla="*/ 3686175 w 5207793"/>
              <a:gd name="connsiteY164" fmla="*/ 114300 h 3521869"/>
              <a:gd name="connsiteX165" fmla="*/ 3700462 w 5207793"/>
              <a:gd name="connsiteY165" fmla="*/ 142875 h 3521869"/>
              <a:gd name="connsiteX166" fmla="*/ 3757612 w 5207793"/>
              <a:gd name="connsiteY166" fmla="*/ 171450 h 3521869"/>
              <a:gd name="connsiteX167" fmla="*/ 3807618 w 5207793"/>
              <a:gd name="connsiteY167" fmla="*/ 192881 h 3521869"/>
              <a:gd name="connsiteX168" fmla="*/ 3829050 w 5207793"/>
              <a:gd name="connsiteY168" fmla="*/ 207169 h 3521869"/>
              <a:gd name="connsiteX169" fmla="*/ 3871912 w 5207793"/>
              <a:gd name="connsiteY169" fmla="*/ 214313 h 3521869"/>
              <a:gd name="connsiteX170" fmla="*/ 4150518 w 5207793"/>
              <a:gd name="connsiteY170" fmla="*/ 207169 h 3521869"/>
              <a:gd name="connsiteX171" fmla="*/ 4186237 w 5207793"/>
              <a:gd name="connsiteY171" fmla="*/ 178594 h 3521869"/>
              <a:gd name="connsiteX172" fmla="*/ 4214812 w 5207793"/>
              <a:gd name="connsiteY172" fmla="*/ 171450 h 3521869"/>
              <a:gd name="connsiteX173" fmla="*/ 4236243 w 5207793"/>
              <a:gd name="connsiteY173" fmla="*/ 164306 h 3521869"/>
              <a:gd name="connsiteX174" fmla="*/ 4386262 w 5207793"/>
              <a:gd name="connsiteY174" fmla="*/ 185738 h 3521869"/>
              <a:gd name="connsiteX175" fmla="*/ 4421981 w 5207793"/>
              <a:gd name="connsiteY175" fmla="*/ 221456 h 3521869"/>
              <a:gd name="connsiteX176" fmla="*/ 4457700 w 5207793"/>
              <a:gd name="connsiteY176" fmla="*/ 285750 h 3521869"/>
              <a:gd name="connsiteX177" fmla="*/ 4471987 w 5207793"/>
              <a:gd name="connsiteY177" fmla="*/ 364331 h 3521869"/>
              <a:gd name="connsiteX178" fmla="*/ 4486275 w 5207793"/>
              <a:gd name="connsiteY178" fmla="*/ 428625 h 3521869"/>
              <a:gd name="connsiteX179" fmla="*/ 4514850 w 5207793"/>
              <a:gd name="connsiteY179" fmla="*/ 485775 h 3521869"/>
              <a:gd name="connsiteX180" fmla="*/ 4521993 w 5207793"/>
              <a:gd name="connsiteY180" fmla="*/ 521494 h 3521869"/>
              <a:gd name="connsiteX181" fmla="*/ 4529137 w 5207793"/>
              <a:gd name="connsiteY181" fmla="*/ 550069 h 3521869"/>
              <a:gd name="connsiteX182" fmla="*/ 4543425 w 5207793"/>
              <a:gd name="connsiteY182" fmla="*/ 771525 h 3521869"/>
              <a:gd name="connsiteX183" fmla="*/ 4557712 w 5207793"/>
              <a:gd name="connsiteY183" fmla="*/ 850106 h 3521869"/>
              <a:gd name="connsiteX184" fmla="*/ 4564856 w 5207793"/>
              <a:gd name="connsiteY184" fmla="*/ 892969 h 3521869"/>
              <a:gd name="connsiteX185" fmla="*/ 4593431 w 5207793"/>
              <a:gd name="connsiteY185" fmla="*/ 1021556 h 3521869"/>
              <a:gd name="connsiteX186" fmla="*/ 4600575 w 5207793"/>
              <a:gd name="connsiteY186" fmla="*/ 1078706 h 3521869"/>
              <a:gd name="connsiteX187" fmla="*/ 4607718 w 5207793"/>
              <a:gd name="connsiteY187" fmla="*/ 1321594 h 3521869"/>
              <a:gd name="connsiteX188" fmla="*/ 4614862 w 5207793"/>
              <a:gd name="connsiteY188" fmla="*/ 1357313 h 3521869"/>
              <a:gd name="connsiteX189" fmla="*/ 4636293 w 5207793"/>
              <a:gd name="connsiteY189" fmla="*/ 1378744 h 3521869"/>
              <a:gd name="connsiteX190" fmla="*/ 4643437 w 5207793"/>
              <a:gd name="connsiteY190" fmla="*/ 1421606 h 3521869"/>
              <a:gd name="connsiteX191" fmla="*/ 4650581 w 5207793"/>
              <a:gd name="connsiteY191" fmla="*/ 1471613 h 3521869"/>
              <a:gd name="connsiteX192" fmla="*/ 4657725 w 5207793"/>
              <a:gd name="connsiteY192" fmla="*/ 1493044 h 3521869"/>
              <a:gd name="connsiteX193" fmla="*/ 4664868 w 5207793"/>
              <a:gd name="connsiteY193" fmla="*/ 1585913 h 3521869"/>
              <a:gd name="connsiteX194" fmla="*/ 4672012 w 5207793"/>
              <a:gd name="connsiteY194" fmla="*/ 1650206 h 3521869"/>
              <a:gd name="connsiteX195" fmla="*/ 4686300 w 5207793"/>
              <a:gd name="connsiteY195" fmla="*/ 1778794 h 3521869"/>
              <a:gd name="connsiteX196" fmla="*/ 4700587 w 5207793"/>
              <a:gd name="connsiteY196" fmla="*/ 1921669 h 3521869"/>
              <a:gd name="connsiteX197" fmla="*/ 4714875 w 5207793"/>
              <a:gd name="connsiteY197" fmla="*/ 2000250 h 3521869"/>
              <a:gd name="connsiteX198" fmla="*/ 4722018 w 5207793"/>
              <a:gd name="connsiteY198" fmla="*/ 2050256 h 3521869"/>
              <a:gd name="connsiteX199" fmla="*/ 4736306 w 5207793"/>
              <a:gd name="connsiteY199" fmla="*/ 2071688 h 3521869"/>
              <a:gd name="connsiteX200" fmla="*/ 4764881 w 5207793"/>
              <a:gd name="connsiteY200" fmla="*/ 2121694 h 3521869"/>
              <a:gd name="connsiteX201" fmla="*/ 4779168 w 5207793"/>
              <a:gd name="connsiteY201" fmla="*/ 2164556 h 3521869"/>
              <a:gd name="connsiteX202" fmla="*/ 4793456 w 5207793"/>
              <a:gd name="connsiteY202" fmla="*/ 2235994 h 3521869"/>
              <a:gd name="connsiteX203" fmla="*/ 4800600 w 5207793"/>
              <a:gd name="connsiteY203" fmla="*/ 2257425 h 3521869"/>
              <a:gd name="connsiteX204" fmla="*/ 4807743 w 5207793"/>
              <a:gd name="connsiteY204" fmla="*/ 2286000 h 3521869"/>
              <a:gd name="connsiteX205" fmla="*/ 4814887 w 5207793"/>
              <a:gd name="connsiteY205" fmla="*/ 2307431 h 3521869"/>
              <a:gd name="connsiteX206" fmla="*/ 4836318 w 5207793"/>
              <a:gd name="connsiteY206" fmla="*/ 2407444 h 3521869"/>
              <a:gd name="connsiteX207" fmla="*/ 4864893 w 5207793"/>
              <a:gd name="connsiteY207" fmla="*/ 2514600 h 3521869"/>
              <a:gd name="connsiteX208" fmla="*/ 4872037 w 5207793"/>
              <a:gd name="connsiteY208" fmla="*/ 2543175 h 3521869"/>
              <a:gd name="connsiteX209" fmla="*/ 4886325 w 5207793"/>
              <a:gd name="connsiteY209" fmla="*/ 2614613 h 3521869"/>
              <a:gd name="connsiteX210" fmla="*/ 4900612 w 5207793"/>
              <a:gd name="connsiteY210" fmla="*/ 2657475 h 3521869"/>
              <a:gd name="connsiteX211" fmla="*/ 4922043 w 5207793"/>
              <a:gd name="connsiteY211" fmla="*/ 2678906 h 3521869"/>
              <a:gd name="connsiteX212" fmla="*/ 4929187 w 5207793"/>
              <a:gd name="connsiteY212" fmla="*/ 2728913 h 3521869"/>
              <a:gd name="connsiteX213" fmla="*/ 4936331 w 5207793"/>
              <a:gd name="connsiteY213" fmla="*/ 2757488 h 3521869"/>
              <a:gd name="connsiteX214" fmla="*/ 4943475 w 5207793"/>
              <a:gd name="connsiteY214" fmla="*/ 2914650 h 3521869"/>
              <a:gd name="connsiteX215" fmla="*/ 4943475 w 5207793"/>
              <a:gd name="connsiteY215" fmla="*/ 2943225 h 3521869"/>
              <a:gd name="connsiteX216" fmla="*/ 4957762 w 5207793"/>
              <a:gd name="connsiteY216" fmla="*/ 2993232 h 3521869"/>
              <a:gd name="connsiteX217" fmla="*/ 5000625 w 5207793"/>
              <a:gd name="connsiteY217" fmla="*/ 3021806 h 3521869"/>
              <a:gd name="connsiteX218" fmla="*/ 5064918 w 5207793"/>
              <a:gd name="connsiteY218" fmla="*/ 3043238 h 3521869"/>
              <a:gd name="connsiteX219" fmla="*/ 5093493 w 5207793"/>
              <a:gd name="connsiteY219" fmla="*/ 3064669 h 3521869"/>
              <a:gd name="connsiteX220" fmla="*/ 5114925 w 5207793"/>
              <a:gd name="connsiteY220" fmla="*/ 3114675 h 3521869"/>
              <a:gd name="connsiteX221" fmla="*/ 5129212 w 5207793"/>
              <a:gd name="connsiteY221" fmla="*/ 3143250 h 3521869"/>
              <a:gd name="connsiteX222" fmla="*/ 5143500 w 5207793"/>
              <a:gd name="connsiteY222" fmla="*/ 3207544 h 3521869"/>
              <a:gd name="connsiteX223" fmla="*/ 5157787 w 5207793"/>
              <a:gd name="connsiteY223" fmla="*/ 3250406 h 3521869"/>
              <a:gd name="connsiteX224" fmla="*/ 5172075 w 5207793"/>
              <a:gd name="connsiteY224" fmla="*/ 3307556 h 3521869"/>
              <a:gd name="connsiteX225" fmla="*/ 5179218 w 5207793"/>
              <a:gd name="connsiteY225" fmla="*/ 3386138 h 3521869"/>
              <a:gd name="connsiteX226" fmla="*/ 5200650 w 5207793"/>
              <a:gd name="connsiteY226" fmla="*/ 3464719 h 3521869"/>
              <a:gd name="connsiteX227" fmla="*/ 5207793 w 5207793"/>
              <a:gd name="connsiteY227" fmla="*/ 3521869 h 3521869"/>
              <a:gd name="connsiteX0" fmla="*/ 0 w 5207793"/>
              <a:gd name="connsiteY0" fmla="*/ 3464719 h 3521869"/>
              <a:gd name="connsiteX1" fmla="*/ 7143 w 5207793"/>
              <a:gd name="connsiteY1" fmla="*/ 3386138 h 3521869"/>
              <a:gd name="connsiteX2" fmla="*/ 14287 w 5207793"/>
              <a:gd name="connsiteY2" fmla="*/ 3364706 h 3521869"/>
              <a:gd name="connsiteX3" fmla="*/ 21431 w 5207793"/>
              <a:gd name="connsiteY3" fmla="*/ 3328988 h 3521869"/>
              <a:gd name="connsiteX4" fmla="*/ 28575 w 5207793"/>
              <a:gd name="connsiteY4" fmla="*/ 3300413 h 3521869"/>
              <a:gd name="connsiteX5" fmla="*/ 35718 w 5207793"/>
              <a:gd name="connsiteY5" fmla="*/ 3250406 h 3521869"/>
              <a:gd name="connsiteX6" fmla="*/ 57150 w 5207793"/>
              <a:gd name="connsiteY6" fmla="*/ 3200400 h 3521869"/>
              <a:gd name="connsiteX7" fmla="*/ 64293 w 5207793"/>
              <a:gd name="connsiteY7" fmla="*/ 3178969 h 3521869"/>
              <a:gd name="connsiteX8" fmla="*/ 92868 w 5207793"/>
              <a:gd name="connsiteY8" fmla="*/ 3157538 h 3521869"/>
              <a:gd name="connsiteX9" fmla="*/ 121443 w 5207793"/>
              <a:gd name="connsiteY9" fmla="*/ 3107531 h 3521869"/>
              <a:gd name="connsiteX10" fmla="*/ 150018 w 5207793"/>
              <a:gd name="connsiteY10" fmla="*/ 3086100 h 3521869"/>
              <a:gd name="connsiteX11" fmla="*/ 171450 w 5207793"/>
              <a:gd name="connsiteY11" fmla="*/ 3057525 h 3521869"/>
              <a:gd name="connsiteX12" fmla="*/ 242887 w 5207793"/>
              <a:gd name="connsiteY12" fmla="*/ 3014663 h 3521869"/>
              <a:gd name="connsiteX13" fmla="*/ 264318 w 5207793"/>
              <a:gd name="connsiteY13" fmla="*/ 2957513 h 3521869"/>
              <a:gd name="connsiteX14" fmla="*/ 292893 w 5207793"/>
              <a:gd name="connsiteY14" fmla="*/ 2900363 h 3521869"/>
              <a:gd name="connsiteX15" fmla="*/ 307181 w 5207793"/>
              <a:gd name="connsiteY15" fmla="*/ 2664619 h 3521869"/>
              <a:gd name="connsiteX16" fmla="*/ 328612 w 5207793"/>
              <a:gd name="connsiteY16" fmla="*/ 2564606 h 3521869"/>
              <a:gd name="connsiteX17" fmla="*/ 335756 w 5207793"/>
              <a:gd name="connsiteY17" fmla="*/ 2521744 h 3521869"/>
              <a:gd name="connsiteX18" fmla="*/ 350043 w 5207793"/>
              <a:gd name="connsiteY18" fmla="*/ 2500313 h 3521869"/>
              <a:gd name="connsiteX19" fmla="*/ 364331 w 5207793"/>
              <a:gd name="connsiteY19" fmla="*/ 2450306 h 3521869"/>
              <a:gd name="connsiteX20" fmla="*/ 371475 w 5207793"/>
              <a:gd name="connsiteY20" fmla="*/ 2407444 h 3521869"/>
              <a:gd name="connsiteX21" fmla="*/ 385762 w 5207793"/>
              <a:gd name="connsiteY21" fmla="*/ 2357438 h 3521869"/>
              <a:gd name="connsiteX22" fmla="*/ 392906 w 5207793"/>
              <a:gd name="connsiteY22" fmla="*/ 2328863 h 3521869"/>
              <a:gd name="connsiteX23" fmla="*/ 407193 w 5207793"/>
              <a:gd name="connsiteY23" fmla="*/ 2307431 h 3521869"/>
              <a:gd name="connsiteX24" fmla="*/ 421481 w 5207793"/>
              <a:gd name="connsiteY24" fmla="*/ 2257425 h 3521869"/>
              <a:gd name="connsiteX25" fmla="*/ 428625 w 5207793"/>
              <a:gd name="connsiteY25" fmla="*/ 2228850 h 3521869"/>
              <a:gd name="connsiteX26" fmla="*/ 442912 w 5207793"/>
              <a:gd name="connsiteY26" fmla="*/ 2207419 h 3521869"/>
              <a:gd name="connsiteX27" fmla="*/ 464343 w 5207793"/>
              <a:gd name="connsiteY27" fmla="*/ 2150269 h 3521869"/>
              <a:gd name="connsiteX28" fmla="*/ 478631 w 5207793"/>
              <a:gd name="connsiteY28" fmla="*/ 2078831 h 3521869"/>
              <a:gd name="connsiteX29" fmla="*/ 485775 w 5207793"/>
              <a:gd name="connsiteY29" fmla="*/ 2050256 h 3521869"/>
              <a:gd name="connsiteX30" fmla="*/ 492918 w 5207793"/>
              <a:gd name="connsiteY30" fmla="*/ 2014538 h 3521869"/>
              <a:gd name="connsiteX31" fmla="*/ 500062 w 5207793"/>
              <a:gd name="connsiteY31" fmla="*/ 1993106 h 3521869"/>
              <a:gd name="connsiteX32" fmla="*/ 507206 w 5207793"/>
              <a:gd name="connsiteY32" fmla="*/ 1957388 h 3521869"/>
              <a:gd name="connsiteX33" fmla="*/ 514350 w 5207793"/>
              <a:gd name="connsiteY33" fmla="*/ 1935956 h 3521869"/>
              <a:gd name="connsiteX34" fmla="*/ 528637 w 5207793"/>
              <a:gd name="connsiteY34" fmla="*/ 1878806 h 3521869"/>
              <a:gd name="connsiteX35" fmla="*/ 535781 w 5207793"/>
              <a:gd name="connsiteY35" fmla="*/ 1785938 h 3521869"/>
              <a:gd name="connsiteX36" fmla="*/ 542925 w 5207793"/>
              <a:gd name="connsiteY36" fmla="*/ 1721644 h 3521869"/>
              <a:gd name="connsiteX37" fmla="*/ 535781 w 5207793"/>
              <a:gd name="connsiteY37" fmla="*/ 1578769 h 3521869"/>
              <a:gd name="connsiteX38" fmla="*/ 521493 w 5207793"/>
              <a:gd name="connsiteY38" fmla="*/ 1535906 h 3521869"/>
              <a:gd name="connsiteX39" fmla="*/ 528637 w 5207793"/>
              <a:gd name="connsiteY39" fmla="*/ 1400175 h 3521869"/>
              <a:gd name="connsiteX40" fmla="*/ 550068 w 5207793"/>
              <a:gd name="connsiteY40" fmla="*/ 1371600 h 3521869"/>
              <a:gd name="connsiteX41" fmla="*/ 564356 w 5207793"/>
              <a:gd name="connsiteY41" fmla="*/ 1293019 h 3521869"/>
              <a:gd name="connsiteX42" fmla="*/ 578643 w 5207793"/>
              <a:gd name="connsiteY42" fmla="*/ 964406 h 3521869"/>
              <a:gd name="connsiteX43" fmla="*/ 585787 w 5207793"/>
              <a:gd name="connsiteY43" fmla="*/ 907256 h 3521869"/>
              <a:gd name="connsiteX44" fmla="*/ 578643 w 5207793"/>
              <a:gd name="connsiteY44" fmla="*/ 385763 h 3521869"/>
              <a:gd name="connsiteX45" fmla="*/ 607218 w 5207793"/>
              <a:gd name="connsiteY45" fmla="*/ 278606 h 3521869"/>
              <a:gd name="connsiteX46" fmla="*/ 628650 w 5207793"/>
              <a:gd name="connsiteY46" fmla="*/ 228600 h 3521869"/>
              <a:gd name="connsiteX47" fmla="*/ 650081 w 5207793"/>
              <a:gd name="connsiteY47" fmla="*/ 200025 h 3521869"/>
              <a:gd name="connsiteX48" fmla="*/ 664368 w 5207793"/>
              <a:gd name="connsiteY48" fmla="*/ 171450 h 3521869"/>
              <a:gd name="connsiteX49" fmla="*/ 678656 w 5207793"/>
              <a:gd name="connsiteY49" fmla="*/ 150019 h 3521869"/>
              <a:gd name="connsiteX50" fmla="*/ 685800 w 5207793"/>
              <a:gd name="connsiteY50" fmla="*/ 128588 h 3521869"/>
              <a:gd name="connsiteX51" fmla="*/ 714375 w 5207793"/>
              <a:gd name="connsiteY51" fmla="*/ 100013 h 3521869"/>
              <a:gd name="connsiteX52" fmla="*/ 735806 w 5207793"/>
              <a:gd name="connsiteY52" fmla="*/ 71438 h 3521869"/>
              <a:gd name="connsiteX53" fmla="*/ 757237 w 5207793"/>
              <a:gd name="connsiteY53" fmla="*/ 50006 h 3521869"/>
              <a:gd name="connsiteX54" fmla="*/ 778668 w 5207793"/>
              <a:gd name="connsiteY54" fmla="*/ 21431 h 3521869"/>
              <a:gd name="connsiteX55" fmla="*/ 800100 w 5207793"/>
              <a:gd name="connsiteY55" fmla="*/ 14288 h 3521869"/>
              <a:gd name="connsiteX56" fmla="*/ 935831 w 5207793"/>
              <a:gd name="connsiteY56" fmla="*/ 28575 h 3521869"/>
              <a:gd name="connsiteX57" fmla="*/ 964406 w 5207793"/>
              <a:gd name="connsiteY57" fmla="*/ 50006 h 3521869"/>
              <a:gd name="connsiteX58" fmla="*/ 1014412 w 5207793"/>
              <a:gd name="connsiteY58" fmla="*/ 78581 h 3521869"/>
              <a:gd name="connsiteX59" fmla="*/ 1035843 w 5207793"/>
              <a:gd name="connsiteY59" fmla="*/ 100013 h 3521869"/>
              <a:gd name="connsiteX60" fmla="*/ 1064418 w 5207793"/>
              <a:gd name="connsiteY60" fmla="*/ 114300 h 3521869"/>
              <a:gd name="connsiteX61" fmla="*/ 1085850 w 5207793"/>
              <a:gd name="connsiteY61" fmla="*/ 128588 h 3521869"/>
              <a:gd name="connsiteX62" fmla="*/ 1128712 w 5207793"/>
              <a:gd name="connsiteY62" fmla="*/ 150019 h 3521869"/>
              <a:gd name="connsiteX63" fmla="*/ 1185862 w 5207793"/>
              <a:gd name="connsiteY63" fmla="*/ 178594 h 3521869"/>
              <a:gd name="connsiteX64" fmla="*/ 1207293 w 5207793"/>
              <a:gd name="connsiteY64" fmla="*/ 192881 h 3521869"/>
              <a:gd name="connsiteX65" fmla="*/ 1228725 w 5207793"/>
              <a:gd name="connsiteY65" fmla="*/ 200025 h 3521869"/>
              <a:gd name="connsiteX66" fmla="*/ 1257300 w 5207793"/>
              <a:gd name="connsiteY66" fmla="*/ 221456 h 3521869"/>
              <a:gd name="connsiteX67" fmla="*/ 1278731 w 5207793"/>
              <a:gd name="connsiteY67" fmla="*/ 235744 h 3521869"/>
              <a:gd name="connsiteX68" fmla="*/ 1350168 w 5207793"/>
              <a:gd name="connsiteY68" fmla="*/ 242888 h 3521869"/>
              <a:gd name="connsiteX69" fmla="*/ 1464468 w 5207793"/>
              <a:gd name="connsiteY69" fmla="*/ 235744 h 3521869"/>
              <a:gd name="connsiteX70" fmla="*/ 1485900 w 5207793"/>
              <a:gd name="connsiteY70" fmla="*/ 228600 h 3521869"/>
              <a:gd name="connsiteX71" fmla="*/ 1528762 w 5207793"/>
              <a:gd name="connsiteY71" fmla="*/ 192881 h 3521869"/>
              <a:gd name="connsiteX72" fmla="*/ 1535906 w 5207793"/>
              <a:gd name="connsiteY72" fmla="*/ 171450 h 3521869"/>
              <a:gd name="connsiteX73" fmla="*/ 1557337 w 5207793"/>
              <a:gd name="connsiteY73" fmla="*/ 164306 h 3521869"/>
              <a:gd name="connsiteX74" fmla="*/ 1585912 w 5207793"/>
              <a:gd name="connsiteY74" fmla="*/ 150019 h 3521869"/>
              <a:gd name="connsiteX75" fmla="*/ 1635918 w 5207793"/>
              <a:gd name="connsiteY75" fmla="*/ 135731 h 3521869"/>
              <a:gd name="connsiteX76" fmla="*/ 1714500 w 5207793"/>
              <a:gd name="connsiteY76" fmla="*/ 128588 h 3521869"/>
              <a:gd name="connsiteX77" fmla="*/ 1807368 w 5207793"/>
              <a:gd name="connsiteY77" fmla="*/ 114300 h 3521869"/>
              <a:gd name="connsiteX78" fmla="*/ 1835943 w 5207793"/>
              <a:gd name="connsiteY78" fmla="*/ 121444 h 3521869"/>
              <a:gd name="connsiteX79" fmla="*/ 1814512 w 5207793"/>
              <a:gd name="connsiteY79" fmla="*/ 142875 h 3521869"/>
              <a:gd name="connsiteX80" fmla="*/ 1807368 w 5207793"/>
              <a:gd name="connsiteY80" fmla="*/ 164306 h 3521869"/>
              <a:gd name="connsiteX81" fmla="*/ 1785937 w 5207793"/>
              <a:gd name="connsiteY81" fmla="*/ 171450 h 3521869"/>
              <a:gd name="connsiteX82" fmla="*/ 1750218 w 5207793"/>
              <a:gd name="connsiteY82" fmla="*/ 214313 h 3521869"/>
              <a:gd name="connsiteX83" fmla="*/ 1743075 w 5207793"/>
              <a:gd name="connsiteY83" fmla="*/ 235744 h 3521869"/>
              <a:gd name="connsiteX84" fmla="*/ 1714500 w 5207793"/>
              <a:gd name="connsiteY84" fmla="*/ 285750 h 3521869"/>
              <a:gd name="connsiteX85" fmla="*/ 1693068 w 5207793"/>
              <a:gd name="connsiteY85" fmla="*/ 314325 h 3521869"/>
              <a:gd name="connsiteX86" fmla="*/ 1664493 w 5207793"/>
              <a:gd name="connsiteY86" fmla="*/ 357188 h 3521869"/>
              <a:gd name="connsiteX87" fmla="*/ 1643062 w 5207793"/>
              <a:gd name="connsiteY87" fmla="*/ 378619 h 3521869"/>
              <a:gd name="connsiteX88" fmla="*/ 1614487 w 5207793"/>
              <a:gd name="connsiteY88" fmla="*/ 421481 h 3521869"/>
              <a:gd name="connsiteX89" fmla="*/ 1578768 w 5207793"/>
              <a:gd name="connsiteY89" fmla="*/ 464344 h 3521869"/>
              <a:gd name="connsiteX90" fmla="*/ 1564481 w 5207793"/>
              <a:gd name="connsiteY90" fmla="*/ 514350 h 3521869"/>
              <a:gd name="connsiteX91" fmla="*/ 1550193 w 5207793"/>
              <a:gd name="connsiteY91" fmla="*/ 578644 h 3521869"/>
              <a:gd name="connsiteX92" fmla="*/ 1557337 w 5207793"/>
              <a:gd name="connsiteY92" fmla="*/ 621506 h 3521869"/>
              <a:gd name="connsiteX93" fmla="*/ 1571625 w 5207793"/>
              <a:gd name="connsiteY93" fmla="*/ 700088 h 3521869"/>
              <a:gd name="connsiteX94" fmla="*/ 1593056 w 5207793"/>
              <a:gd name="connsiteY94" fmla="*/ 742950 h 3521869"/>
              <a:gd name="connsiteX95" fmla="*/ 1600200 w 5207793"/>
              <a:gd name="connsiteY95" fmla="*/ 785813 h 3521869"/>
              <a:gd name="connsiteX96" fmla="*/ 1607343 w 5207793"/>
              <a:gd name="connsiteY96" fmla="*/ 807244 h 3521869"/>
              <a:gd name="connsiteX97" fmla="*/ 1621631 w 5207793"/>
              <a:gd name="connsiteY97" fmla="*/ 871538 h 3521869"/>
              <a:gd name="connsiteX98" fmla="*/ 1635918 w 5207793"/>
              <a:gd name="connsiteY98" fmla="*/ 957263 h 3521869"/>
              <a:gd name="connsiteX99" fmla="*/ 1643062 w 5207793"/>
              <a:gd name="connsiteY99" fmla="*/ 978694 h 3521869"/>
              <a:gd name="connsiteX100" fmla="*/ 1657350 w 5207793"/>
              <a:gd name="connsiteY100" fmla="*/ 1000125 h 3521869"/>
              <a:gd name="connsiteX101" fmla="*/ 1664493 w 5207793"/>
              <a:gd name="connsiteY101" fmla="*/ 1028700 h 3521869"/>
              <a:gd name="connsiteX102" fmla="*/ 1678781 w 5207793"/>
              <a:gd name="connsiteY102" fmla="*/ 1050131 h 3521869"/>
              <a:gd name="connsiteX103" fmla="*/ 1685925 w 5207793"/>
              <a:gd name="connsiteY103" fmla="*/ 1085850 h 3521869"/>
              <a:gd name="connsiteX104" fmla="*/ 1728787 w 5207793"/>
              <a:gd name="connsiteY104" fmla="*/ 1135856 h 3521869"/>
              <a:gd name="connsiteX105" fmla="*/ 1743075 w 5207793"/>
              <a:gd name="connsiteY105" fmla="*/ 1157288 h 3521869"/>
              <a:gd name="connsiteX106" fmla="*/ 1750218 w 5207793"/>
              <a:gd name="connsiteY106" fmla="*/ 1185863 h 3521869"/>
              <a:gd name="connsiteX107" fmla="*/ 1793081 w 5207793"/>
              <a:gd name="connsiteY107" fmla="*/ 1235869 h 3521869"/>
              <a:gd name="connsiteX108" fmla="*/ 1828800 w 5207793"/>
              <a:gd name="connsiteY108" fmla="*/ 1278731 h 3521869"/>
              <a:gd name="connsiteX109" fmla="*/ 1864518 w 5207793"/>
              <a:gd name="connsiteY109" fmla="*/ 1314450 h 3521869"/>
              <a:gd name="connsiteX110" fmla="*/ 1921668 w 5207793"/>
              <a:gd name="connsiteY110" fmla="*/ 1378744 h 3521869"/>
              <a:gd name="connsiteX111" fmla="*/ 1978818 w 5207793"/>
              <a:gd name="connsiteY111" fmla="*/ 1393031 h 3521869"/>
              <a:gd name="connsiteX112" fmla="*/ 2007393 w 5207793"/>
              <a:gd name="connsiteY112" fmla="*/ 1400175 h 3521869"/>
              <a:gd name="connsiteX113" fmla="*/ 2028825 w 5207793"/>
              <a:gd name="connsiteY113" fmla="*/ 1407319 h 3521869"/>
              <a:gd name="connsiteX114" fmla="*/ 2078831 w 5207793"/>
              <a:gd name="connsiteY114" fmla="*/ 1414463 h 3521869"/>
              <a:gd name="connsiteX115" fmla="*/ 2135981 w 5207793"/>
              <a:gd name="connsiteY115" fmla="*/ 1428750 h 3521869"/>
              <a:gd name="connsiteX116" fmla="*/ 2228850 w 5207793"/>
              <a:gd name="connsiteY116" fmla="*/ 1443038 h 3521869"/>
              <a:gd name="connsiteX117" fmla="*/ 2257425 w 5207793"/>
              <a:gd name="connsiteY117" fmla="*/ 1450181 h 3521869"/>
              <a:gd name="connsiteX118" fmla="*/ 2300287 w 5207793"/>
              <a:gd name="connsiteY118" fmla="*/ 1464469 h 3521869"/>
              <a:gd name="connsiteX119" fmla="*/ 2507456 w 5207793"/>
              <a:gd name="connsiteY119" fmla="*/ 1471613 h 3521869"/>
              <a:gd name="connsiteX120" fmla="*/ 2543175 w 5207793"/>
              <a:gd name="connsiteY120" fmla="*/ 1478756 h 3521869"/>
              <a:gd name="connsiteX121" fmla="*/ 2878931 w 5207793"/>
              <a:gd name="connsiteY121" fmla="*/ 1478756 h 3521869"/>
              <a:gd name="connsiteX122" fmla="*/ 2914650 w 5207793"/>
              <a:gd name="connsiteY122" fmla="*/ 1471613 h 3521869"/>
              <a:gd name="connsiteX123" fmla="*/ 2964656 w 5207793"/>
              <a:gd name="connsiteY123" fmla="*/ 1450181 h 3521869"/>
              <a:gd name="connsiteX124" fmla="*/ 2986087 w 5207793"/>
              <a:gd name="connsiteY124" fmla="*/ 1443038 h 3521869"/>
              <a:gd name="connsiteX125" fmla="*/ 3043237 w 5207793"/>
              <a:gd name="connsiteY125" fmla="*/ 1421606 h 3521869"/>
              <a:gd name="connsiteX126" fmla="*/ 3071812 w 5207793"/>
              <a:gd name="connsiteY126" fmla="*/ 1400175 h 3521869"/>
              <a:gd name="connsiteX127" fmla="*/ 3093243 w 5207793"/>
              <a:gd name="connsiteY127" fmla="*/ 1378744 h 3521869"/>
              <a:gd name="connsiteX128" fmla="*/ 3128962 w 5207793"/>
              <a:gd name="connsiteY128" fmla="*/ 1357313 h 3521869"/>
              <a:gd name="connsiteX129" fmla="*/ 3186112 w 5207793"/>
              <a:gd name="connsiteY129" fmla="*/ 1300163 h 3521869"/>
              <a:gd name="connsiteX130" fmla="*/ 3214687 w 5207793"/>
              <a:gd name="connsiteY130" fmla="*/ 1243013 h 3521869"/>
              <a:gd name="connsiteX131" fmla="*/ 3236118 w 5207793"/>
              <a:gd name="connsiteY131" fmla="*/ 1228725 h 3521869"/>
              <a:gd name="connsiteX132" fmla="*/ 3271837 w 5207793"/>
              <a:gd name="connsiteY132" fmla="*/ 1178719 h 3521869"/>
              <a:gd name="connsiteX133" fmla="*/ 3293268 w 5207793"/>
              <a:gd name="connsiteY133" fmla="*/ 1164431 h 3521869"/>
              <a:gd name="connsiteX134" fmla="*/ 3300412 w 5207793"/>
              <a:gd name="connsiteY134" fmla="*/ 1143000 h 3521869"/>
              <a:gd name="connsiteX135" fmla="*/ 3321843 w 5207793"/>
              <a:gd name="connsiteY135" fmla="*/ 1135856 h 3521869"/>
              <a:gd name="connsiteX136" fmla="*/ 3343275 w 5207793"/>
              <a:gd name="connsiteY136" fmla="*/ 1114425 h 3521869"/>
              <a:gd name="connsiteX137" fmla="*/ 3357562 w 5207793"/>
              <a:gd name="connsiteY137" fmla="*/ 1085850 h 3521869"/>
              <a:gd name="connsiteX138" fmla="*/ 3393281 w 5207793"/>
              <a:gd name="connsiteY138" fmla="*/ 1028700 h 3521869"/>
              <a:gd name="connsiteX139" fmla="*/ 3400425 w 5207793"/>
              <a:gd name="connsiteY139" fmla="*/ 1007269 h 3521869"/>
              <a:gd name="connsiteX140" fmla="*/ 3436143 w 5207793"/>
              <a:gd name="connsiteY140" fmla="*/ 928688 h 3521869"/>
              <a:gd name="connsiteX141" fmla="*/ 3450431 w 5207793"/>
              <a:gd name="connsiteY141" fmla="*/ 842963 h 3521869"/>
              <a:gd name="connsiteX142" fmla="*/ 3464718 w 5207793"/>
              <a:gd name="connsiteY142" fmla="*/ 700088 h 3521869"/>
              <a:gd name="connsiteX143" fmla="*/ 3471862 w 5207793"/>
              <a:gd name="connsiteY143" fmla="*/ 664369 h 3521869"/>
              <a:gd name="connsiteX144" fmla="*/ 3479006 w 5207793"/>
              <a:gd name="connsiteY144" fmla="*/ 492919 h 3521869"/>
              <a:gd name="connsiteX145" fmla="*/ 3457575 w 5207793"/>
              <a:gd name="connsiteY145" fmla="*/ 321469 h 3521869"/>
              <a:gd name="connsiteX146" fmla="*/ 3443287 w 5207793"/>
              <a:gd name="connsiteY146" fmla="*/ 300038 h 3521869"/>
              <a:gd name="connsiteX147" fmla="*/ 3414712 w 5207793"/>
              <a:gd name="connsiteY147" fmla="*/ 242888 h 3521869"/>
              <a:gd name="connsiteX148" fmla="*/ 3407568 w 5207793"/>
              <a:gd name="connsiteY148" fmla="*/ 221456 h 3521869"/>
              <a:gd name="connsiteX149" fmla="*/ 3364706 w 5207793"/>
              <a:gd name="connsiteY149" fmla="*/ 192881 h 3521869"/>
              <a:gd name="connsiteX150" fmla="*/ 3328987 w 5207793"/>
              <a:gd name="connsiteY150" fmla="*/ 150019 h 3521869"/>
              <a:gd name="connsiteX151" fmla="*/ 3286125 w 5207793"/>
              <a:gd name="connsiteY151" fmla="*/ 121444 h 3521869"/>
              <a:gd name="connsiteX152" fmla="*/ 3264693 w 5207793"/>
              <a:gd name="connsiteY152" fmla="*/ 92869 h 3521869"/>
              <a:gd name="connsiteX153" fmla="*/ 3236118 w 5207793"/>
              <a:gd name="connsiteY153" fmla="*/ 50006 h 3521869"/>
              <a:gd name="connsiteX154" fmla="*/ 3250406 w 5207793"/>
              <a:gd name="connsiteY154" fmla="*/ 14288 h 3521869"/>
              <a:gd name="connsiteX155" fmla="*/ 3328987 w 5207793"/>
              <a:gd name="connsiteY155" fmla="*/ 7144 h 3521869"/>
              <a:gd name="connsiteX156" fmla="*/ 3350418 w 5207793"/>
              <a:gd name="connsiteY156" fmla="*/ 0 h 3521869"/>
              <a:gd name="connsiteX157" fmla="*/ 3414712 w 5207793"/>
              <a:gd name="connsiteY157" fmla="*/ 21431 h 3521869"/>
              <a:gd name="connsiteX158" fmla="*/ 3457575 w 5207793"/>
              <a:gd name="connsiteY158" fmla="*/ 35719 h 3521869"/>
              <a:gd name="connsiteX159" fmla="*/ 3479006 w 5207793"/>
              <a:gd name="connsiteY159" fmla="*/ 42863 h 3521869"/>
              <a:gd name="connsiteX160" fmla="*/ 3543300 w 5207793"/>
              <a:gd name="connsiteY160" fmla="*/ 57150 h 3521869"/>
              <a:gd name="connsiteX161" fmla="*/ 3579018 w 5207793"/>
              <a:gd name="connsiteY161" fmla="*/ 71438 h 3521869"/>
              <a:gd name="connsiteX162" fmla="*/ 3636168 w 5207793"/>
              <a:gd name="connsiteY162" fmla="*/ 85725 h 3521869"/>
              <a:gd name="connsiteX163" fmla="*/ 3657600 w 5207793"/>
              <a:gd name="connsiteY163" fmla="*/ 100013 h 3521869"/>
              <a:gd name="connsiteX164" fmla="*/ 3686175 w 5207793"/>
              <a:gd name="connsiteY164" fmla="*/ 114300 h 3521869"/>
              <a:gd name="connsiteX165" fmla="*/ 3700462 w 5207793"/>
              <a:gd name="connsiteY165" fmla="*/ 142875 h 3521869"/>
              <a:gd name="connsiteX166" fmla="*/ 3757612 w 5207793"/>
              <a:gd name="connsiteY166" fmla="*/ 171450 h 3521869"/>
              <a:gd name="connsiteX167" fmla="*/ 3807618 w 5207793"/>
              <a:gd name="connsiteY167" fmla="*/ 192881 h 3521869"/>
              <a:gd name="connsiteX168" fmla="*/ 3829050 w 5207793"/>
              <a:gd name="connsiteY168" fmla="*/ 207169 h 3521869"/>
              <a:gd name="connsiteX169" fmla="*/ 3871912 w 5207793"/>
              <a:gd name="connsiteY169" fmla="*/ 214313 h 3521869"/>
              <a:gd name="connsiteX170" fmla="*/ 4150518 w 5207793"/>
              <a:gd name="connsiteY170" fmla="*/ 207169 h 3521869"/>
              <a:gd name="connsiteX171" fmla="*/ 4186237 w 5207793"/>
              <a:gd name="connsiteY171" fmla="*/ 178594 h 3521869"/>
              <a:gd name="connsiteX172" fmla="*/ 4214812 w 5207793"/>
              <a:gd name="connsiteY172" fmla="*/ 171450 h 3521869"/>
              <a:gd name="connsiteX173" fmla="*/ 4236243 w 5207793"/>
              <a:gd name="connsiteY173" fmla="*/ 164306 h 3521869"/>
              <a:gd name="connsiteX174" fmla="*/ 4386262 w 5207793"/>
              <a:gd name="connsiteY174" fmla="*/ 185738 h 3521869"/>
              <a:gd name="connsiteX175" fmla="*/ 4421981 w 5207793"/>
              <a:gd name="connsiteY175" fmla="*/ 221456 h 3521869"/>
              <a:gd name="connsiteX176" fmla="*/ 4457700 w 5207793"/>
              <a:gd name="connsiteY176" fmla="*/ 285750 h 3521869"/>
              <a:gd name="connsiteX177" fmla="*/ 4471987 w 5207793"/>
              <a:gd name="connsiteY177" fmla="*/ 364331 h 3521869"/>
              <a:gd name="connsiteX178" fmla="*/ 4486275 w 5207793"/>
              <a:gd name="connsiteY178" fmla="*/ 428625 h 3521869"/>
              <a:gd name="connsiteX179" fmla="*/ 4514850 w 5207793"/>
              <a:gd name="connsiteY179" fmla="*/ 485775 h 3521869"/>
              <a:gd name="connsiteX180" fmla="*/ 4521993 w 5207793"/>
              <a:gd name="connsiteY180" fmla="*/ 521494 h 3521869"/>
              <a:gd name="connsiteX181" fmla="*/ 4529137 w 5207793"/>
              <a:gd name="connsiteY181" fmla="*/ 550069 h 3521869"/>
              <a:gd name="connsiteX182" fmla="*/ 4543425 w 5207793"/>
              <a:gd name="connsiteY182" fmla="*/ 771525 h 3521869"/>
              <a:gd name="connsiteX183" fmla="*/ 4557712 w 5207793"/>
              <a:gd name="connsiteY183" fmla="*/ 850106 h 3521869"/>
              <a:gd name="connsiteX184" fmla="*/ 4564856 w 5207793"/>
              <a:gd name="connsiteY184" fmla="*/ 892969 h 3521869"/>
              <a:gd name="connsiteX185" fmla="*/ 4593431 w 5207793"/>
              <a:gd name="connsiteY185" fmla="*/ 1021556 h 3521869"/>
              <a:gd name="connsiteX186" fmla="*/ 4600575 w 5207793"/>
              <a:gd name="connsiteY186" fmla="*/ 1078706 h 3521869"/>
              <a:gd name="connsiteX187" fmla="*/ 4607718 w 5207793"/>
              <a:gd name="connsiteY187" fmla="*/ 1321594 h 3521869"/>
              <a:gd name="connsiteX188" fmla="*/ 4614862 w 5207793"/>
              <a:gd name="connsiteY188" fmla="*/ 1357313 h 3521869"/>
              <a:gd name="connsiteX189" fmla="*/ 4636293 w 5207793"/>
              <a:gd name="connsiteY189" fmla="*/ 1378744 h 3521869"/>
              <a:gd name="connsiteX190" fmla="*/ 4643437 w 5207793"/>
              <a:gd name="connsiteY190" fmla="*/ 1421606 h 3521869"/>
              <a:gd name="connsiteX191" fmla="*/ 4650581 w 5207793"/>
              <a:gd name="connsiteY191" fmla="*/ 1471613 h 3521869"/>
              <a:gd name="connsiteX192" fmla="*/ 4657725 w 5207793"/>
              <a:gd name="connsiteY192" fmla="*/ 1493044 h 3521869"/>
              <a:gd name="connsiteX193" fmla="*/ 4664868 w 5207793"/>
              <a:gd name="connsiteY193" fmla="*/ 1585913 h 3521869"/>
              <a:gd name="connsiteX194" fmla="*/ 4672012 w 5207793"/>
              <a:gd name="connsiteY194" fmla="*/ 1650206 h 3521869"/>
              <a:gd name="connsiteX195" fmla="*/ 4686300 w 5207793"/>
              <a:gd name="connsiteY195" fmla="*/ 1778794 h 3521869"/>
              <a:gd name="connsiteX196" fmla="*/ 4700587 w 5207793"/>
              <a:gd name="connsiteY196" fmla="*/ 1921669 h 3521869"/>
              <a:gd name="connsiteX197" fmla="*/ 4714875 w 5207793"/>
              <a:gd name="connsiteY197" fmla="*/ 2000250 h 3521869"/>
              <a:gd name="connsiteX198" fmla="*/ 4722018 w 5207793"/>
              <a:gd name="connsiteY198" fmla="*/ 2050256 h 3521869"/>
              <a:gd name="connsiteX199" fmla="*/ 4736306 w 5207793"/>
              <a:gd name="connsiteY199" fmla="*/ 2071688 h 3521869"/>
              <a:gd name="connsiteX200" fmla="*/ 4764881 w 5207793"/>
              <a:gd name="connsiteY200" fmla="*/ 2121694 h 3521869"/>
              <a:gd name="connsiteX201" fmla="*/ 4779168 w 5207793"/>
              <a:gd name="connsiteY201" fmla="*/ 2164556 h 3521869"/>
              <a:gd name="connsiteX202" fmla="*/ 4793456 w 5207793"/>
              <a:gd name="connsiteY202" fmla="*/ 2235994 h 3521869"/>
              <a:gd name="connsiteX203" fmla="*/ 4800600 w 5207793"/>
              <a:gd name="connsiteY203" fmla="*/ 2257425 h 3521869"/>
              <a:gd name="connsiteX204" fmla="*/ 4807743 w 5207793"/>
              <a:gd name="connsiteY204" fmla="*/ 2286000 h 3521869"/>
              <a:gd name="connsiteX205" fmla="*/ 4814887 w 5207793"/>
              <a:gd name="connsiteY205" fmla="*/ 2307431 h 3521869"/>
              <a:gd name="connsiteX206" fmla="*/ 4836318 w 5207793"/>
              <a:gd name="connsiteY206" fmla="*/ 2407444 h 3521869"/>
              <a:gd name="connsiteX207" fmla="*/ 4864893 w 5207793"/>
              <a:gd name="connsiteY207" fmla="*/ 2514600 h 3521869"/>
              <a:gd name="connsiteX208" fmla="*/ 4872037 w 5207793"/>
              <a:gd name="connsiteY208" fmla="*/ 2543175 h 3521869"/>
              <a:gd name="connsiteX209" fmla="*/ 4886325 w 5207793"/>
              <a:gd name="connsiteY209" fmla="*/ 2614613 h 3521869"/>
              <a:gd name="connsiteX210" fmla="*/ 4900612 w 5207793"/>
              <a:gd name="connsiteY210" fmla="*/ 2657475 h 3521869"/>
              <a:gd name="connsiteX211" fmla="*/ 4922043 w 5207793"/>
              <a:gd name="connsiteY211" fmla="*/ 2678906 h 3521869"/>
              <a:gd name="connsiteX212" fmla="*/ 4929187 w 5207793"/>
              <a:gd name="connsiteY212" fmla="*/ 2728913 h 3521869"/>
              <a:gd name="connsiteX213" fmla="*/ 4936331 w 5207793"/>
              <a:gd name="connsiteY213" fmla="*/ 2757488 h 3521869"/>
              <a:gd name="connsiteX214" fmla="*/ 4943475 w 5207793"/>
              <a:gd name="connsiteY214" fmla="*/ 2914650 h 3521869"/>
              <a:gd name="connsiteX215" fmla="*/ 4943475 w 5207793"/>
              <a:gd name="connsiteY215" fmla="*/ 2943225 h 3521869"/>
              <a:gd name="connsiteX216" fmla="*/ 4957762 w 5207793"/>
              <a:gd name="connsiteY216" fmla="*/ 2993232 h 3521869"/>
              <a:gd name="connsiteX217" fmla="*/ 5000625 w 5207793"/>
              <a:gd name="connsiteY217" fmla="*/ 3021806 h 3521869"/>
              <a:gd name="connsiteX218" fmla="*/ 5064918 w 5207793"/>
              <a:gd name="connsiteY218" fmla="*/ 3043238 h 3521869"/>
              <a:gd name="connsiteX219" fmla="*/ 5093493 w 5207793"/>
              <a:gd name="connsiteY219" fmla="*/ 3064669 h 3521869"/>
              <a:gd name="connsiteX220" fmla="*/ 5114925 w 5207793"/>
              <a:gd name="connsiteY220" fmla="*/ 3114675 h 3521869"/>
              <a:gd name="connsiteX221" fmla="*/ 5129212 w 5207793"/>
              <a:gd name="connsiteY221" fmla="*/ 3143250 h 3521869"/>
              <a:gd name="connsiteX222" fmla="*/ 5143500 w 5207793"/>
              <a:gd name="connsiteY222" fmla="*/ 3207544 h 3521869"/>
              <a:gd name="connsiteX223" fmla="*/ 5157787 w 5207793"/>
              <a:gd name="connsiteY223" fmla="*/ 3250406 h 3521869"/>
              <a:gd name="connsiteX224" fmla="*/ 5172075 w 5207793"/>
              <a:gd name="connsiteY224" fmla="*/ 3307556 h 3521869"/>
              <a:gd name="connsiteX225" fmla="*/ 5179218 w 5207793"/>
              <a:gd name="connsiteY225" fmla="*/ 3386138 h 3521869"/>
              <a:gd name="connsiteX226" fmla="*/ 5200650 w 5207793"/>
              <a:gd name="connsiteY226" fmla="*/ 3464719 h 3521869"/>
              <a:gd name="connsiteX227" fmla="*/ 5207793 w 5207793"/>
              <a:gd name="connsiteY227" fmla="*/ 3521869 h 3521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Lst>
            <a:rect l="l" t="t" r="r" b="b"/>
            <a:pathLst>
              <a:path w="5207793" h="3521869">
                <a:moveTo>
                  <a:pt x="0" y="3464719"/>
                </a:moveTo>
                <a:cubicBezTo>
                  <a:pt x="2381" y="3438525"/>
                  <a:pt x="3424" y="3412175"/>
                  <a:pt x="7143" y="3386138"/>
                </a:cubicBezTo>
                <a:cubicBezTo>
                  <a:pt x="8208" y="3378683"/>
                  <a:pt x="12461" y="3372012"/>
                  <a:pt x="14287" y="3364706"/>
                </a:cubicBezTo>
                <a:cubicBezTo>
                  <a:pt x="17232" y="3352927"/>
                  <a:pt x="18797" y="3340841"/>
                  <a:pt x="21431" y="3328988"/>
                </a:cubicBezTo>
                <a:cubicBezTo>
                  <a:pt x="23561" y="3319404"/>
                  <a:pt x="26819" y="3310073"/>
                  <a:pt x="28575" y="3300413"/>
                </a:cubicBezTo>
                <a:cubicBezTo>
                  <a:pt x="31587" y="3283846"/>
                  <a:pt x="32416" y="3266917"/>
                  <a:pt x="35718" y="3250406"/>
                </a:cubicBezTo>
                <a:cubicBezTo>
                  <a:pt x="39906" y="3229465"/>
                  <a:pt x="48438" y="3220729"/>
                  <a:pt x="57150" y="3200400"/>
                </a:cubicBezTo>
                <a:cubicBezTo>
                  <a:pt x="60116" y="3193479"/>
                  <a:pt x="59472" y="3184754"/>
                  <a:pt x="64293" y="3178969"/>
                </a:cubicBezTo>
                <a:cubicBezTo>
                  <a:pt x="71915" y="3169822"/>
                  <a:pt x="83343" y="3164682"/>
                  <a:pt x="92868" y="3157538"/>
                </a:cubicBezTo>
                <a:cubicBezTo>
                  <a:pt x="101042" y="3133017"/>
                  <a:pt x="99819" y="3129155"/>
                  <a:pt x="121443" y="3107531"/>
                </a:cubicBezTo>
                <a:cubicBezTo>
                  <a:pt x="129862" y="3099112"/>
                  <a:pt x="141599" y="3094519"/>
                  <a:pt x="150018" y="3086100"/>
                </a:cubicBezTo>
                <a:cubicBezTo>
                  <a:pt x="158437" y="3077681"/>
                  <a:pt x="162551" y="3065435"/>
                  <a:pt x="171450" y="3057525"/>
                </a:cubicBezTo>
                <a:cubicBezTo>
                  <a:pt x="193619" y="3037819"/>
                  <a:pt x="217282" y="3027465"/>
                  <a:pt x="242887" y="3014663"/>
                </a:cubicBezTo>
                <a:cubicBezTo>
                  <a:pt x="250073" y="2993106"/>
                  <a:pt x="254068" y="2979721"/>
                  <a:pt x="264318" y="2957513"/>
                </a:cubicBezTo>
                <a:cubicBezTo>
                  <a:pt x="273243" y="2938175"/>
                  <a:pt x="292893" y="2900363"/>
                  <a:pt x="292893" y="2900363"/>
                </a:cubicBezTo>
                <a:cubicBezTo>
                  <a:pt x="299514" y="2767952"/>
                  <a:pt x="297730" y="2778029"/>
                  <a:pt x="307181" y="2664619"/>
                </a:cubicBezTo>
                <a:cubicBezTo>
                  <a:pt x="314348" y="2578619"/>
                  <a:pt x="299982" y="2607553"/>
                  <a:pt x="328612" y="2564606"/>
                </a:cubicBezTo>
                <a:cubicBezTo>
                  <a:pt x="330993" y="2550319"/>
                  <a:pt x="331176" y="2535485"/>
                  <a:pt x="335756" y="2521744"/>
                </a:cubicBezTo>
                <a:cubicBezTo>
                  <a:pt x="338471" y="2513599"/>
                  <a:pt x="346854" y="2508284"/>
                  <a:pt x="350043" y="2500313"/>
                </a:cubicBezTo>
                <a:cubicBezTo>
                  <a:pt x="356481" y="2484217"/>
                  <a:pt x="360433" y="2467198"/>
                  <a:pt x="364331" y="2450306"/>
                </a:cubicBezTo>
                <a:cubicBezTo>
                  <a:pt x="367588" y="2436193"/>
                  <a:pt x="368634" y="2421647"/>
                  <a:pt x="371475" y="2407444"/>
                </a:cubicBezTo>
                <a:cubicBezTo>
                  <a:pt x="378921" y="2370213"/>
                  <a:pt x="376681" y="2389219"/>
                  <a:pt x="385762" y="2357438"/>
                </a:cubicBezTo>
                <a:cubicBezTo>
                  <a:pt x="388459" y="2347998"/>
                  <a:pt x="389039" y="2337887"/>
                  <a:pt x="392906" y="2328863"/>
                </a:cubicBezTo>
                <a:cubicBezTo>
                  <a:pt x="396288" y="2320971"/>
                  <a:pt x="402431" y="2314575"/>
                  <a:pt x="407193" y="2307431"/>
                </a:cubicBezTo>
                <a:cubicBezTo>
                  <a:pt x="429526" y="2218100"/>
                  <a:pt x="400983" y="2329164"/>
                  <a:pt x="421481" y="2257425"/>
                </a:cubicBezTo>
                <a:cubicBezTo>
                  <a:pt x="424178" y="2247985"/>
                  <a:pt x="424757" y="2237874"/>
                  <a:pt x="428625" y="2228850"/>
                </a:cubicBezTo>
                <a:cubicBezTo>
                  <a:pt x="432007" y="2220959"/>
                  <a:pt x="439072" y="2215098"/>
                  <a:pt x="442912" y="2207419"/>
                </a:cubicBezTo>
                <a:cubicBezTo>
                  <a:pt x="445441" y="2202360"/>
                  <a:pt x="461692" y="2161756"/>
                  <a:pt x="464343" y="2150269"/>
                </a:cubicBezTo>
                <a:cubicBezTo>
                  <a:pt x="469803" y="2126607"/>
                  <a:pt x="472741" y="2102390"/>
                  <a:pt x="478631" y="2078831"/>
                </a:cubicBezTo>
                <a:cubicBezTo>
                  <a:pt x="481012" y="2069306"/>
                  <a:pt x="483645" y="2059840"/>
                  <a:pt x="485775" y="2050256"/>
                </a:cubicBezTo>
                <a:cubicBezTo>
                  <a:pt x="488409" y="2038403"/>
                  <a:pt x="489973" y="2026317"/>
                  <a:pt x="492918" y="2014538"/>
                </a:cubicBezTo>
                <a:cubicBezTo>
                  <a:pt x="494744" y="2007232"/>
                  <a:pt x="498236" y="2000412"/>
                  <a:pt x="500062" y="1993106"/>
                </a:cubicBezTo>
                <a:cubicBezTo>
                  <a:pt x="503007" y="1981327"/>
                  <a:pt x="504261" y="1969167"/>
                  <a:pt x="507206" y="1957388"/>
                </a:cubicBezTo>
                <a:cubicBezTo>
                  <a:pt x="509032" y="1950082"/>
                  <a:pt x="512369" y="1943221"/>
                  <a:pt x="514350" y="1935956"/>
                </a:cubicBezTo>
                <a:cubicBezTo>
                  <a:pt x="519517" y="1917012"/>
                  <a:pt x="528637" y="1878806"/>
                  <a:pt x="528637" y="1878806"/>
                </a:cubicBezTo>
                <a:cubicBezTo>
                  <a:pt x="531018" y="1847850"/>
                  <a:pt x="532970" y="1816858"/>
                  <a:pt x="535781" y="1785938"/>
                </a:cubicBezTo>
                <a:cubicBezTo>
                  <a:pt x="537733" y="1764463"/>
                  <a:pt x="542925" y="1743207"/>
                  <a:pt x="542925" y="1721644"/>
                </a:cubicBezTo>
                <a:cubicBezTo>
                  <a:pt x="542925" y="1673960"/>
                  <a:pt x="541247" y="1626139"/>
                  <a:pt x="535781" y="1578769"/>
                </a:cubicBezTo>
                <a:cubicBezTo>
                  <a:pt x="534055" y="1563808"/>
                  <a:pt x="526256" y="1550194"/>
                  <a:pt x="521493" y="1535906"/>
                </a:cubicBezTo>
                <a:cubicBezTo>
                  <a:pt x="523874" y="1490662"/>
                  <a:pt x="523874" y="1427559"/>
                  <a:pt x="528637" y="1400175"/>
                </a:cubicBezTo>
                <a:cubicBezTo>
                  <a:pt x="533400" y="1372791"/>
                  <a:pt x="547485" y="1381931"/>
                  <a:pt x="550068" y="1371600"/>
                </a:cubicBezTo>
                <a:cubicBezTo>
                  <a:pt x="571410" y="1286230"/>
                  <a:pt x="533544" y="1339234"/>
                  <a:pt x="564356" y="1293019"/>
                </a:cubicBezTo>
                <a:cubicBezTo>
                  <a:pt x="585928" y="1142019"/>
                  <a:pt x="563952" y="1309659"/>
                  <a:pt x="578643" y="964406"/>
                </a:cubicBezTo>
                <a:cubicBezTo>
                  <a:pt x="579459" y="945225"/>
                  <a:pt x="583406" y="926306"/>
                  <a:pt x="585787" y="907256"/>
                </a:cubicBezTo>
                <a:cubicBezTo>
                  <a:pt x="583406" y="733425"/>
                  <a:pt x="578643" y="559610"/>
                  <a:pt x="578643" y="385763"/>
                </a:cubicBezTo>
                <a:cubicBezTo>
                  <a:pt x="578643" y="289535"/>
                  <a:pt x="562112" y="308678"/>
                  <a:pt x="607218" y="278606"/>
                </a:cubicBezTo>
                <a:cubicBezTo>
                  <a:pt x="614163" y="257772"/>
                  <a:pt x="616039" y="248778"/>
                  <a:pt x="628650" y="228600"/>
                </a:cubicBezTo>
                <a:cubicBezTo>
                  <a:pt x="634960" y="218504"/>
                  <a:pt x="643771" y="210121"/>
                  <a:pt x="650081" y="200025"/>
                </a:cubicBezTo>
                <a:cubicBezTo>
                  <a:pt x="655725" y="190994"/>
                  <a:pt x="659084" y="180696"/>
                  <a:pt x="664368" y="171450"/>
                </a:cubicBezTo>
                <a:cubicBezTo>
                  <a:pt x="668628" y="163995"/>
                  <a:pt x="674816" y="157698"/>
                  <a:pt x="678656" y="150019"/>
                </a:cubicBezTo>
                <a:cubicBezTo>
                  <a:pt x="682024" y="143284"/>
                  <a:pt x="681423" y="134715"/>
                  <a:pt x="685800" y="128588"/>
                </a:cubicBezTo>
                <a:cubicBezTo>
                  <a:pt x="693630" y="117627"/>
                  <a:pt x="705505" y="110151"/>
                  <a:pt x="714375" y="100013"/>
                </a:cubicBezTo>
                <a:cubicBezTo>
                  <a:pt x="722215" y="91053"/>
                  <a:pt x="728058" y="80478"/>
                  <a:pt x="735806" y="71438"/>
                </a:cubicBezTo>
                <a:cubicBezTo>
                  <a:pt x="742381" y="63767"/>
                  <a:pt x="750662" y="57677"/>
                  <a:pt x="757237" y="50006"/>
                </a:cubicBezTo>
                <a:cubicBezTo>
                  <a:pt x="764985" y="40966"/>
                  <a:pt x="769521" y="29053"/>
                  <a:pt x="778668" y="21431"/>
                </a:cubicBezTo>
                <a:cubicBezTo>
                  <a:pt x="784453" y="16610"/>
                  <a:pt x="792956" y="16669"/>
                  <a:pt x="800100" y="14288"/>
                </a:cubicBezTo>
                <a:cubicBezTo>
                  <a:pt x="845344" y="19050"/>
                  <a:pt x="891376" y="18911"/>
                  <a:pt x="935831" y="28575"/>
                </a:cubicBezTo>
                <a:cubicBezTo>
                  <a:pt x="947465" y="31104"/>
                  <a:pt x="954310" y="43696"/>
                  <a:pt x="964406" y="50006"/>
                </a:cubicBezTo>
                <a:cubicBezTo>
                  <a:pt x="992346" y="67469"/>
                  <a:pt x="990823" y="58923"/>
                  <a:pt x="1014412" y="78581"/>
                </a:cubicBezTo>
                <a:cubicBezTo>
                  <a:pt x="1022173" y="85049"/>
                  <a:pt x="1027622" y="94141"/>
                  <a:pt x="1035843" y="100013"/>
                </a:cubicBezTo>
                <a:cubicBezTo>
                  <a:pt x="1044509" y="106203"/>
                  <a:pt x="1055172" y="109017"/>
                  <a:pt x="1064418" y="114300"/>
                </a:cubicBezTo>
                <a:cubicBezTo>
                  <a:pt x="1071873" y="118560"/>
                  <a:pt x="1078344" y="124418"/>
                  <a:pt x="1085850" y="128588"/>
                </a:cubicBezTo>
                <a:cubicBezTo>
                  <a:pt x="1099814" y="136346"/>
                  <a:pt x="1115015" y="141801"/>
                  <a:pt x="1128712" y="150019"/>
                </a:cubicBezTo>
                <a:cubicBezTo>
                  <a:pt x="1180754" y="181244"/>
                  <a:pt x="1132862" y="165343"/>
                  <a:pt x="1185862" y="178594"/>
                </a:cubicBezTo>
                <a:cubicBezTo>
                  <a:pt x="1193006" y="183356"/>
                  <a:pt x="1199614" y="189041"/>
                  <a:pt x="1207293" y="192881"/>
                </a:cubicBezTo>
                <a:cubicBezTo>
                  <a:pt x="1214028" y="196249"/>
                  <a:pt x="1222187" y="196289"/>
                  <a:pt x="1228725" y="200025"/>
                </a:cubicBezTo>
                <a:cubicBezTo>
                  <a:pt x="1239063" y="205932"/>
                  <a:pt x="1247612" y="214536"/>
                  <a:pt x="1257300" y="221456"/>
                </a:cubicBezTo>
                <a:cubicBezTo>
                  <a:pt x="1264286" y="226446"/>
                  <a:pt x="1270365" y="233813"/>
                  <a:pt x="1278731" y="235744"/>
                </a:cubicBezTo>
                <a:cubicBezTo>
                  <a:pt x="1302049" y="241125"/>
                  <a:pt x="1326356" y="240507"/>
                  <a:pt x="1350168" y="242888"/>
                </a:cubicBezTo>
                <a:cubicBezTo>
                  <a:pt x="1388268" y="240507"/>
                  <a:pt x="1426503" y="239740"/>
                  <a:pt x="1464468" y="235744"/>
                </a:cubicBezTo>
                <a:cubicBezTo>
                  <a:pt x="1471957" y="234956"/>
                  <a:pt x="1480020" y="233304"/>
                  <a:pt x="1485900" y="228600"/>
                </a:cubicBezTo>
                <a:cubicBezTo>
                  <a:pt x="1553220" y="174744"/>
                  <a:pt x="1434054" y="240237"/>
                  <a:pt x="1528762" y="192881"/>
                </a:cubicBezTo>
                <a:cubicBezTo>
                  <a:pt x="1531143" y="185737"/>
                  <a:pt x="1530581" y="176775"/>
                  <a:pt x="1535906" y="171450"/>
                </a:cubicBezTo>
                <a:cubicBezTo>
                  <a:pt x="1541231" y="166125"/>
                  <a:pt x="1550416" y="167272"/>
                  <a:pt x="1557337" y="164306"/>
                </a:cubicBezTo>
                <a:cubicBezTo>
                  <a:pt x="1567125" y="160111"/>
                  <a:pt x="1576124" y="154214"/>
                  <a:pt x="1585912" y="150019"/>
                </a:cubicBezTo>
                <a:cubicBezTo>
                  <a:pt x="1595866" y="145753"/>
                  <a:pt x="1627147" y="136900"/>
                  <a:pt x="1635918" y="135731"/>
                </a:cubicBezTo>
                <a:cubicBezTo>
                  <a:pt x="1661989" y="132255"/>
                  <a:pt x="1688306" y="130969"/>
                  <a:pt x="1714500" y="128588"/>
                </a:cubicBezTo>
                <a:cubicBezTo>
                  <a:pt x="1751183" y="116360"/>
                  <a:pt x="1752117" y="114300"/>
                  <a:pt x="1807368" y="114300"/>
                </a:cubicBezTo>
                <a:cubicBezTo>
                  <a:pt x="1817186" y="114300"/>
                  <a:pt x="1826418" y="119063"/>
                  <a:pt x="1835943" y="121444"/>
                </a:cubicBezTo>
                <a:cubicBezTo>
                  <a:pt x="1828799" y="128588"/>
                  <a:pt x="1820116" y="134469"/>
                  <a:pt x="1814512" y="142875"/>
                </a:cubicBezTo>
                <a:cubicBezTo>
                  <a:pt x="1810335" y="149140"/>
                  <a:pt x="1812693" y="158981"/>
                  <a:pt x="1807368" y="164306"/>
                </a:cubicBezTo>
                <a:cubicBezTo>
                  <a:pt x="1802043" y="169631"/>
                  <a:pt x="1793081" y="169069"/>
                  <a:pt x="1785937" y="171450"/>
                </a:cubicBezTo>
                <a:cubicBezTo>
                  <a:pt x="1738590" y="266148"/>
                  <a:pt x="1804070" y="146997"/>
                  <a:pt x="1750218" y="214313"/>
                </a:cubicBezTo>
                <a:cubicBezTo>
                  <a:pt x="1745514" y="220193"/>
                  <a:pt x="1746041" y="228823"/>
                  <a:pt x="1743075" y="235744"/>
                </a:cubicBezTo>
                <a:cubicBezTo>
                  <a:pt x="1734108" y="256667"/>
                  <a:pt x="1727309" y="267818"/>
                  <a:pt x="1714500" y="285750"/>
                </a:cubicBezTo>
                <a:cubicBezTo>
                  <a:pt x="1707579" y="295439"/>
                  <a:pt x="1699896" y="304571"/>
                  <a:pt x="1693068" y="314325"/>
                </a:cubicBezTo>
                <a:cubicBezTo>
                  <a:pt x="1683221" y="328392"/>
                  <a:pt x="1676635" y="345046"/>
                  <a:pt x="1664493" y="357188"/>
                </a:cubicBezTo>
                <a:cubicBezTo>
                  <a:pt x="1657349" y="364332"/>
                  <a:pt x="1649264" y="370644"/>
                  <a:pt x="1643062" y="378619"/>
                </a:cubicBezTo>
                <a:cubicBezTo>
                  <a:pt x="1632520" y="392173"/>
                  <a:pt x="1626629" y="409339"/>
                  <a:pt x="1614487" y="421481"/>
                </a:cubicBezTo>
                <a:cubicBezTo>
                  <a:pt x="1586985" y="448984"/>
                  <a:pt x="1598660" y="434507"/>
                  <a:pt x="1578768" y="464344"/>
                </a:cubicBezTo>
                <a:cubicBezTo>
                  <a:pt x="1556451" y="553622"/>
                  <a:pt x="1584967" y="442651"/>
                  <a:pt x="1564481" y="514350"/>
                </a:cubicBezTo>
                <a:cubicBezTo>
                  <a:pt x="1557755" y="537890"/>
                  <a:pt x="1555104" y="554092"/>
                  <a:pt x="1550193" y="578644"/>
                </a:cubicBezTo>
                <a:cubicBezTo>
                  <a:pt x="1552574" y="592931"/>
                  <a:pt x="1555134" y="607190"/>
                  <a:pt x="1557337" y="621506"/>
                </a:cubicBezTo>
                <a:cubicBezTo>
                  <a:pt x="1559191" y="633560"/>
                  <a:pt x="1564291" y="682975"/>
                  <a:pt x="1571625" y="700088"/>
                </a:cubicBezTo>
                <a:cubicBezTo>
                  <a:pt x="1613174" y="797035"/>
                  <a:pt x="1562950" y="652636"/>
                  <a:pt x="1593056" y="742950"/>
                </a:cubicBezTo>
                <a:cubicBezTo>
                  <a:pt x="1595437" y="757238"/>
                  <a:pt x="1597058" y="771673"/>
                  <a:pt x="1600200" y="785813"/>
                </a:cubicBezTo>
                <a:cubicBezTo>
                  <a:pt x="1601833" y="793164"/>
                  <a:pt x="1605710" y="799893"/>
                  <a:pt x="1607343" y="807244"/>
                </a:cubicBezTo>
                <a:cubicBezTo>
                  <a:pt x="1624104" y="882672"/>
                  <a:pt x="1605550" y="823296"/>
                  <a:pt x="1621631" y="871538"/>
                </a:cubicBezTo>
                <a:cubicBezTo>
                  <a:pt x="1627428" y="917908"/>
                  <a:pt x="1625431" y="920558"/>
                  <a:pt x="1635918" y="957263"/>
                </a:cubicBezTo>
                <a:cubicBezTo>
                  <a:pt x="1637987" y="964503"/>
                  <a:pt x="1639694" y="971959"/>
                  <a:pt x="1643062" y="978694"/>
                </a:cubicBezTo>
                <a:cubicBezTo>
                  <a:pt x="1646902" y="986373"/>
                  <a:pt x="1652587" y="992981"/>
                  <a:pt x="1657350" y="1000125"/>
                </a:cubicBezTo>
                <a:cubicBezTo>
                  <a:pt x="1659731" y="1009650"/>
                  <a:pt x="1660625" y="1019676"/>
                  <a:pt x="1664493" y="1028700"/>
                </a:cubicBezTo>
                <a:cubicBezTo>
                  <a:pt x="1667875" y="1036592"/>
                  <a:pt x="1675766" y="1042092"/>
                  <a:pt x="1678781" y="1050131"/>
                </a:cubicBezTo>
                <a:cubicBezTo>
                  <a:pt x="1683045" y="1061500"/>
                  <a:pt x="1681662" y="1074481"/>
                  <a:pt x="1685925" y="1085850"/>
                </a:cubicBezTo>
                <a:cubicBezTo>
                  <a:pt x="1693214" y="1105288"/>
                  <a:pt x="1716843" y="1121922"/>
                  <a:pt x="1728787" y="1135856"/>
                </a:cubicBezTo>
                <a:cubicBezTo>
                  <a:pt x="1734375" y="1142375"/>
                  <a:pt x="1738312" y="1150144"/>
                  <a:pt x="1743075" y="1157288"/>
                </a:cubicBezTo>
                <a:cubicBezTo>
                  <a:pt x="1745456" y="1166813"/>
                  <a:pt x="1746350" y="1176839"/>
                  <a:pt x="1750218" y="1185863"/>
                </a:cubicBezTo>
                <a:cubicBezTo>
                  <a:pt x="1758377" y="1204900"/>
                  <a:pt x="1779775" y="1222563"/>
                  <a:pt x="1793081" y="1235869"/>
                </a:cubicBezTo>
                <a:cubicBezTo>
                  <a:pt x="1806726" y="1276802"/>
                  <a:pt x="1789875" y="1239805"/>
                  <a:pt x="1828800" y="1278731"/>
                </a:cubicBezTo>
                <a:cubicBezTo>
                  <a:pt x="1876424" y="1326356"/>
                  <a:pt x="1807369" y="1276352"/>
                  <a:pt x="1864518" y="1314450"/>
                </a:cubicBezTo>
                <a:cubicBezTo>
                  <a:pt x="1878132" y="1334870"/>
                  <a:pt x="1900699" y="1371754"/>
                  <a:pt x="1921668" y="1378744"/>
                </a:cubicBezTo>
                <a:cubicBezTo>
                  <a:pt x="1959968" y="1391511"/>
                  <a:pt x="1927091" y="1381536"/>
                  <a:pt x="1978818" y="1393031"/>
                </a:cubicBezTo>
                <a:cubicBezTo>
                  <a:pt x="1988402" y="1395161"/>
                  <a:pt x="1997953" y="1397478"/>
                  <a:pt x="2007393" y="1400175"/>
                </a:cubicBezTo>
                <a:cubicBezTo>
                  <a:pt x="2014634" y="1402244"/>
                  <a:pt x="2021441" y="1405842"/>
                  <a:pt x="2028825" y="1407319"/>
                </a:cubicBezTo>
                <a:cubicBezTo>
                  <a:pt x="2045336" y="1410621"/>
                  <a:pt x="2062320" y="1411161"/>
                  <a:pt x="2078831" y="1414463"/>
                </a:cubicBezTo>
                <a:cubicBezTo>
                  <a:pt x="2098086" y="1418314"/>
                  <a:pt x="2116496" y="1426314"/>
                  <a:pt x="2135981" y="1428750"/>
                </a:cubicBezTo>
                <a:cubicBezTo>
                  <a:pt x="2185477" y="1434937"/>
                  <a:pt x="2186767" y="1433686"/>
                  <a:pt x="2228850" y="1443038"/>
                </a:cubicBezTo>
                <a:cubicBezTo>
                  <a:pt x="2238434" y="1445168"/>
                  <a:pt x="2248021" y="1447360"/>
                  <a:pt x="2257425" y="1450181"/>
                </a:cubicBezTo>
                <a:cubicBezTo>
                  <a:pt x="2271850" y="1454509"/>
                  <a:pt x="2285236" y="1463950"/>
                  <a:pt x="2300287" y="1464469"/>
                </a:cubicBezTo>
                <a:lnTo>
                  <a:pt x="2507456" y="1471613"/>
                </a:lnTo>
                <a:cubicBezTo>
                  <a:pt x="2519362" y="1473994"/>
                  <a:pt x="2531058" y="1477974"/>
                  <a:pt x="2543175" y="1478756"/>
                </a:cubicBezTo>
                <a:cubicBezTo>
                  <a:pt x="2724166" y="1490432"/>
                  <a:pt x="2711281" y="1486740"/>
                  <a:pt x="2878931" y="1478756"/>
                </a:cubicBezTo>
                <a:cubicBezTo>
                  <a:pt x="2890837" y="1476375"/>
                  <a:pt x="2902870" y="1474558"/>
                  <a:pt x="2914650" y="1471613"/>
                </a:cubicBezTo>
                <a:cubicBezTo>
                  <a:pt x="2941454" y="1464912"/>
                  <a:pt x="2936035" y="1462447"/>
                  <a:pt x="2964656" y="1450181"/>
                </a:cubicBezTo>
                <a:cubicBezTo>
                  <a:pt x="2971577" y="1447215"/>
                  <a:pt x="2979036" y="1445682"/>
                  <a:pt x="2986087" y="1443038"/>
                </a:cubicBezTo>
                <a:cubicBezTo>
                  <a:pt x="3054452" y="1417401"/>
                  <a:pt x="2994576" y="1437827"/>
                  <a:pt x="3043237" y="1421606"/>
                </a:cubicBezTo>
                <a:cubicBezTo>
                  <a:pt x="3052762" y="1414462"/>
                  <a:pt x="3062772" y="1407923"/>
                  <a:pt x="3071812" y="1400175"/>
                </a:cubicBezTo>
                <a:cubicBezTo>
                  <a:pt x="3079483" y="1393600"/>
                  <a:pt x="3085161" y="1384806"/>
                  <a:pt x="3093243" y="1378744"/>
                </a:cubicBezTo>
                <a:cubicBezTo>
                  <a:pt x="3104351" y="1370413"/>
                  <a:pt x="3118362" y="1366282"/>
                  <a:pt x="3128962" y="1357313"/>
                </a:cubicBezTo>
                <a:cubicBezTo>
                  <a:pt x="3149528" y="1339911"/>
                  <a:pt x="3186112" y="1300163"/>
                  <a:pt x="3186112" y="1300163"/>
                </a:cubicBezTo>
                <a:cubicBezTo>
                  <a:pt x="3193904" y="1276787"/>
                  <a:pt x="3196283" y="1264485"/>
                  <a:pt x="3214687" y="1243013"/>
                </a:cubicBezTo>
                <a:cubicBezTo>
                  <a:pt x="3220275" y="1236494"/>
                  <a:pt x="3228974" y="1233488"/>
                  <a:pt x="3236118" y="1228725"/>
                </a:cubicBezTo>
                <a:cubicBezTo>
                  <a:pt x="3244229" y="1216559"/>
                  <a:pt x="3262979" y="1187577"/>
                  <a:pt x="3271837" y="1178719"/>
                </a:cubicBezTo>
                <a:cubicBezTo>
                  <a:pt x="3277908" y="1172648"/>
                  <a:pt x="3286124" y="1169194"/>
                  <a:pt x="3293268" y="1164431"/>
                </a:cubicBezTo>
                <a:cubicBezTo>
                  <a:pt x="3295649" y="1157287"/>
                  <a:pt x="3295087" y="1148325"/>
                  <a:pt x="3300412" y="1143000"/>
                </a:cubicBezTo>
                <a:cubicBezTo>
                  <a:pt x="3305737" y="1137675"/>
                  <a:pt x="3315578" y="1140033"/>
                  <a:pt x="3321843" y="1135856"/>
                </a:cubicBezTo>
                <a:cubicBezTo>
                  <a:pt x="3330249" y="1130252"/>
                  <a:pt x="3336131" y="1121569"/>
                  <a:pt x="3343275" y="1114425"/>
                </a:cubicBezTo>
                <a:cubicBezTo>
                  <a:pt x="3348037" y="1104900"/>
                  <a:pt x="3352278" y="1095096"/>
                  <a:pt x="3357562" y="1085850"/>
                </a:cubicBezTo>
                <a:cubicBezTo>
                  <a:pt x="3380239" y="1046166"/>
                  <a:pt x="3366322" y="1082617"/>
                  <a:pt x="3393281" y="1028700"/>
                </a:cubicBezTo>
                <a:cubicBezTo>
                  <a:pt x="3396649" y="1021965"/>
                  <a:pt x="3397057" y="1014004"/>
                  <a:pt x="3400425" y="1007269"/>
                </a:cubicBezTo>
                <a:cubicBezTo>
                  <a:pt x="3419121" y="969877"/>
                  <a:pt x="3428836" y="972530"/>
                  <a:pt x="3436143" y="928688"/>
                </a:cubicBezTo>
                <a:lnTo>
                  <a:pt x="3450431" y="842963"/>
                </a:lnTo>
                <a:cubicBezTo>
                  <a:pt x="3454809" y="790430"/>
                  <a:pt x="3456938" y="750658"/>
                  <a:pt x="3464718" y="700088"/>
                </a:cubicBezTo>
                <a:cubicBezTo>
                  <a:pt x="3466564" y="688087"/>
                  <a:pt x="3469481" y="676275"/>
                  <a:pt x="3471862" y="664369"/>
                </a:cubicBezTo>
                <a:cubicBezTo>
                  <a:pt x="3474243" y="607219"/>
                  <a:pt x="3479006" y="550119"/>
                  <a:pt x="3479006" y="492919"/>
                </a:cubicBezTo>
                <a:cubicBezTo>
                  <a:pt x="3479006" y="486018"/>
                  <a:pt x="3476816" y="350328"/>
                  <a:pt x="3457575" y="321469"/>
                </a:cubicBezTo>
                <a:lnTo>
                  <a:pt x="3443287" y="300038"/>
                </a:lnTo>
                <a:cubicBezTo>
                  <a:pt x="3429083" y="243222"/>
                  <a:pt x="3447094" y="299557"/>
                  <a:pt x="3414712" y="242888"/>
                </a:cubicBezTo>
                <a:cubicBezTo>
                  <a:pt x="3410976" y="236350"/>
                  <a:pt x="3412893" y="226781"/>
                  <a:pt x="3407568" y="221456"/>
                </a:cubicBezTo>
                <a:cubicBezTo>
                  <a:pt x="3395426" y="209314"/>
                  <a:pt x="3364706" y="192881"/>
                  <a:pt x="3364706" y="192881"/>
                </a:cubicBezTo>
                <a:cubicBezTo>
                  <a:pt x="3352006" y="173832"/>
                  <a:pt x="3348026" y="164827"/>
                  <a:pt x="3328987" y="150019"/>
                </a:cubicBezTo>
                <a:cubicBezTo>
                  <a:pt x="3315433" y="139477"/>
                  <a:pt x="3296428" y="135181"/>
                  <a:pt x="3286125" y="121444"/>
                </a:cubicBezTo>
                <a:cubicBezTo>
                  <a:pt x="3278981" y="111919"/>
                  <a:pt x="3271521" y="102623"/>
                  <a:pt x="3264693" y="92869"/>
                </a:cubicBezTo>
                <a:cubicBezTo>
                  <a:pt x="3254846" y="78802"/>
                  <a:pt x="3236118" y="50006"/>
                  <a:pt x="3236118" y="50006"/>
                </a:cubicBezTo>
                <a:cubicBezTo>
                  <a:pt x="3240881" y="38100"/>
                  <a:pt x="3238763" y="19662"/>
                  <a:pt x="3250406" y="14288"/>
                </a:cubicBezTo>
                <a:cubicBezTo>
                  <a:pt x="3274287" y="3266"/>
                  <a:pt x="3302950" y="10864"/>
                  <a:pt x="3328987" y="7144"/>
                </a:cubicBezTo>
                <a:cubicBezTo>
                  <a:pt x="3336441" y="6079"/>
                  <a:pt x="3343274" y="2381"/>
                  <a:pt x="3350418" y="0"/>
                </a:cubicBezTo>
                <a:cubicBezTo>
                  <a:pt x="3419059" y="13729"/>
                  <a:pt x="3355561" y="-2229"/>
                  <a:pt x="3414712" y="21431"/>
                </a:cubicBezTo>
                <a:cubicBezTo>
                  <a:pt x="3428695" y="27024"/>
                  <a:pt x="3443287" y="30956"/>
                  <a:pt x="3457575" y="35719"/>
                </a:cubicBezTo>
                <a:cubicBezTo>
                  <a:pt x="3464719" y="38100"/>
                  <a:pt x="3471701" y="41037"/>
                  <a:pt x="3479006" y="42863"/>
                </a:cubicBezTo>
                <a:cubicBezTo>
                  <a:pt x="3519361" y="52951"/>
                  <a:pt x="3497954" y="48080"/>
                  <a:pt x="3543300" y="57150"/>
                </a:cubicBezTo>
                <a:cubicBezTo>
                  <a:pt x="3555206" y="61913"/>
                  <a:pt x="3566762" y="67667"/>
                  <a:pt x="3579018" y="71438"/>
                </a:cubicBezTo>
                <a:cubicBezTo>
                  <a:pt x="3597786" y="77213"/>
                  <a:pt x="3636168" y="85725"/>
                  <a:pt x="3636168" y="85725"/>
                </a:cubicBezTo>
                <a:cubicBezTo>
                  <a:pt x="3643312" y="90488"/>
                  <a:pt x="3650145" y="95753"/>
                  <a:pt x="3657600" y="100013"/>
                </a:cubicBezTo>
                <a:cubicBezTo>
                  <a:pt x="3666846" y="105296"/>
                  <a:pt x="3678645" y="106770"/>
                  <a:pt x="3686175" y="114300"/>
                </a:cubicBezTo>
                <a:cubicBezTo>
                  <a:pt x="3693705" y="121830"/>
                  <a:pt x="3693645" y="134694"/>
                  <a:pt x="3700462" y="142875"/>
                </a:cubicBezTo>
                <a:cubicBezTo>
                  <a:pt x="3711625" y="156272"/>
                  <a:pt x="3745192" y="165930"/>
                  <a:pt x="3757612" y="171450"/>
                </a:cubicBezTo>
                <a:cubicBezTo>
                  <a:pt x="3810578" y="194991"/>
                  <a:pt x="3763599" y="178210"/>
                  <a:pt x="3807618" y="192881"/>
                </a:cubicBezTo>
                <a:cubicBezTo>
                  <a:pt x="3814762" y="197644"/>
                  <a:pt x="3820905" y="204454"/>
                  <a:pt x="3829050" y="207169"/>
                </a:cubicBezTo>
                <a:cubicBezTo>
                  <a:pt x="3842791" y="211750"/>
                  <a:pt x="3857428" y="214313"/>
                  <a:pt x="3871912" y="214313"/>
                </a:cubicBezTo>
                <a:cubicBezTo>
                  <a:pt x="3964811" y="214313"/>
                  <a:pt x="4057649" y="209550"/>
                  <a:pt x="4150518" y="207169"/>
                </a:cubicBezTo>
                <a:cubicBezTo>
                  <a:pt x="4220583" y="183814"/>
                  <a:pt x="4121612" y="221678"/>
                  <a:pt x="4186237" y="178594"/>
                </a:cubicBezTo>
                <a:cubicBezTo>
                  <a:pt x="4194406" y="173148"/>
                  <a:pt x="4205372" y="174147"/>
                  <a:pt x="4214812" y="171450"/>
                </a:cubicBezTo>
                <a:cubicBezTo>
                  <a:pt x="4222052" y="169381"/>
                  <a:pt x="4229099" y="166687"/>
                  <a:pt x="4236243" y="164306"/>
                </a:cubicBezTo>
                <a:cubicBezTo>
                  <a:pt x="4262054" y="165824"/>
                  <a:pt x="4349323" y="154956"/>
                  <a:pt x="4386262" y="185738"/>
                </a:cubicBezTo>
                <a:cubicBezTo>
                  <a:pt x="4481502" y="265104"/>
                  <a:pt x="4317218" y="151616"/>
                  <a:pt x="4421981" y="221456"/>
                </a:cubicBezTo>
                <a:cubicBezTo>
                  <a:pt x="4454733" y="270584"/>
                  <a:pt x="4445126" y="248029"/>
                  <a:pt x="4457700" y="285750"/>
                </a:cubicBezTo>
                <a:cubicBezTo>
                  <a:pt x="4474198" y="417748"/>
                  <a:pt x="4455469" y="298260"/>
                  <a:pt x="4471987" y="364331"/>
                </a:cubicBezTo>
                <a:cubicBezTo>
                  <a:pt x="4474248" y="373376"/>
                  <a:pt x="4481691" y="417624"/>
                  <a:pt x="4486275" y="428625"/>
                </a:cubicBezTo>
                <a:cubicBezTo>
                  <a:pt x="4494467" y="448285"/>
                  <a:pt x="4514850" y="485775"/>
                  <a:pt x="4514850" y="485775"/>
                </a:cubicBezTo>
                <a:cubicBezTo>
                  <a:pt x="4517231" y="497681"/>
                  <a:pt x="4519359" y="509641"/>
                  <a:pt x="4521993" y="521494"/>
                </a:cubicBezTo>
                <a:cubicBezTo>
                  <a:pt x="4524123" y="531078"/>
                  <a:pt x="4528525" y="540270"/>
                  <a:pt x="4529137" y="550069"/>
                </a:cubicBezTo>
                <a:cubicBezTo>
                  <a:pt x="4543392" y="778146"/>
                  <a:pt x="4514410" y="684484"/>
                  <a:pt x="4543425" y="771525"/>
                </a:cubicBezTo>
                <a:cubicBezTo>
                  <a:pt x="4561580" y="898623"/>
                  <a:pt x="4540872" y="765911"/>
                  <a:pt x="4557712" y="850106"/>
                </a:cubicBezTo>
                <a:cubicBezTo>
                  <a:pt x="4560553" y="864309"/>
                  <a:pt x="4561821" y="878806"/>
                  <a:pt x="4564856" y="892969"/>
                </a:cubicBezTo>
                <a:cubicBezTo>
                  <a:pt x="4575866" y="944350"/>
                  <a:pt x="4586628" y="967134"/>
                  <a:pt x="4593431" y="1021556"/>
                </a:cubicBezTo>
                <a:lnTo>
                  <a:pt x="4600575" y="1078706"/>
                </a:lnTo>
                <a:cubicBezTo>
                  <a:pt x="4602956" y="1159669"/>
                  <a:pt x="4603570" y="1240703"/>
                  <a:pt x="4607718" y="1321594"/>
                </a:cubicBezTo>
                <a:cubicBezTo>
                  <a:pt x="4608340" y="1333720"/>
                  <a:pt x="4609432" y="1346453"/>
                  <a:pt x="4614862" y="1357313"/>
                </a:cubicBezTo>
                <a:cubicBezTo>
                  <a:pt x="4619380" y="1366349"/>
                  <a:pt x="4629149" y="1371600"/>
                  <a:pt x="4636293" y="1378744"/>
                </a:cubicBezTo>
                <a:cubicBezTo>
                  <a:pt x="4638674" y="1393031"/>
                  <a:pt x="4641234" y="1407290"/>
                  <a:pt x="4643437" y="1421606"/>
                </a:cubicBezTo>
                <a:cubicBezTo>
                  <a:pt x="4645997" y="1438248"/>
                  <a:pt x="4647279" y="1455102"/>
                  <a:pt x="4650581" y="1471613"/>
                </a:cubicBezTo>
                <a:cubicBezTo>
                  <a:pt x="4652058" y="1478997"/>
                  <a:pt x="4655344" y="1485900"/>
                  <a:pt x="4657725" y="1493044"/>
                </a:cubicBezTo>
                <a:cubicBezTo>
                  <a:pt x="4660106" y="1524000"/>
                  <a:pt x="4662057" y="1554993"/>
                  <a:pt x="4664868" y="1585913"/>
                </a:cubicBezTo>
                <a:cubicBezTo>
                  <a:pt x="4666820" y="1607387"/>
                  <a:pt x="4670144" y="1628724"/>
                  <a:pt x="4672012" y="1650206"/>
                </a:cubicBezTo>
                <a:cubicBezTo>
                  <a:pt x="4682470" y="1770470"/>
                  <a:pt x="4670281" y="1714722"/>
                  <a:pt x="4686300" y="1778794"/>
                </a:cubicBezTo>
                <a:cubicBezTo>
                  <a:pt x="4690338" y="1827253"/>
                  <a:pt x="4693033" y="1873827"/>
                  <a:pt x="4700587" y="1921669"/>
                </a:cubicBezTo>
                <a:cubicBezTo>
                  <a:pt x="4704739" y="1947966"/>
                  <a:pt x="4710498" y="1973989"/>
                  <a:pt x="4714875" y="2000250"/>
                </a:cubicBezTo>
                <a:cubicBezTo>
                  <a:pt x="4717643" y="2016859"/>
                  <a:pt x="4717180" y="2034128"/>
                  <a:pt x="4722018" y="2050256"/>
                </a:cubicBezTo>
                <a:cubicBezTo>
                  <a:pt x="4724485" y="2058480"/>
                  <a:pt x="4732046" y="2064233"/>
                  <a:pt x="4736306" y="2071688"/>
                </a:cubicBezTo>
                <a:cubicBezTo>
                  <a:pt x="4772555" y="2135125"/>
                  <a:pt x="4730075" y="2069487"/>
                  <a:pt x="4764881" y="2121694"/>
                </a:cubicBezTo>
                <a:cubicBezTo>
                  <a:pt x="4769643" y="2135981"/>
                  <a:pt x="4775515" y="2149946"/>
                  <a:pt x="4779168" y="2164556"/>
                </a:cubicBezTo>
                <a:cubicBezTo>
                  <a:pt x="4807226" y="2276788"/>
                  <a:pt x="4769717" y="2152911"/>
                  <a:pt x="4793456" y="2235994"/>
                </a:cubicBezTo>
                <a:cubicBezTo>
                  <a:pt x="4795525" y="2243234"/>
                  <a:pt x="4798531" y="2250185"/>
                  <a:pt x="4800600" y="2257425"/>
                </a:cubicBezTo>
                <a:cubicBezTo>
                  <a:pt x="4803297" y="2266865"/>
                  <a:pt x="4805046" y="2276560"/>
                  <a:pt x="4807743" y="2286000"/>
                </a:cubicBezTo>
                <a:cubicBezTo>
                  <a:pt x="4809812" y="2293240"/>
                  <a:pt x="4812818" y="2300191"/>
                  <a:pt x="4814887" y="2307431"/>
                </a:cubicBezTo>
                <a:cubicBezTo>
                  <a:pt x="4822693" y="2334752"/>
                  <a:pt x="4833036" y="2387752"/>
                  <a:pt x="4836318" y="2407444"/>
                </a:cubicBezTo>
                <a:cubicBezTo>
                  <a:pt x="4852018" y="2501638"/>
                  <a:pt x="4834537" y="2469065"/>
                  <a:pt x="4864893" y="2514600"/>
                </a:cubicBezTo>
                <a:cubicBezTo>
                  <a:pt x="4867274" y="2524125"/>
                  <a:pt x="4869980" y="2533575"/>
                  <a:pt x="4872037" y="2543175"/>
                </a:cubicBezTo>
                <a:cubicBezTo>
                  <a:pt x="4877125" y="2566920"/>
                  <a:pt x="4878646" y="2591575"/>
                  <a:pt x="4886325" y="2614613"/>
                </a:cubicBezTo>
                <a:cubicBezTo>
                  <a:pt x="4891087" y="2628900"/>
                  <a:pt x="4889963" y="2646826"/>
                  <a:pt x="4900612" y="2657475"/>
                </a:cubicBezTo>
                <a:lnTo>
                  <a:pt x="4922043" y="2678906"/>
                </a:lnTo>
                <a:cubicBezTo>
                  <a:pt x="4924424" y="2695575"/>
                  <a:pt x="4926175" y="2712346"/>
                  <a:pt x="4929187" y="2728913"/>
                </a:cubicBezTo>
                <a:cubicBezTo>
                  <a:pt x="4930943" y="2738573"/>
                  <a:pt x="4935578" y="2747699"/>
                  <a:pt x="4936331" y="2757488"/>
                </a:cubicBezTo>
                <a:cubicBezTo>
                  <a:pt x="4940353" y="2809775"/>
                  <a:pt x="4942284" y="2883694"/>
                  <a:pt x="4943475" y="2914650"/>
                </a:cubicBezTo>
                <a:cubicBezTo>
                  <a:pt x="4944666" y="2945606"/>
                  <a:pt x="4941094" y="2930128"/>
                  <a:pt x="4943475" y="2943225"/>
                </a:cubicBezTo>
                <a:cubicBezTo>
                  <a:pt x="4945856" y="2956322"/>
                  <a:pt x="4948237" y="2980135"/>
                  <a:pt x="4957762" y="2993232"/>
                </a:cubicBezTo>
                <a:cubicBezTo>
                  <a:pt x="4967287" y="3006329"/>
                  <a:pt x="4982766" y="3013472"/>
                  <a:pt x="5000625" y="3021806"/>
                </a:cubicBezTo>
                <a:cubicBezTo>
                  <a:pt x="5018484" y="3030140"/>
                  <a:pt x="5064918" y="3043238"/>
                  <a:pt x="5064918" y="3043238"/>
                </a:cubicBezTo>
                <a:cubicBezTo>
                  <a:pt x="5074443" y="3050382"/>
                  <a:pt x="5085744" y="3055629"/>
                  <a:pt x="5093493" y="3064669"/>
                </a:cubicBezTo>
                <a:cubicBezTo>
                  <a:pt x="5107031" y="3080463"/>
                  <a:pt x="5107325" y="3096941"/>
                  <a:pt x="5114925" y="3114675"/>
                </a:cubicBezTo>
                <a:cubicBezTo>
                  <a:pt x="5119120" y="3124463"/>
                  <a:pt x="5124450" y="3133725"/>
                  <a:pt x="5129212" y="3143250"/>
                </a:cubicBezTo>
                <a:cubicBezTo>
                  <a:pt x="5133291" y="3163647"/>
                  <a:pt x="5137446" y="3187364"/>
                  <a:pt x="5143500" y="3207544"/>
                </a:cubicBezTo>
                <a:cubicBezTo>
                  <a:pt x="5147827" y="3221969"/>
                  <a:pt x="5154134" y="3235796"/>
                  <a:pt x="5157787" y="3250406"/>
                </a:cubicBezTo>
                <a:lnTo>
                  <a:pt x="5172075" y="3307556"/>
                </a:lnTo>
                <a:cubicBezTo>
                  <a:pt x="5174456" y="3333750"/>
                  <a:pt x="5175116" y="3360158"/>
                  <a:pt x="5179218" y="3386138"/>
                </a:cubicBezTo>
                <a:cubicBezTo>
                  <a:pt x="5184052" y="3416754"/>
                  <a:pt x="5191622" y="3437636"/>
                  <a:pt x="5200650" y="3464719"/>
                </a:cubicBezTo>
                <a:lnTo>
                  <a:pt x="5207793" y="3521869"/>
                </a:lnTo>
              </a:path>
            </a:pathLst>
          </a:custGeom>
          <a:no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B2CEC32-0CDA-497A-8A8B-FFBEC25C585D}"/>
              </a:ext>
            </a:extLst>
          </p:cNvPr>
          <p:cNvSpPr/>
          <p:nvPr/>
        </p:nvSpPr>
        <p:spPr>
          <a:xfrm>
            <a:off x="8292701" y="2345530"/>
            <a:ext cx="83345" cy="10953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A377BB15-5BC0-4E61-B0C4-41D79824C928}"/>
              </a:ext>
            </a:extLst>
          </p:cNvPr>
          <p:cNvSpPr/>
          <p:nvPr/>
        </p:nvSpPr>
        <p:spPr>
          <a:xfrm>
            <a:off x="4495800" y="2290761"/>
            <a:ext cx="83345" cy="10953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570B7D02-E009-4087-B742-BD58A330DBFA}"/>
              </a:ext>
            </a:extLst>
          </p:cNvPr>
          <p:cNvSpPr/>
          <p:nvPr/>
        </p:nvSpPr>
        <p:spPr>
          <a:xfrm rot="589166">
            <a:off x="4432712" y="2857239"/>
            <a:ext cx="199601" cy="31262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AB7D247-0AAF-4EAB-8477-BDDB657FA185}"/>
              </a:ext>
            </a:extLst>
          </p:cNvPr>
          <p:cNvSpPr/>
          <p:nvPr/>
        </p:nvSpPr>
        <p:spPr>
          <a:xfrm rot="21160738">
            <a:off x="8296909" y="2759292"/>
            <a:ext cx="159986" cy="305636"/>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3241746-EC81-4519-A6E1-6E2734C21932}"/>
              </a:ext>
            </a:extLst>
          </p:cNvPr>
          <p:cNvSpPr/>
          <p:nvPr/>
        </p:nvSpPr>
        <p:spPr>
          <a:xfrm rot="20501162">
            <a:off x="8594313" y="4058161"/>
            <a:ext cx="168788" cy="33854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6E3ABA7-5813-41C6-931A-C7AFA0B90B9D}"/>
              </a:ext>
            </a:extLst>
          </p:cNvPr>
          <p:cNvSpPr/>
          <p:nvPr/>
        </p:nvSpPr>
        <p:spPr>
          <a:xfrm rot="20238734">
            <a:off x="8767620" y="4515755"/>
            <a:ext cx="171518" cy="357964"/>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22CDE42-CD0A-4499-9C52-71A5AF44E65C}"/>
              </a:ext>
            </a:extLst>
          </p:cNvPr>
          <p:cNvSpPr/>
          <p:nvPr/>
        </p:nvSpPr>
        <p:spPr>
          <a:xfrm rot="1350933">
            <a:off x="4225042" y="4117715"/>
            <a:ext cx="142474" cy="35255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7927707-8ADE-4199-92CB-A6D6F7BC1CC0}"/>
              </a:ext>
            </a:extLst>
          </p:cNvPr>
          <p:cNvSpPr/>
          <p:nvPr/>
        </p:nvSpPr>
        <p:spPr>
          <a:xfrm rot="1350933">
            <a:off x="3989809" y="4554616"/>
            <a:ext cx="142825" cy="333265"/>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539E20B9-44FA-48E1-B907-8F8CB73954F1}"/>
              </a:ext>
            </a:extLst>
          </p:cNvPr>
          <p:cNvSpPr/>
          <p:nvPr/>
        </p:nvSpPr>
        <p:spPr>
          <a:xfrm>
            <a:off x="5536406" y="1026223"/>
            <a:ext cx="1693069" cy="1882430"/>
          </a:xfrm>
          <a:custGeom>
            <a:avLst/>
            <a:gdLst>
              <a:gd name="connsiteX0" fmla="*/ 792957 w 1693069"/>
              <a:gd name="connsiteY0" fmla="*/ 2477 h 1882430"/>
              <a:gd name="connsiteX1" fmla="*/ 800100 w 1693069"/>
              <a:gd name="connsiteY1" fmla="*/ 52483 h 1882430"/>
              <a:gd name="connsiteX2" fmla="*/ 785813 w 1693069"/>
              <a:gd name="connsiteY2" fmla="*/ 252508 h 1882430"/>
              <a:gd name="connsiteX3" fmla="*/ 778669 w 1693069"/>
              <a:gd name="connsiteY3" fmla="*/ 273940 h 1882430"/>
              <a:gd name="connsiteX4" fmla="*/ 764382 w 1693069"/>
              <a:gd name="connsiteY4" fmla="*/ 545402 h 1882430"/>
              <a:gd name="connsiteX5" fmla="*/ 742950 w 1693069"/>
              <a:gd name="connsiteY5" fmla="*/ 631127 h 1882430"/>
              <a:gd name="connsiteX6" fmla="*/ 728663 w 1693069"/>
              <a:gd name="connsiteY6" fmla="*/ 659702 h 1882430"/>
              <a:gd name="connsiteX7" fmla="*/ 707232 w 1693069"/>
              <a:gd name="connsiteY7" fmla="*/ 673990 h 1882430"/>
              <a:gd name="connsiteX8" fmla="*/ 692944 w 1693069"/>
              <a:gd name="connsiteY8" fmla="*/ 702565 h 1882430"/>
              <a:gd name="connsiteX9" fmla="*/ 635794 w 1693069"/>
              <a:gd name="connsiteY9" fmla="*/ 731140 h 1882430"/>
              <a:gd name="connsiteX10" fmla="*/ 614363 w 1693069"/>
              <a:gd name="connsiteY10" fmla="*/ 745427 h 1882430"/>
              <a:gd name="connsiteX11" fmla="*/ 471488 w 1693069"/>
              <a:gd name="connsiteY11" fmla="*/ 731140 h 1882430"/>
              <a:gd name="connsiteX12" fmla="*/ 442913 w 1693069"/>
              <a:gd name="connsiteY12" fmla="*/ 723996 h 1882430"/>
              <a:gd name="connsiteX13" fmla="*/ 392907 w 1693069"/>
              <a:gd name="connsiteY13" fmla="*/ 716852 h 1882430"/>
              <a:gd name="connsiteX14" fmla="*/ 357188 w 1693069"/>
              <a:gd name="connsiteY14" fmla="*/ 709708 h 1882430"/>
              <a:gd name="connsiteX15" fmla="*/ 207169 w 1693069"/>
              <a:gd name="connsiteY15" fmla="*/ 716852 h 1882430"/>
              <a:gd name="connsiteX16" fmla="*/ 178594 w 1693069"/>
              <a:gd name="connsiteY16" fmla="*/ 731140 h 1882430"/>
              <a:gd name="connsiteX17" fmla="*/ 128588 w 1693069"/>
              <a:gd name="connsiteY17" fmla="*/ 781146 h 1882430"/>
              <a:gd name="connsiteX18" fmla="*/ 85725 w 1693069"/>
              <a:gd name="connsiteY18" fmla="*/ 816865 h 1882430"/>
              <a:gd name="connsiteX19" fmla="*/ 64294 w 1693069"/>
              <a:gd name="connsiteY19" fmla="*/ 874015 h 1882430"/>
              <a:gd name="connsiteX20" fmla="*/ 50007 w 1693069"/>
              <a:gd name="connsiteY20" fmla="*/ 902590 h 1882430"/>
              <a:gd name="connsiteX21" fmla="*/ 42863 w 1693069"/>
              <a:gd name="connsiteY21" fmla="*/ 931165 h 1882430"/>
              <a:gd name="connsiteX22" fmla="*/ 28575 w 1693069"/>
              <a:gd name="connsiteY22" fmla="*/ 966883 h 1882430"/>
              <a:gd name="connsiteX23" fmla="*/ 21432 w 1693069"/>
              <a:gd name="connsiteY23" fmla="*/ 1024033 h 1882430"/>
              <a:gd name="connsiteX24" fmla="*/ 7144 w 1693069"/>
              <a:gd name="connsiteY24" fmla="*/ 1066896 h 1882430"/>
              <a:gd name="connsiteX25" fmla="*/ 0 w 1693069"/>
              <a:gd name="connsiteY25" fmla="*/ 1109758 h 1882430"/>
              <a:gd name="connsiteX26" fmla="*/ 7144 w 1693069"/>
              <a:gd name="connsiteY26" fmla="*/ 1216915 h 1882430"/>
              <a:gd name="connsiteX27" fmla="*/ 21432 w 1693069"/>
              <a:gd name="connsiteY27" fmla="*/ 1259777 h 1882430"/>
              <a:gd name="connsiteX28" fmla="*/ 28575 w 1693069"/>
              <a:gd name="connsiteY28" fmla="*/ 1295496 h 1882430"/>
              <a:gd name="connsiteX29" fmla="*/ 42863 w 1693069"/>
              <a:gd name="connsiteY29" fmla="*/ 1316927 h 1882430"/>
              <a:gd name="connsiteX30" fmla="*/ 57150 w 1693069"/>
              <a:gd name="connsiteY30" fmla="*/ 1359790 h 1882430"/>
              <a:gd name="connsiteX31" fmla="*/ 64294 w 1693069"/>
              <a:gd name="connsiteY31" fmla="*/ 1381221 h 1882430"/>
              <a:gd name="connsiteX32" fmla="*/ 71438 w 1693069"/>
              <a:gd name="connsiteY32" fmla="*/ 1402652 h 1882430"/>
              <a:gd name="connsiteX33" fmla="*/ 92869 w 1693069"/>
              <a:gd name="connsiteY33" fmla="*/ 1459802 h 1882430"/>
              <a:gd name="connsiteX34" fmla="*/ 107157 w 1693069"/>
              <a:gd name="connsiteY34" fmla="*/ 1488377 h 1882430"/>
              <a:gd name="connsiteX35" fmla="*/ 135732 w 1693069"/>
              <a:gd name="connsiteY35" fmla="*/ 1552671 h 1882430"/>
              <a:gd name="connsiteX36" fmla="*/ 157163 w 1693069"/>
              <a:gd name="connsiteY36" fmla="*/ 1581246 h 1882430"/>
              <a:gd name="connsiteX37" fmla="*/ 200025 w 1693069"/>
              <a:gd name="connsiteY37" fmla="*/ 1652683 h 1882430"/>
              <a:gd name="connsiteX38" fmla="*/ 214313 w 1693069"/>
              <a:gd name="connsiteY38" fmla="*/ 1681258 h 1882430"/>
              <a:gd name="connsiteX39" fmla="*/ 235744 w 1693069"/>
              <a:gd name="connsiteY39" fmla="*/ 1695546 h 1882430"/>
              <a:gd name="connsiteX40" fmla="*/ 285750 w 1693069"/>
              <a:gd name="connsiteY40" fmla="*/ 1759840 h 1882430"/>
              <a:gd name="connsiteX41" fmla="*/ 342900 w 1693069"/>
              <a:gd name="connsiteY41" fmla="*/ 1781271 h 1882430"/>
              <a:gd name="connsiteX42" fmla="*/ 421482 w 1693069"/>
              <a:gd name="connsiteY42" fmla="*/ 1809846 h 1882430"/>
              <a:gd name="connsiteX43" fmla="*/ 457200 w 1693069"/>
              <a:gd name="connsiteY43" fmla="*/ 1816990 h 1882430"/>
              <a:gd name="connsiteX44" fmla="*/ 478632 w 1693069"/>
              <a:gd name="connsiteY44" fmla="*/ 1824133 h 1882430"/>
              <a:gd name="connsiteX45" fmla="*/ 507207 w 1693069"/>
              <a:gd name="connsiteY45" fmla="*/ 1838421 h 1882430"/>
              <a:gd name="connsiteX46" fmla="*/ 564357 w 1693069"/>
              <a:gd name="connsiteY46" fmla="*/ 1845565 h 1882430"/>
              <a:gd name="connsiteX47" fmla="*/ 607219 w 1693069"/>
              <a:gd name="connsiteY47" fmla="*/ 1852708 h 1882430"/>
              <a:gd name="connsiteX48" fmla="*/ 792957 w 1693069"/>
              <a:gd name="connsiteY48" fmla="*/ 1866996 h 1882430"/>
              <a:gd name="connsiteX49" fmla="*/ 1135857 w 1693069"/>
              <a:gd name="connsiteY49" fmla="*/ 1859852 h 1882430"/>
              <a:gd name="connsiteX50" fmla="*/ 1178719 w 1693069"/>
              <a:gd name="connsiteY50" fmla="*/ 1845565 h 1882430"/>
              <a:gd name="connsiteX51" fmla="*/ 1200150 w 1693069"/>
              <a:gd name="connsiteY51" fmla="*/ 1824133 h 1882430"/>
              <a:gd name="connsiteX52" fmla="*/ 1221582 w 1693069"/>
              <a:gd name="connsiteY52" fmla="*/ 1816990 h 1882430"/>
              <a:gd name="connsiteX53" fmla="*/ 1250157 w 1693069"/>
              <a:gd name="connsiteY53" fmla="*/ 1802702 h 1882430"/>
              <a:gd name="connsiteX54" fmla="*/ 1300163 w 1693069"/>
              <a:gd name="connsiteY54" fmla="*/ 1788415 h 1882430"/>
              <a:gd name="connsiteX55" fmla="*/ 1328738 w 1693069"/>
              <a:gd name="connsiteY55" fmla="*/ 1774127 h 1882430"/>
              <a:gd name="connsiteX56" fmla="*/ 1350169 w 1693069"/>
              <a:gd name="connsiteY56" fmla="*/ 1752696 h 1882430"/>
              <a:gd name="connsiteX57" fmla="*/ 1371600 w 1693069"/>
              <a:gd name="connsiteY57" fmla="*/ 1738408 h 1882430"/>
              <a:gd name="connsiteX58" fmla="*/ 1414463 w 1693069"/>
              <a:gd name="connsiteY58" fmla="*/ 1702690 h 1882430"/>
              <a:gd name="connsiteX59" fmla="*/ 1435894 w 1693069"/>
              <a:gd name="connsiteY59" fmla="*/ 1674115 h 1882430"/>
              <a:gd name="connsiteX60" fmla="*/ 1457325 w 1693069"/>
              <a:gd name="connsiteY60" fmla="*/ 1659827 h 1882430"/>
              <a:gd name="connsiteX61" fmla="*/ 1500188 w 1693069"/>
              <a:gd name="connsiteY61" fmla="*/ 1602677 h 1882430"/>
              <a:gd name="connsiteX62" fmla="*/ 1528763 w 1693069"/>
              <a:gd name="connsiteY62" fmla="*/ 1581246 h 1882430"/>
              <a:gd name="connsiteX63" fmla="*/ 1550194 w 1693069"/>
              <a:gd name="connsiteY63" fmla="*/ 1552671 h 1882430"/>
              <a:gd name="connsiteX64" fmla="*/ 1578769 w 1693069"/>
              <a:gd name="connsiteY64" fmla="*/ 1524096 h 1882430"/>
              <a:gd name="connsiteX65" fmla="*/ 1607344 w 1693069"/>
              <a:gd name="connsiteY65" fmla="*/ 1474090 h 1882430"/>
              <a:gd name="connsiteX66" fmla="*/ 1621632 w 1693069"/>
              <a:gd name="connsiteY66" fmla="*/ 1431227 h 1882430"/>
              <a:gd name="connsiteX67" fmla="*/ 1650207 w 1693069"/>
              <a:gd name="connsiteY67" fmla="*/ 1381221 h 1882430"/>
              <a:gd name="connsiteX68" fmla="*/ 1657350 w 1693069"/>
              <a:gd name="connsiteY68" fmla="*/ 1345502 h 1882430"/>
              <a:gd name="connsiteX69" fmla="*/ 1671638 w 1693069"/>
              <a:gd name="connsiteY69" fmla="*/ 1288352 h 1882430"/>
              <a:gd name="connsiteX70" fmla="*/ 1678782 w 1693069"/>
              <a:gd name="connsiteY70" fmla="*/ 1231202 h 1882430"/>
              <a:gd name="connsiteX71" fmla="*/ 1693069 w 1693069"/>
              <a:gd name="connsiteY71" fmla="*/ 1138333 h 1882430"/>
              <a:gd name="connsiteX72" fmla="*/ 1685925 w 1693069"/>
              <a:gd name="connsiteY72" fmla="*/ 874015 h 1882430"/>
              <a:gd name="connsiteX73" fmla="*/ 1671638 w 1693069"/>
              <a:gd name="connsiteY73" fmla="*/ 788290 h 1882430"/>
              <a:gd name="connsiteX74" fmla="*/ 1664494 w 1693069"/>
              <a:gd name="connsiteY74" fmla="*/ 766858 h 1882430"/>
              <a:gd name="connsiteX75" fmla="*/ 1593057 w 1693069"/>
              <a:gd name="connsiteY75" fmla="*/ 723996 h 1882430"/>
              <a:gd name="connsiteX76" fmla="*/ 1571625 w 1693069"/>
              <a:gd name="connsiteY76" fmla="*/ 716852 h 1882430"/>
              <a:gd name="connsiteX77" fmla="*/ 1550194 w 1693069"/>
              <a:gd name="connsiteY77" fmla="*/ 702565 h 1882430"/>
              <a:gd name="connsiteX78" fmla="*/ 1507332 w 1693069"/>
              <a:gd name="connsiteY78" fmla="*/ 695421 h 1882430"/>
              <a:gd name="connsiteX79" fmla="*/ 1478757 w 1693069"/>
              <a:gd name="connsiteY79" fmla="*/ 688277 h 1882430"/>
              <a:gd name="connsiteX80" fmla="*/ 1185863 w 1693069"/>
              <a:gd name="connsiteY80" fmla="*/ 695421 h 1882430"/>
              <a:gd name="connsiteX81" fmla="*/ 1143000 w 1693069"/>
              <a:gd name="connsiteY81" fmla="*/ 709708 h 1882430"/>
              <a:gd name="connsiteX82" fmla="*/ 1121569 w 1693069"/>
              <a:gd name="connsiteY82" fmla="*/ 716852 h 1882430"/>
              <a:gd name="connsiteX83" fmla="*/ 1100138 w 1693069"/>
              <a:gd name="connsiteY83" fmla="*/ 723996 h 1882430"/>
              <a:gd name="connsiteX84" fmla="*/ 1035844 w 1693069"/>
              <a:gd name="connsiteY84" fmla="*/ 738283 h 1882430"/>
              <a:gd name="connsiteX85" fmla="*/ 985838 w 1693069"/>
              <a:gd name="connsiteY85" fmla="*/ 716852 h 1882430"/>
              <a:gd name="connsiteX86" fmla="*/ 957263 w 1693069"/>
              <a:gd name="connsiteY86" fmla="*/ 666846 h 1882430"/>
              <a:gd name="connsiteX87" fmla="*/ 942975 w 1693069"/>
              <a:gd name="connsiteY87" fmla="*/ 609696 h 1882430"/>
              <a:gd name="connsiteX88" fmla="*/ 928688 w 1693069"/>
              <a:gd name="connsiteY88" fmla="*/ 588265 h 1882430"/>
              <a:gd name="connsiteX89" fmla="*/ 921544 w 1693069"/>
              <a:gd name="connsiteY89" fmla="*/ 545402 h 1882430"/>
              <a:gd name="connsiteX90" fmla="*/ 914400 w 1693069"/>
              <a:gd name="connsiteY90" fmla="*/ 523971 h 1882430"/>
              <a:gd name="connsiteX91" fmla="*/ 907257 w 1693069"/>
              <a:gd name="connsiteY91" fmla="*/ 402527 h 1882430"/>
              <a:gd name="connsiteX92" fmla="*/ 900113 w 1693069"/>
              <a:gd name="connsiteY92" fmla="*/ 366808 h 1882430"/>
              <a:gd name="connsiteX93" fmla="*/ 892969 w 1693069"/>
              <a:gd name="connsiteY93" fmla="*/ 316802 h 1882430"/>
              <a:gd name="connsiteX94" fmla="*/ 871538 w 1693069"/>
              <a:gd name="connsiteY94" fmla="*/ 52483 h 1882430"/>
              <a:gd name="connsiteX95" fmla="*/ 864394 w 1693069"/>
              <a:gd name="connsiteY95" fmla="*/ 23908 h 1882430"/>
              <a:gd name="connsiteX96" fmla="*/ 792957 w 1693069"/>
              <a:gd name="connsiteY96" fmla="*/ 2477 h 1882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693069" h="1882430">
                <a:moveTo>
                  <a:pt x="792957" y="2477"/>
                </a:moveTo>
                <a:cubicBezTo>
                  <a:pt x="782241" y="7239"/>
                  <a:pt x="800100" y="35645"/>
                  <a:pt x="800100" y="52483"/>
                </a:cubicBezTo>
                <a:cubicBezTo>
                  <a:pt x="800100" y="146098"/>
                  <a:pt x="805534" y="183485"/>
                  <a:pt x="785813" y="252508"/>
                </a:cubicBezTo>
                <a:cubicBezTo>
                  <a:pt x="783744" y="259749"/>
                  <a:pt x="781050" y="266796"/>
                  <a:pt x="778669" y="273940"/>
                </a:cubicBezTo>
                <a:cubicBezTo>
                  <a:pt x="760378" y="456840"/>
                  <a:pt x="784947" y="195791"/>
                  <a:pt x="764382" y="545402"/>
                </a:cubicBezTo>
                <a:cubicBezTo>
                  <a:pt x="763026" y="568447"/>
                  <a:pt x="753226" y="610574"/>
                  <a:pt x="742950" y="631127"/>
                </a:cubicBezTo>
                <a:cubicBezTo>
                  <a:pt x="738188" y="640652"/>
                  <a:pt x="735480" y="651521"/>
                  <a:pt x="728663" y="659702"/>
                </a:cubicBezTo>
                <a:cubicBezTo>
                  <a:pt x="723167" y="666298"/>
                  <a:pt x="714376" y="669227"/>
                  <a:pt x="707232" y="673990"/>
                </a:cubicBezTo>
                <a:cubicBezTo>
                  <a:pt x="702469" y="683515"/>
                  <a:pt x="699762" y="694384"/>
                  <a:pt x="692944" y="702565"/>
                </a:cubicBezTo>
                <a:cubicBezTo>
                  <a:pt x="681123" y="716750"/>
                  <a:pt x="649194" y="724440"/>
                  <a:pt x="635794" y="731140"/>
                </a:cubicBezTo>
                <a:cubicBezTo>
                  <a:pt x="628115" y="734980"/>
                  <a:pt x="621507" y="740665"/>
                  <a:pt x="614363" y="745427"/>
                </a:cubicBezTo>
                <a:cubicBezTo>
                  <a:pt x="573451" y="742018"/>
                  <a:pt x="514277" y="738271"/>
                  <a:pt x="471488" y="731140"/>
                </a:cubicBezTo>
                <a:cubicBezTo>
                  <a:pt x="461803" y="729526"/>
                  <a:pt x="452573" y="725752"/>
                  <a:pt x="442913" y="723996"/>
                </a:cubicBezTo>
                <a:cubicBezTo>
                  <a:pt x="426347" y="720984"/>
                  <a:pt x="409516" y="719620"/>
                  <a:pt x="392907" y="716852"/>
                </a:cubicBezTo>
                <a:cubicBezTo>
                  <a:pt x="380930" y="714856"/>
                  <a:pt x="369094" y="712089"/>
                  <a:pt x="357188" y="709708"/>
                </a:cubicBezTo>
                <a:cubicBezTo>
                  <a:pt x="307182" y="712089"/>
                  <a:pt x="256875" y="710887"/>
                  <a:pt x="207169" y="716852"/>
                </a:cubicBezTo>
                <a:cubicBezTo>
                  <a:pt x="196596" y="718121"/>
                  <a:pt x="187840" y="725856"/>
                  <a:pt x="178594" y="731140"/>
                </a:cubicBezTo>
                <a:cubicBezTo>
                  <a:pt x="146578" y="749435"/>
                  <a:pt x="158793" y="746625"/>
                  <a:pt x="128588" y="781146"/>
                </a:cubicBezTo>
                <a:cubicBezTo>
                  <a:pt x="109337" y="803148"/>
                  <a:pt x="108551" y="801648"/>
                  <a:pt x="85725" y="816865"/>
                </a:cubicBezTo>
                <a:cubicBezTo>
                  <a:pt x="56381" y="860882"/>
                  <a:pt x="84891" y="812223"/>
                  <a:pt x="64294" y="874015"/>
                </a:cubicBezTo>
                <a:cubicBezTo>
                  <a:pt x="60926" y="884118"/>
                  <a:pt x="53746" y="892619"/>
                  <a:pt x="50007" y="902590"/>
                </a:cubicBezTo>
                <a:cubicBezTo>
                  <a:pt x="46560" y="911783"/>
                  <a:pt x="45968" y="921851"/>
                  <a:pt x="42863" y="931165"/>
                </a:cubicBezTo>
                <a:cubicBezTo>
                  <a:pt x="38808" y="943330"/>
                  <a:pt x="33338" y="954977"/>
                  <a:pt x="28575" y="966883"/>
                </a:cubicBezTo>
                <a:cubicBezTo>
                  <a:pt x="26194" y="985933"/>
                  <a:pt x="25455" y="1005261"/>
                  <a:pt x="21432" y="1024033"/>
                </a:cubicBezTo>
                <a:cubicBezTo>
                  <a:pt x="18276" y="1038759"/>
                  <a:pt x="9620" y="1052040"/>
                  <a:pt x="7144" y="1066896"/>
                </a:cubicBezTo>
                <a:lnTo>
                  <a:pt x="0" y="1109758"/>
                </a:lnTo>
                <a:cubicBezTo>
                  <a:pt x="2381" y="1145477"/>
                  <a:pt x="2081" y="1181477"/>
                  <a:pt x="7144" y="1216915"/>
                </a:cubicBezTo>
                <a:cubicBezTo>
                  <a:pt x="9274" y="1231824"/>
                  <a:pt x="17469" y="1245247"/>
                  <a:pt x="21432" y="1259777"/>
                </a:cubicBezTo>
                <a:cubicBezTo>
                  <a:pt x="24627" y="1271491"/>
                  <a:pt x="24312" y="1284127"/>
                  <a:pt x="28575" y="1295496"/>
                </a:cubicBezTo>
                <a:cubicBezTo>
                  <a:pt x="31590" y="1303535"/>
                  <a:pt x="39376" y="1309081"/>
                  <a:pt x="42863" y="1316927"/>
                </a:cubicBezTo>
                <a:cubicBezTo>
                  <a:pt x="48980" y="1330689"/>
                  <a:pt x="52388" y="1345502"/>
                  <a:pt x="57150" y="1359790"/>
                </a:cubicBezTo>
                <a:lnTo>
                  <a:pt x="64294" y="1381221"/>
                </a:lnTo>
                <a:cubicBezTo>
                  <a:pt x="66675" y="1388365"/>
                  <a:pt x="68071" y="1395917"/>
                  <a:pt x="71438" y="1402652"/>
                </a:cubicBezTo>
                <a:cubicBezTo>
                  <a:pt x="111221" y="1482220"/>
                  <a:pt x="63684" y="1381979"/>
                  <a:pt x="92869" y="1459802"/>
                </a:cubicBezTo>
                <a:cubicBezTo>
                  <a:pt x="96608" y="1469773"/>
                  <a:pt x="102832" y="1478645"/>
                  <a:pt x="107157" y="1488377"/>
                </a:cubicBezTo>
                <a:cubicBezTo>
                  <a:pt x="117583" y="1511835"/>
                  <a:pt x="122200" y="1531020"/>
                  <a:pt x="135732" y="1552671"/>
                </a:cubicBezTo>
                <a:cubicBezTo>
                  <a:pt x="142042" y="1562767"/>
                  <a:pt x="150725" y="1571231"/>
                  <a:pt x="157163" y="1581246"/>
                </a:cubicBezTo>
                <a:cubicBezTo>
                  <a:pt x="172180" y="1604605"/>
                  <a:pt x="187606" y="1627845"/>
                  <a:pt x="200025" y="1652683"/>
                </a:cubicBezTo>
                <a:cubicBezTo>
                  <a:pt x="204788" y="1662208"/>
                  <a:pt x="207495" y="1673077"/>
                  <a:pt x="214313" y="1681258"/>
                </a:cubicBezTo>
                <a:cubicBezTo>
                  <a:pt x="219809" y="1687854"/>
                  <a:pt x="228600" y="1690783"/>
                  <a:pt x="235744" y="1695546"/>
                </a:cubicBezTo>
                <a:cubicBezTo>
                  <a:pt x="245465" y="1710127"/>
                  <a:pt x="266568" y="1747851"/>
                  <a:pt x="285750" y="1759840"/>
                </a:cubicBezTo>
                <a:cubicBezTo>
                  <a:pt x="299549" y="1768465"/>
                  <a:pt x="326281" y="1775039"/>
                  <a:pt x="342900" y="1781271"/>
                </a:cubicBezTo>
                <a:cubicBezTo>
                  <a:pt x="376979" y="1794051"/>
                  <a:pt x="384802" y="1799842"/>
                  <a:pt x="421482" y="1809846"/>
                </a:cubicBezTo>
                <a:cubicBezTo>
                  <a:pt x="433196" y="1813041"/>
                  <a:pt x="445421" y="1814045"/>
                  <a:pt x="457200" y="1816990"/>
                </a:cubicBezTo>
                <a:cubicBezTo>
                  <a:pt x="464506" y="1818816"/>
                  <a:pt x="471711" y="1821167"/>
                  <a:pt x="478632" y="1824133"/>
                </a:cubicBezTo>
                <a:cubicBezTo>
                  <a:pt x="488420" y="1828328"/>
                  <a:pt x="496876" y="1835838"/>
                  <a:pt x="507207" y="1838421"/>
                </a:cubicBezTo>
                <a:cubicBezTo>
                  <a:pt x="525832" y="1843077"/>
                  <a:pt x="545352" y="1842850"/>
                  <a:pt x="564357" y="1845565"/>
                </a:cubicBezTo>
                <a:cubicBezTo>
                  <a:pt x="578696" y="1847613"/>
                  <a:pt x="592798" y="1851356"/>
                  <a:pt x="607219" y="1852708"/>
                </a:cubicBezTo>
                <a:cubicBezTo>
                  <a:pt x="669043" y="1858504"/>
                  <a:pt x="731044" y="1862233"/>
                  <a:pt x="792957" y="1866996"/>
                </a:cubicBezTo>
                <a:cubicBezTo>
                  <a:pt x="924473" y="1893301"/>
                  <a:pt x="856363" y="1882668"/>
                  <a:pt x="1135857" y="1859852"/>
                </a:cubicBezTo>
                <a:cubicBezTo>
                  <a:pt x="1150867" y="1858627"/>
                  <a:pt x="1178719" y="1845565"/>
                  <a:pt x="1178719" y="1845565"/>
                </a:cubicBezTo>
                <a:cubicBezTo>
                  <a:pt x="1185863" y="1838421"/>
                  <a:pt x="1191744" y="1829737"/>
                  <a:pt x="1200150" y="1824133"/>
                </a:cubicBezTo>
                <a:cubicBezTo>
                  <a:pt x="1206416" y="1819956"/>
                  <a:pt x="1214661" y="1819956"/>
                  <a:pt x="1221582" y="1816990"/>
                </a:cubicBezTo>
                <a:cubicBezTo>
                  <a:pt x="1231370" y="1812795"/>
                  <a:pt x="1240369" y="1806897"/>
                  <a:pt x="1250157" y="1802702"/>
                </a:cubicBezTo>
                <a:cubicBezTo>
                  <a:pt x="1264508" y="1796551"/>
                  <a:pt x="1285657" y="1792041"/>
                  <a:pt x="1300163" y="1788415"/>
                </a:cubicBezTo>
                <a:cubicBezTo>
                  <a:pt x="1309688" y="1783652"/>
                  <a:pt x="1320072" y="1780317"/>
                  <a:pt x="1328738" y="1774127"/>
                </a:cubicBezTo>
                <a:cubicBezTo>
                  <a:pt x="1336959" y="1768255"/>
                  <a:pt x="1342408" y="1759164"/>
                  <a:pt x="1350169" y="1752696"/>
                </a:cubicBezTo>
                <a:cubicBezTo>
                  <a:pt x="1356765" y="1747199"/>
                  <a:pt x="1364456" y="1743171"/>
                  <a:pt x="1371600" y="1738408"/>
                </a:cubicBezTo>
                <a:cubicBezTo>
                  <a:pt x="1408036" y="1683756"/>
                  <a:pt x="1358065" y="1751031"/>
                  <a:pt x="1414463" y="1702690"/>
                </a:cubicBezTo>
                <a:cubicBezTo>
                  <a:pt x="1423503" y="1694942"/>
                  <a:pt x="1427475" y="1682534"/>
                  <a:pt x="1435894" y="1674115"/>
                </a:cubicBezTo>
                <a:cubicBezTo>
                  <a:pt x="1441965" y="1668044"/>
                  <a:pt x="1450729" y="1665323"/>
                  <a:pt x="1457325" y="1659827"/>
                </a:cubicBezTo>
                <a:cubicBezTo>
                  <a:pt x="1504543" y="1620479"/>
                  <a:pt x="1451614" y="1658190"/>
                  <a:pt x="1500188" y="1602677"/>
                </a:cubicBezTo>
                <a:cubicBezTo>
                  <a:pt x="1508028" y="1593717"/>
                  <a:pt x="1520344" y="1589665"/>
                  <a:pt x="1528763" y="1581246"/>
                </a:cubicBezTo>
                <a:cubicBezTo>
                  <a:pt x="1537182" y="1572827"/>
                  <a:pt x="1542354" y="1561631"/>
                  <a:pt x="1550194" y="1552671"/>
                </a:cubicBezTo>
                <a:cubicBezTo>
                  <a:pt x="1559064" y="1542533"/>
                  <a:pt x="1569244" y="1533621"/>
                  <a:pt x="1578769" y="1524096"/>
                </a:cubicBezTo>
                <a:cubicBezTo>
                  <a:pt x="1600621" y="1458544"/>
                  <a:pt x="1564094" y="1560591"/>
                  <a:pt x="1607344" y="1474090"/>
                </a:cubicBezTo>
                <a:cubicBezTo>
                  <a:pt x="1614079" y="1460619"/>
                  <a:pt x="1613278" y="1443758"/>
                  <a:pt x="1621632" y="1431227"/>
                </a:cubicBezTo>
                <a:cubicBezTo>
                  <a:pt x="1641826" y="1400935"/>
                  <a:pt x="1632079" y="1417475"/>
                  <a:pt x="1650207" y="1381221"/>
                </a:cubicBezTo>
                <a:cubicBezTo>
                  <a:pt x="1652588" y="1369315"/>
                  <a:pt x="1654620" y="1357333"/>
                  <a:pt x="1657350" y="1345502"/>
                </a:cubicBezTo>
                <a:cubicBezTo>
                  <a:pt x="1661765" y="1326369"/>
                  <a:pt x="1668019" y="1307652"/>
                  <a:pt x="1671638" y="1288352"/>
                </a:cubicBezTo>
                <a:cubicBezTo>
                  <a:pt x="1675176" y="1269483"/>
                  <a:pt x="1676245" y="1250232"/>
                  <a:pt x="1678782" y="1231202"/>
                </a:cubicBezTo>
                <a:cubicBezTo>
                  <a:pt x="1684913" y="1185217"/>
                  <a:pt x="1685789" y="1182010"/>
                  <a:pt x="1693069" y="1138333"/>
                </a:cubicBezTo>
                <a:cubicBezTo>
                  <a:pt x="1690688" y="1050227"/>
                  <a:pt x="1689838" y="962066"/>
                  <a:pt x="1685925" y="874015"/>
                </a:cubicBezTo>
                <a:cubicBezTo>
                  <a:pt x="1684552" y="843113"/>
                  <a:pt x="1679865" y="817084"/>
                  <a:pt x="1671638" y="788290"/>
                </a:cubicBezTo>
                <a:cubicBezTo>
                  <a:pt x="1669569" y="781049"/>
                  <a:pt x="1669819" y="772183"/>
                  <a:pt x="1664494" y="766858"/>
                </a:cubicBezTo>
                <a:cubicBezTo>
                  <a:pt x="1651796" y="754160"/>
                  <a:pt x="1612788" y="732452"/>
                  <a:pt x="1593057" y="723996"/>
                </a:cubicBezTo>
                <a:cubicBezTo>
                  <a:pt x="1586135" y="721030"/>
                  <a:pt x="1578360" y="720220"/>
                  <a:pt x="1571625" y="716852"/>
                </a:cubicBezTo>
                <a:cubicBezTo>
                  <a:pt x="1563946" y="713012"/>
                  <a:pt x="1558339" y="705280"/>
                  <a:pt x="1550194" y="702565"/>
                </a:cubicBezTo>
                <a:cubicBezTo>
                  <a:pt x="1536453" y="697985"/>
                  <a:pt x="1521535" y="698262"/>
                  <a:pt x="1507332" y="695421"/>
                </a:cubicBezTo>
                <a:cubicBezTo>
                  <a:pt x="1497705" y="693495"/>
                  <a:pt x="1488282" y="690658"/>
                  <a:pt x="1478757" y="688277"/>
                </a:cubicBezTo>
                <a:cubicBezTo>
                  <a:pt x="1381126" y="690658"/>
                  <a:pt x="1283325" y="689200"/>
                  <a:pt x="1185863" y="695421"/>
                </a:cubicBezTo>
                <a:cubicBezTo>
                  <a:pt x="1170833" y="696380"/>
                  <a:pt x="1157288" y="704946"/>
                  <a:pt x="1143000" y="709708"/>
                </a:cubicBezTo>
                <a:lnTo>
                  <a:pt x="1121569" y="716852"/>
                </a:lnTo>
                <a:cubicBezTo>
                  <a:pt x="1114425" y="719233"/>
                  <a:pt x="1107443" y="722170"/>
                  <a:pt x="1100138" y="723996"/>
                </a:cubicBezTo>
                <a:cubicBezTo>
                  <a:pt x="1059783" y="734085"/>
                  <a:pt x="1081191" y="729215"/>
                  <a:pt x="1035844" y="738283"/>
                </a:cubicBezTo>
                <a:cubicBezTo>
                  <a:pt x="1013981" y="732818"/>
                  <a:pt x="1002284" y="733298"/>
                  <a:pt x="985838" y="716852"/>
                </a:cubicBezTo>
                <a:cubicBezTo>
                  <a:pt x="977997" y="709011"/>
                  <a:pt x="960066" y="675254"/>
                  <a:pt x="957263" y="666846"/>
                </a:cubicBezTo>
                <a:cubicBezTo>
                  <a:pt x="951053" y="648217"/>
                  <a:pt x="953867" y="626035"/>
                  <a:pt x="942975" y="609696"/>
                </a:cubicBezTo>
                <a:lnTo>
                  <a:pt x="928688" y="588265"/>
                </a:lnTo>
                <a:cubicBezTo>
                  <a:pt x="926307" y="573977"/>
                  <a:pt x="924686" y="559542"/>
                  <a:pt x="921544" y="545402"/>
                </a:cubicBezTo>
                <a:cubicBezTo>
                  <a:pt x="919910" y="538051"/>
                  <a:pt x="915149" y="531464"/>
                  <a:pt x="914400" y="523971"/>
                </a:cubicBezTo>
                <a:cubicBezTo>
                  <a:pt x="910365" y="483621"/>
                  <a:pt x="910928" y="442912"/>
                  <a:pt x="907257" y="402527"/>
                </a:cubicBezTo>
                <a:cubicBezTo>
                  <a:pt x="906158" y="390435"/>
                  <a:pt x="902109" y="378785"/>
                  <a:pt x="900113" y="366808"/>
                </a:cubicBezTo>
                <a:cubicBezTo>
                  <a:pt x="897345" y="350199"/>
                  <a:pt x="895350" y="333471"/>
                  <a:pt x="892969" y="316802"/>
                </a:cubicBezTo>
                <a:cubicBezTo>
                  <a:pt x="889385" y="227203"/>
                  <a:pt x="893325" y="139630"/>
                  <a:pt x="871538" y="52483"/>
                </a:cubicBezTo>
                <a:cubicBezTo>
                  <a:pt x="869157" y="42958"/>
                  <a:pt x="871937" y="30193"/>
                  <a:pt x="864394" y="23908"/>
                </a:cubicBezTo>
                <a:cubicBezTo>
                  <a:pt x="832605" y="-2582"/>
                  <a:pt x="803673" y="-2285"/>
                  <a:pt x="792957" y="2477"/>
                </a:cubicBezTo>
                <a:close/>
              </a:path>
            </a:pathLst>
          </a:cu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738D2D83-B278-4C18-9253-21A9862F4D87}"/>
              </a:ext>
            </a:extLst>
          </p:cNvPr>
          <p:cNvSpPr txBox="1"/>
          <p:nvPr/>
        </p:nvSpPr>
        <p:spPr>
          <a:xfrm>
            <a:off x="577196" y="4414653"/>
            <a:ext cx="2595582" cy="369332"/>
          </a:xfrm>
          <a:prstGeom prst="rect">
            <a:avLst/>
          </a:prstGeom>
          <a:noFill/>
        </p:spPr>
        <p:txBody>
          <a:bodyPr wrap="none" rtlCol="0">
            <a:spAutoFit/>
          </a:bodyPr>
          <a:lstStyle/>
          <a:p>
            <a:r>
              <a:rPr lang="en-US" dirty="0">
                <a:solidFill>
                  <a:srgbClr val="FFC000"/>
                </a:solidFill>
              </a:rPr>
              <a:t>Meningeal layer of dura</a:t>
            </a:r>
          </a:p>
        </p:txBody>
      </p:sp>
      <p:sp>
        <p:nvSpPr>
          <p:cNvPr id="29" name="TextBox 28">
            <a:extLst>
              <a:ext uri="{FF2B5EF4-FFF2-40B4-BE49-F238E27FC236}">
                <a16:creationId xmlns:a16="http://schemas.microsoft.com/office/drawing/2014/main" id="{6C3619DF-CF58-4B90-A3EC-FF210B853681}"/>
              </a:ext>
            </a:extLst>
          </p:cNvPr>
          <p:cNvSpPr txBox="1"/>
          <p:nvPr/>
        </p:nvSpPr>
        <p:spPr>
          <a:xfrm>
            <a:off x="5483698" y="4461298"/>
            <a:ext cx="2416046" cy="369332"/>
          </a:xfrm>
          <a:prstGeom prst="rect">
            <a:avLst/>
          </a:prstGeom>
          <a:noFill/>
        </p:spPr>
        <p:txBody>
          <a:bodyPr wrap="none" rtlCol="0">
            <a:spAutoFit/>
          </a:bodyPr>
          <a:lstStyle/>
          <a:p>
            <a:r>
              <a:rPr lang="en-US" dirty="0" err="1">
                <a:solidFill>
                  <a:srgbClr val="00B050"/>
                </a:solidFill>
              </a:rPr>
              <a:t>Periostic</a:t>
            </a:r>
            <a:r>
              <a:rPr lang="en-US" dirty="0">
                <a:solidFill>
                  <a:srgbClr val="00B050"/>
                </a:solidFill>
              </a:rPr>
              <a:t> layer of dura</a:t>
            </a:r>
          </a:p>
        </p:txBody>
      </p:sp>
      <p:cxnSp>
        <p:nvCxnSpPr>
          <p:cNvPr id="31" name="Straight Arrow Connector 30">
            <a:extLst>
              <a:ext uri="{FF2B5EF4-FFF2-40B4-BE49-F238E27FC236}">
                <a16:creationId xmlns:a16="http://schemas.microsoft.com/office/drawing/2014/main" id="{D74DE84C-4712-40E7-91AD-EE7DCDCC1194}"/>
              </a:ext>
            </a:extLst>
          </p:cNvPr>
          <p:cNvCxnSpPr>
            <a:endCxn id="24" idx="178"/>
          </p:cNvCxnSpPr>
          <p:nvPr/>
        </p:nvCxnSpPr>
        <p:spPr>
          <a:xfrm flipH="1" flipV="1">
            <a:off x="4964906" y="3671888"/>
            <a:ext cx="673894" cy="74276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98056E4E-6B7E-4DDB-A265-8A727D18D88F}"/>
              </a:ext>
            </a:extLst>
          </p:cNvPr>
          <p:cNvCxnSpPr>
            <a:cxnSpLocks/>
            <a:stCxn id="28" idx="3"/>
          </p:cNvCxnSpPr>
          <p:nvPr/>
        </p:nvCxnSpPr>
        <p:spPr>
          <a:xfrm flipV="1">
            <a:off x="3172778" y="4408953"/>
            <a:ext cx="928844" cy="190366"/>
          </a:xfrm>
          <a:prstGeom prst="straightConnector1">
            <a:avLst/>
          </a:prstGeom>
          <a:ln w="19050">
            <a:solidFill>
              <a:srgbClr val="FFCC00"/>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9BA97A1-4236-4EDA-9AC7-29776F8692FA}"/>
              </a:ext>
            </a:extLst>
          </p:cNvPr>
          <p:cNvSpPr txBox="1"/>
          <p:nvPr/>
        </p:nvSpPr>
        <p:spPr>
          <a:xfrm>
            <a:off x="5886650" y="2025649"/>
            <a:ext cx="992579" cy="369332"/>
          </a:xfrm>
          <a:prstGeom prst="rect">
            <a:avLst/>
          </a:prstGeom>
          <a:noFill/>
        </p:spPr>
        <p:txBody>
          <a:bodyPr wrap="none" rtlCol="0">
            <a:spAutoFit/>
          </a:bodyPr>
          <a:lstStyle/>
          <a:p>
            <a:r>
              <a:rPr lang="en-US" dirty="0"/>
              <a:t>pituitary</a:t>
            </a:r>
          </a:p>
        </p:txBody>
      </p:sp>
      <p:sp>
        <p:nvSpPr>
          <p:cNvPr id="39" name="TextBox 38">
            <a:extLst>
              <a:ext uri="{FF2B5EF4-FFF2-40B4-BE49-F238E27FC236}">
                <a16:creationId xmlns:a16="http://schemas.microsoft.com/office/drawing/2014/main" id="{88AB235D-899A-40F7-B26D-DE124391A16A}"/>
              </a:ext>
            </a:extLst>
          </p:cNvPr>
          <p:cNvSpPr txBox="1"/>
          <p:nvPr/>
        </p:nvSpPr>
        <p:spPr>
          <a:xfrm>
            <a:off x="7461645" y="2245658"/>
            <a:ext cx="569387" cy="369332"/>
          </a:xfrm>
          <a:prstGeom prst="rect">
            <a:avLst/>
          </a:prstGeom>
          <a:noFill/>
        </p:spPr>
        <p:txBody>
          <a:bodyPr wrap="none" rtlCol="0">
            <a:spAutoFit/>
          </a:bodyPr>
          <a:lstStyle/>
          <a:p>
            <a:r>
              <a:rPr lang="en-US" dirty="0"/>
              <a:t>ICA</a:t>
            </a:r>
          </a:p>
        </p:txBody>
      </p:sp>
      <p:cxnSp>
        <p:nvCxnSpPr>
          <p:cNvPr id="40" name="Straight Arrow Connector 39">
            <a:extLst>
              <a:ext uri="{FF2B5EF4-FFF2-40B4-BE49-F238E27FC236}">
                <a16:creationId xmlns:a16="http://schemas.microsoft.com/office/drawing/2014/main" id="{1CE1982D-F523-4ABE-B67E-6FA421226689}"/>
              </a:ext>
            </a:extLst>
          </p:cNvPr>
          <p:cNvCxnSpPr/>
          <p:nvPr/>
        </p:nvCxnSpPr>
        <p:spPr>
          <a:xfrm flipH="1" flipV="1">
            <a:off x="5146751" y="3003364"/>
            <a:ext cx="673894" cy="742765"/>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829E3133-F67D-437E-9B92-05D548009B4C}"/>
              </a:ext>
            </a:extLst>
          </p:cNvPr>
          <p:cNvSpPr txBox="1"/>
          <p:nvPr/>
        </p:nvSpPr>
        <p:spPr>
          <a:xfrm>
            <a:off x="5672003" y="3755384"/>
            <a:ext cx="1633845" cy="369332"/>
          </a:xfrm>
          <a:prstGeom prst="rect">
            <a:avLst/>
          </a:prstGeom>
          <a:noFill/>
        </p:spPr>
        <p:txBody>
          <a:bodyPr wrap="none" rtlCol="0">
            <a:spAutoFit/>
          </a:bodyPr>
          <a:lstStyle/>
          <a:p>
            <a:r>
              <a:rPr lang="en-US" dirty="0">
                <a:solidFill>
                  <a:srgbClr val="00B0F0"/>
                </a:solidFill>
              </a:rPr>
              <a:t>Venous space</a:t>
            </a:r>
          </a:p>
        </p:txBody>
      </p:sp>
      <p:sp>
        <p:nvSpPr>
          <p:cNvPr id="42" name="TextBox 41">
            <a:extLst>
              <a:ext uri="{FF2B5EF4-FFF2-40B4-BE49-F238E27FC236}">
                <a16:creationId xmlns:a16="http://schemas.microsoft.com/office/drawing/2014/main" id="{30AE25B2-213F-43AE-B901-F55CA9CD809D}"/>
              </a:ext>
            </a:extLst>
          </p:cNvPr>
          <p:cNvSpPr txBox="1"/>
          <p:nvPr/>
        </p:nvSpPr>
        <p:spPr>
          <a:xfrm>
            <a:off x="8101491" y="1803627"/>
            <a:ext cx="271228" cy="215444"/>
          </a:xfrm>
          <a:prstGeom prst="rect">
            <a:avLst/>
          </a:prstGeom>
          <a:noFill/>
        </p:spPr>
        <p:txBody>
          <a:bodyPr wrap="none" rtlCol="0">
            <a:spAutoFit/>
          </a:bodyPr>
          <a:lstStyle/>
          <a:p>
            <a:r>
              <a:rPr lang="en-US" sz="800" dirty="0"/>
              <a:t>III</a:t>
            </a:r>
          </a:p>
        </p:txBody>
      </p:sp>
      <p:sp>
        <p:nvSpPr>
          <p:cNvPr id="43" name="TextBox 42">
            <a:extLst>
              <a:ext uri="{FF2B5EF4-FFF2-40B4-BE49-F238E27FC236}">
                <a16:creationId xmlns:a16="http://schemas.microsoft.com/office/drawing/2014/main" id="{C8C74FEB-14AE-48D5-8A16-7A7B89A3EB62}"/>
              </a:ext>
            </a:extLst>
          </p:cNvPr>
          <p:cNvSpPr txBox="1"/>
          <p:nvPr/>
        </p:nvSpPr>
        <p:spPr>
          <a:xfrm>
            <a:off x="8205972" y="2318704"/>
            <a:ext cx="256802" cy="184666"/>
          </a:xfrm>
          <a:prstGeom prst="rect">
            <a:avLst/>
          </a:prstGeom>
          <a:noFill/>
        </p:spPr>
        <p:txBody>
          <a:bodyPr wrap="none" rtlCol="0">
            <a:spAutoFit/>
          </a:bodyPr>
          <a:lstStyle/>
          <a:p>
            <a:r>
              <a:rPr lang="en-US" sz="600" dirty="0"/>
              <a:t>IV</a:t>
            </a:r>
          </a:p>
        </p:txBody>
      </p:sp>
      <p:sp>
        <p:nvSpPr>
          <p:cNvPr id="44" name="TextBox 43">
            <a:extLst>
              <a:ext uri="{FF2B5EF4-FFF2-40B4-BE49-F238E27FC236}">
                <a16:creationId xmlns:a16="http://schemas.microsoft.com/office/drawing/2014/main" id="{F8564FB4-23C1-4B05-BA64-6CF1E01807F5}"/>
              </a:ext>
            </a:extLst>
          </p:cNvPr>
          <p:cNvSpPr txBox="1"/>
          <p:nvPr/>
        </p:nvSpPr>
        <p:spPr>
          <a:xfrm>
            <a:off x="8221466" y="2800931"/>
            <a:ext cx="311304" cy="215444"/>
          </a:xfrm>
          <a:prstGeom prst="rect">
            <a:avLst/>
          </a:prstGeom>
          <a:noFill/>
        </p:spPr>
        <p:txBody>
          <a:bodyPr wrap="none" rtlCol="0">
            <a:spAutoFit/>
          </a:bodyPr>
          <a:lstStyle/>
          <a:p>
            <a:r>
              <a:rPr lang="en-US" sz="800" dirty="0"/>
              <a:t>V1</a:t>
            </a:r>
          </a:p>
        </p:txBody>
      </p:sp>
      <p:sp>
        <p:nvSpPr>
          <p:cNvPr id="45" name="TextBox 44">
            <a:extLst>
              <a:ext uri="{FF2B5EF4-FFF2-40B4-BE49-F238E27FC236}">
                <a16:creationId xmlns:a16="http://schemas.microsoft.com/office/drawing/2014/main" id="{7BE83B01-8D09-4063-8B1D-6C4DD44BE3C6}"/>
              </a:ext>
            </a:extLst>
          </p:cNvPr>
          <p:cNvSpPr txBox="1"/>
          <p:nvPr/>
        </p:nvSpPr>
        <p:spPr>
          <a:xfrm>
            <a:off x="8523055" y="4124716"/>
            <a:ext cx="311304" cy="215444"/>
          </a:xfrm>
          <a:prstGeom prst="rect">
            <a:avLst/>
          </a:prstGeom>
          <a:noFill/>
        </p:spPr>
        <p:txBody>
          <a:bodyPr wrap="none" rtlCol="0">
            <a:spAutoFit/>
          </a:bodyPr>
          <a:lstStyle/>
          <a:p>
            <a:r>
              <a:rPr lang="en-US" sz="800" dirty="0"/>
              <a:t>V2</a:t>
            </a:r>
          </a:p>
        </p:txBody>
      </p:sp>
      <p:sp>
        <p:nvSpPr>
          <p:cNvPr id="46" name="TextBox 45">
            <a:extLst>
              <a:ext uri="{FF2B5EF4-FFF2-40B4-BE49-F238E27FC236}">
                <a16:creationId xmlns:a16="http://schemas.microsoft.com/office/drawing/2014/main" id="{49A22BF5-52E0-4B1E-9360-20DBF3EEC8D4}"/>
              </a:ext>
            </a:extLst>
          </p:cNvPr>
          <p:cNvSpPr txBox="1"/>
          <p:nvPr/>
        </p:nvSpPr>
        <p:spPr>
          <a:xfrm>
            <a:off x="8705221" y="4594388"/>
            <a:ext cx="311304" cy="215444"/>
          </a:xfrm>
          <a:prstGeom prst="rect">
            <a:avLst/>
          </a:prstGeom>
          <a:noFill/>
        </p:spPr>
        <p:txBody>
          <a:bodyPr wrap="none" rtlCol="0">
            <a:spAutoFit/>
          </a:bodyPr>
          <a:lstStyle/>
          <a:p>
            <a:r>
              <a:rPr lang="en-US" sz="800" dirty="0"/>
              <a:t>V3</a:t>
            </a:r>
          </a:p>
        </p:txBody>
      </p:sp>
      <p:sp>
        <p:nvSpPr>
          <p:cNvPr id="47" name="TextBox 46">
            <a:extLst>
              <a:ext uri="{FF2B5EF4-FFF2-40B4-BE49-F238E27FC236}">
                <a16:creationId xmlns:a16="http://schemas.microsoft.com/office/drawing/2014/main" id="{4951467D-7A0C-4612-B531-350CE87A9565}"/>
              </a:ext>
            </a:extLst>
          </p:cNvPr>
          <p:cNvSpPr txBox="1"/>
          <p:nvPr/>
        </p:nvSpPr>
        <p:spPr>
          <a:xfrm>
            <a:off x="7936893" y="2515891"/>
            <a:ext cx="256802" cy="184666"/>
          </a:xfrm>
          <a:prstGeom prst="rect">
            <a:avLst/>
          </a:prstGeom>
          <a:noFill/>
        </p:spPr>
        <p:txBody>
          <a:bodyPr wrap="none" rtlCol="0">
            <a:spAutoFit/>
          </a:bodyPr>
          <a:lstStyle/>
          <a:p>
            <a:r>
              <a:rPr lang="en-US" sz="600" dirty="0"/>
              <a:t>VI</a:t>
            </a:r>
          </a:p>
        </p:txBody>
      </p:sp>
      <p:pic>
        <p:nvPicPr>
          <p:cNvPr id="48" name="Shape 191">
            <a:extLst>
              <a:ext uri="{FF2B5EF4-FFF2-40B4-BE49-F238E27FC236}">
                <a16:creationId xmlns:a16="http://schemas.microsoft.com/office/drawing/2014/main" id="{1B0D0F13-1516-47C3-A3FB-7D467752E664}"/>
              </a:ext>
            </a:extLst>
          </p:cNvPr>
          <p:cNvPicPr preferRelativeResize="0"/>
          <p:nvPr/>
        </p:nvPicPr>
        <p:blipFill rotWithShape="1">
          <a:blip r:embed="rId3" cstate="print">
            <a:alphaModFix/>
            <a:extLst>
              <a:ext uri="{28A0092B-C50C-407E-A947-70E740481C1C}">
                <a14:useLocalDpi xmlns:a14="http://schemas.microsoft.com/office/drawing/2010/main" val="0"/>
              </a:ext>
            </a:extLst>
          </a:blip>
          <a:srcRect/>
          <a:stretch/>
        </p:blipFill>
        <p:spPr>
          <a:xfrm>
            <a:off x="577196" y="1657350"/>
            <a:ext cx="3330527" cy="2207395"/>
          </a:xfrm>
          <a:prstGeom prst="rect">
            <a:avLst/>
          </a:prstGeom>
          <a:noFill/>
          <a:ln>
            <a:noFill/>
          </a:ln>
        </p:spPr>
      </p:pic>
      <p:sp>
        <p:nvSpPr>
          <p:cNvPr id="49" name="Shape 192">
            <a:extLst>
              <a:ext uri="{FF2B5EF4-FFF2-40B4-BE49-F238E27FC236}">
                <a16:creationId xmlns:a16="http://schemas.microsoft.com/office/drawing/2014/main" id="{AD893EC6-13D6-4B88-9BCF-B325AC443D33}"/>
              </a:ext>
            </a:extLst>
          </p:cNvPr>
          <p:cNvSpPr/>
          <p:nvPr/>
        </p:nvSpPr>
        <p:spPr>
          <a:xfrm flipH="1" flipV="1">
            <a:off x="1371600" y="2664609"/>
            <a:ext cx="87876" cy="94533"/>
          </a:xfrm>
          <a:prstGeom prst="ellipse">
            <a:avLst/>
          </a:prstGeom>
          <a:solidFill>
            <a:srgbClr val="FFFF00"/>
          </a:solidFill>
          <a:ln w="9525" cap="flat" cmpd="sng">
            <a:solidFill>
              <a:srgbClr val="FFFF00"/>
            </a:solidFill>
            <a:prstDash val="solid"/>
            <a:round/>
            <a:headEnd type="none" w="med" len="med"/>
            <a:tailEnd type="none" w="med" len="med"/>
          </a:ln>
        </p:spPr>
        <p:txBody>
          <a:bodyPr lIns="68569" tIns="68569" rIns="68569" bIns="68569" anchor="ctr" anchorCtr="0">
            <a:noAutofit/>
          </a:bodyPr>
          <a:lstStyle/>
          <a:p>
            <a:pPr>
              <a:spcBef>
                <a:spcPts val="0"/>
              </a:spcBef>
            </a:pPr>
            <a:endParaRPr/>
          </a:p>
        </p:txBody>
      </p:sp>
    </p:spTree>
    <p:extLst>
      <p:ext uri="{BB962C8B-B14F-4D97-AF65-F5344CB8AC3E}">
        <p14:creationId xmlns:p14="http://schemas.microsoft.com/office/powerpoint/2010/main" val="705654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Shape 198"/>
          <p:cNvSpPr txBox="1">
            <a:spLocks noGrp="1"/>
          </p:cNvSpPr>
          <p:nvPr>
            <p:ph type="body" idx="1"/>
          </p:nvPr>
        </p:nvSpPr>
        <p:spPr>
          <a:xfrm>
            <a:off x="1447800" y="1200150"/>
            <a:ext cx="3903750" cy="2760075"/>
          </a:xfrm>
          <a:prstGeom prst="rect">
            <a:avLst/>
          </a:prstGeom>
          <a:noFill/>
          <a:ln>
            <a:noFill/>
          </a:ln>
        </p:spPr>
        <p:txBody>
          <a:bodyPr vert="horz" wrap="square" lIns="68569" tIns="34275" rIns="68569" bIns="34275" numCol="1" anchor="t" anchorCtr="0" compatLnSpc="1">
            <a:prstTxWarp prst="textNoShape">
              <a:avLst/>
            </a:prstTxWarp>
            <a:noAutofit/>
          </a:bodyPr>
          <a:lstStyle/>
          <a:p>
            <a:pPr marL="171450" indent="-161925">
              <a:lnSpc>
                <a:spcPct val="90000"/>
              </a:lnSpc>
              <a:spcBef>
                <a:spcPts val="0"/>
              </a:spcBef>
              <a:buClr>
                <a:schemeClr val="accent1"/>
              </a:buClr>
              <a:buSzPct val="100000"/>
              <a:buFont typeface="Arial"/>
              <a:buChar char="•"/>
            </a:pPr>
            <a:endParaRPr lang="en-US" sz="1650" dirty="0">
              <a:latin typeface="Calibri"/>
              <a:ea typeface="Calibri"/>
              <a:cs typeface="Calibri"/>
              <a:sym typeface="Calibri"/>
            </a:endParaRPr>
          </a:p>
        </p:txBody>
      </p:sp>
      <p:pic>
        <p:nvPicPr>
          <p:cNvPr id="199" name="Shape 199"/>
          <p:cNvPicPr preferRelativeResize="0"/>
          <p:nvPr/>
        </p:nvPicPr>
        <p:blipFill rotWithShape="1">
          <a:blip r:embed="rId3">
            <a:alphaModFix/>
            <a:extLst>
              <a:ext uri="{28A0092B-C50C-407E-A947-70E740481C1C}">
                <a14:useLocalDpi xmlns:a14="http://schemas.microsoft.com/office/drawing/2010/main" val="0"/>
              </a:ext>
            </a:extLst>
          </a:blip>
          <a:srcRect/>
          <a:stretch/>
        </p:blipFill>
        <p:spPr>
          <a:xfrm>
            <a:off x="1172516" y="1216163"/>
            <a:ext cx="2895525" cy="3371400"/>
          </a:xfrm>
          <a:prstGeom prst="rect">
            <a:avLst/>
          </a:prstGeom>
          <a:noFill/>
          <a:ln>
            <a:noFill/>
          </a:ln>
        </p:spPr>
      </p:pic>
      <p:cxnSp>
        <p:nvCxnSpPr>
          <p:cNvPr id="200" name="Shape 200"/>
          <p:cNvCxnSpPr/>
          <p:nvPr/>
        </p:nvCxnSpPr>
        <p:spPr>
          <a:xfrm rot="10800000" flipH="1">
            <a:off x="1229660" y="2372073"/>
            <a:ext cx="1165725" cy="27450"/>
          </a:xfrm>
          <a:prstGeom prst="straightConnector1">
            <a:avLst/>
          </a:prstGeom>
          <a:noFill/>
          <a:ln w="19050" cap="flat" cmpd="sng">
            <a:solidFill>
              <a:schemeClr val="dk1"/>
            </a:solidFill>
            <a:prstDash val="solid"/>
            <a:miter/>
            <a:headEnd type="none" w="med" len="med"/>
            <a:tailEnd type="triangle" w="lg" len="lg"/>
          </a:ln>
        </p:spPr>
      </p:cxnSp>
      <p:sp>
        <p:nvSpPr>
          <p:cNvPr id="201" name="Shape 201"/>
          <p:cNvSpPr txBox="1"/>
          <p:nvPr/>
        </p:nvSpPr>
        <p:spPr>
          <a:xfrm>
            <a:off x="742950" y="277666"/>
            <a:ext cx="7886700" cy="610649"/>
          </a:xfrm>
          <a:prstGeom prst="rect">
            <a:avLst/>
          </a:prstGeom>
          <a:noFill/>
          <a:ln>
            <a:noFill/>
          </a:ln>
        </p:spPr>
        <p:txBody>
          <a:bodyPr lIns="68569" tIns="34275" rIns="68569" bIns="34275" anchor="ctr" anchorCtr="0">
            <a:noAutofit/>
          </a:bodyPr>
          <a:lstStyle/>
          <a:p>
            <a:pPr>
              <a:lnSpc>
                <a:spcPct val="90000"/>
              </a:lnSpc>
              <a:spcBef>
                <a:spcPts val="0"/>
              </a:spcBef>
              <a:buClr>
                <a:schemeClr val="dk1"/>
              </a:buClr>
              <a:buSzPct val="25000"/>
            </a:pPr>
            <a:r>
              <a:rPr lang="en-US" sz="3300">
                <a:solidFill>
                  <a:schemeClr val="dk2"/>
                </a:solidFill>
                <a:latin typeface="Calibri"/>
                <a:ea typeface="Calibri"/>
                <a:cs typeface="Calibri"/>
                <a:sym typeface="Calibri"/>
              </a:rPr>
              <a:t>Normal Anatomy: CN III</a:t>
            </a:r>
          </a:p>
        </p:txBody>
      </p:sp>
      <p:pic>
        <p:nvPicPr>
          <p:cNvPr id="6" name="Picture 4"/>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4800600" y="1701539"/>
            <a:ext cx="3962400" cy="2590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 name="Shape 200"/>
          <p:cNvCxnSpPr/>
          <p:nvPr/>
        </p:nvCxnSpPr>
        <p:spPr>
          <a:xfrm flipH="1" flipV="1">
            <a:off x="7391400" y="3181350"/>
            <a:ext cx="560138" cy="533400"/>
          </a:xfrm>
          <a:prstGeom prst="straightConnector1">
            <a:avLst/>
          </a:prstGeom>
          <a:noFill/>
          <a:ln w="19050" cap="flat" cmpd="sng">
            <a:solidFill>
              <a:schemeClr val="dk1"/>
            </a:solidFill>
            <a:prstDash val="solid"/>
            <a:miter/>
            <a:headEnd type="none" w="med" len="med"/>
            <a:tailEnd type="triangle" w="lg" len="lg"/>
          </a:ln>
        </p:spPr>
      </p:cxnSp>
      <p:sp>
        <p:nvSpPr>
          <p:cNvPr id="4" name="Freeform 3"/>
          <p:cNvSpPr/>
          <p:nvPr/>
        </p:nvSpPr>
        <p:spPr>
          <a:xfrm>
            <a:off x="7097233" y="3179094"/>
            <a:ext cx="276446" cy="336354"/>
          </a:xfrm>
          <a:custGeom>
            <a:avLst/>
            <a:gdLst>
              <a:gd name="connsiteX0" fmla="*/ 180753 w 276446"/>
              <a:gd name="connsiteY0" fmla="*/ 41 h 336354"/>
              <a:gd name="connsiteX1" fmla="*/ 154172 w 276446"/>
              <a:gd name="connsiteY1" fmla="*/ 21306 h 336354"/>
              <a:gd name="connsiteX2" fmla="*/ 132907 w 276446"/>
              <a:gd name="connsiteY2" fmla="*/ 47887 h 336354"/>
              <a:gd name="connsiteX3" fmla="*/ 127590 w 276446"/>
              <a:gd name="connsiteY3" fmla="*/ 74469 h 336354"/>
              <a:gd name="connsiteX4" fmla="*/ 111641 w 276446"/>
              <a:gd name="connsiteY4" fmla="*/ 90418 h 336354"/>
              <a:gd name="connsiteX5" fmla="*/ 101009 w 276446"/>
              <a:gd name="connsiteY5" fmla="*/ 106366 h 336354"/>
              <a:gd name="connsiteX6" fmla="*/ 90376 w 276446"/>
              <a:gd name="connsiteY6" fmla="*/ 138264 h 336354"/>
              <a:gd name="connsiteX7" fmla="*/ 69111 w 276446"/>
              <a:gd name="connsiteY7" fmla="*/ 170162 h 336354"/>
              <a:gd name="connsiteX8" fmla="*/ 58479 w 276446"/>
              <a:gd name="connsiteY8" fmla="*/ 202059 h 336354"/>
              <a:gd name="connsiteX9" fmla="*/ 53162 w 276446"/>
              <a:gd name="connsiteY9" fmla="*/ 218008 h 336354"/>
              <a:gd name="connsiteX10" fmla="*/ 37214 w 276446"/>
              <a:gd name="connsiteY10" fmla="*/ 228641 h 336354"/>
              <a:gd name="connsiteX11" fmla="*/ 26581 w 276446"/>
              <a:gd name="connsiteY11" fmla="*/ 244590 h 336354"/>
              <a:gd name="connsiteX12" fmla="*/ 10632 w 276446"/>
              <a:gd name="connsiteY12" fmla="*/ 292436 h 336354"/>
              <a:gd name="connsiteX13" fmla="*/ 5316 w 276446"/>
              <a:gd name="connsiteY13" fmla="*/ 308385 h 336354"/>
              <a:gd name="connsiteX14" fmla="*/ 0 w 276446"/>
              <a:gd name="connsiteY14" fmla="*/ 324334 h 336354"/>
              <a:gd name="connsiteX15" fmla="*/ 15948 w 276446"/>
              <a:gd name="connsiteY15" fmla="*/ 334966 h 336354"/>
              <a:gd name="connsiteX16" fmla="*/ 85060 w 276446"/>
              <a:gd name="connsiteY16" fmla="*/ 319018 h 336354"/>
              <a:gd name="connsiteX17" fmla="*/ 95693 w 276446"/>
              <a:gd name="connsiteY17" fmla="*/ 303069 h 336354"/>
              <a:gd name="connsiteX18" fmla="*/ 127590 w 276446"/>
              <a:gd name="connsiteY18" fmla="*/ 292436 h 336354"/>
              <a:gd name="connsiteX19" fmla="*/ 138223 w 276446"/>
              <a:gd name="connsiteY19" fmla="*/ 276487 h 336354"/>
              <a:gd name="connsiteX20" fmla="*/ 186069 w 276446"/>
              <a:gd name="connsiteY20" fmla="*/ 239273 h 336354"/>
              <a:gd name="connsiteX21" fmla="*/ 202018 w 276446"/>
              <a:gd name="connsiteY21" fmla="*/ 228641 h 336354"/>
              <a:gd name="connsiteX22" fmla="*/ 207334 w 276446"/>
              <a:gd name="connsiteY22" fmla="*/ 212692 h 336354"/>
              <a:gd name="connsiteX23" fmla="*/ 223283 w 276446"/>
              <a:gd name="connsiteY23" fmla="*/ 202059 h 336354"/>
              <a:gd name="connsiteX24" fmla="*/ 233916 w 276446"/>
              <a:gd name="connsiteY24" fmla="*/ 170162 h 336354"/>
              <a:gd name="connsiteX25" fmla="*/ 239232 w 276446"/>
              <a:gd name="connsiteY25" fmla="*/ 154213 h 336354"/>
              <a:gd name="connsiteX26" fmla="*/ 244548 w 276446"/>
              <a:gd name="connsiteY26" fmla="*/ 138264 h 336354"/>
              <a:gd name="connsiteX27" fmla="*/ 255181 w 276446"/>
              <a:gd name="connsiteY27" fmla="*/ 122315 h 336354"/>
              <a:gd name="connsiteX28" fmla="*/ 276446 w 276446"/>
              <a:gd name="connsiteY28" fmla="*/ 74469 h 336354"/>
              <a:gd name="connsiteX29" fmla="*/ 271130 w 276446"/>
              <a:gd name="connsiteY29" fmla="*/ 37255 h 336354"/>
              <a:gd name="connsiteX30" fmla="*/ 255181 w 276446"/>
              <a:gd name="connsiteY30" fmla="*/ 31939 h 336354"/>
              <a:gd name="connsiteX31" fmla="*/ 223283 w 276446"/>
              <a:gd name="connsiteY31" fmla="*/ 26622 h 336354"/>
              <a:gd name="connsiteX32" fmla="*/ 180753 w 276446"/>
              <a:gd name="connsiteY32" fmla="*/ 41 h 33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76446" h="336354">
                <a:moveTo>
                  <a:pt x="180753" y="41"/>
                </a:moveTo>
                <a:cubicBezTo>
                  <a:pt x="169234" y="-845"/>
                  <a:pt x="161556" y="12691"/>
                  <a:pt x="154172" y="21306"/>
                </a:cubicBezTo>
                <a:cubicBezTo>
                  <a:pt x="119935" y="61249"/>
                  <a:pt x="184186" y="13701"/>
                  <a:pt x="132907" y="47887"/>
                </a:cubicBezTo>
                <a:cubicBezTo>
                  <a:pt x="131135" y="56748"/>
                  <a:pt x="131631" y="66387"/>
                  <a:pt x="127590" y="74469"/>
                </a:cubicBezTo>
                <a:cubicBezTo>
                  <a:pt x="124228" y="81194"/>
                  <a:pt x="116454" y="84642"/>
                  <a:pt x="111641" y="90418"/>
                </a:cubicBezTo>
                <a:cubicBezTo>
                  <a:pt x="107551" y="95326"/>
                  <a:pt x="104553" y="101050"/>
                  <a:pt x="101009" y="106366"/>
                </a:cubicBezTo>
                <a:cubicBezTo>
                  <a:pt x="97465" y="116999"/>
                  <a:pt x="96593" y="128938"/>
                  <a:pt x="90376" y="138264"/>
                </a:cubicBezTo>
                <a:lnTo>
                  <a:pt x="69111" y="170162"/>
                </a:lnTo>
                <a:lnTo>
                  <a:pt x="58479" y="202059"/>
                </a:lnTo>
                <a:cubicBezTo>
                  <a:pt x="56707" y="207375"/>
                  <a:pt x="57825" y="214899"/>
                  <a:pt x="53162" y="218008"/>
                </a:cubicBezTo>
                <a:lnTo>
                  <a:pt x="37214" y="228641"/>
                </a:lnTo>
                <a:cubicBezTo>
                  <a:pt x="33670" y="233957"/>
                  <a:pt x="29176" y="238751"/>
                  <a:pt x="26581" y="244590"/>
                </a:cubicBezTo>
                <a:cubicBezTo>
                  <a:pt x="26575" y="244604"/>
                  <a:pt x="13292" y="284455"/>
                  <a:pt x="10632" y="292436"/>
                </a:cubicBezTo>
                <a:lnTo>
                  <a:pt x="5316" y="308385"/>
                </a:lnTo>
                <a:lnTo>
                  <a:pt x="0" y="324334"/>
                </a:lnTo>
                <a:cubicBezTo>
                  <a:pt x="5316" y="327878"/>
                  <a:pt x="9578" y="334476"/>
                  <a:pt x="15948" y="334966"/>
                </a:cubicBezTo>
                <a:cubicBezTo>
                  <a:pt x="61307" y="338455"/>
                  <a:pt x="59373" y="336141"/>
                  <a:pt x="85060" y="319018"/>
                </a:cubicBezTo>
                <a:cubicBezTo>
                  <a:pt x="88604" y="313702"/>
                  <a:pt x="90275" y="306455"/>
                  <a:pt x="95693" y="303069"/>
                </a:cubicBezTo>
                <a:cubicBezTo>
                  <a:pt x="105197" y="297129"/>
                  <a:pt x="127590" y="292436"/>
                  <a:pt x="127590" y="292436"/>
                </a:cubicBezTo>
                <a:cubicBezTo>
                  <a:pt x="131134" y="287120"/>
                  <a:pt x="134132" y="281395"/>
                  <a:pt x="138223" y="276487"/>
                </a:cubicBezTo>
                <a:cubicBezTo>
                  <a:pt x="153836" y="257752"/>
                  <a:pt x="163847" y="254088"/>
                  <a:pt x="186069" y="239273"/>
                </a:cubicBezTo>
                <a:lnTo>
                  <a:pt x="202018" y="228641"/>
                </a:lnTo>
                <a:cubicBezTo>
                  <a:pt x="203790" y="223325"/>
                  <a:pt x="203833" y="217068"/>
                  <a:pt x="207334" y="212692"/>
                </a:cubicBezTo>
                <a:cubicBezTo>
                  <a:pt x="211325" y="207703"/>
                  <a:pt x="219897" y="207477"/>
                  <a:pt x="223283" y="202059"/>
                </a:cubicBezTo>
                <a:cubicBezTo>
                  <a:pt x="229223" y="192555"/>
                  <a:pt x="230372" y="180794"/>
                  <a:pt x="233916" y="170162"/>
                </a:cubicBezTo>
                <a:lnTo>
                  <a:pt x="239232" y="154213"/>
                </a:lnTo>
                <a:cubicBezTo>
                  <a:pt x="241004" y="148897"/>
                  <a:pt x="241439" y="142927"/>
                  <a:pt x="244548" y="138264"/>
                </a:cubicBezTo>
                <a:lnTo>
                  <a:pt x="255181" y="122315"/>
                </a:lnTo>
                <a:cubicBezTo>
                  <a:pt x="267835" y="84357"/>
                  <a:pt x="259597" y="99743"/>
                  <a:pt x="276446" y="74469"/>
                </a:cubicBezTo>
                <a:cubicBezTo>
                  <a:pt x="274674" y="62064"/>
                  <a:pt x="276734" y="48463"/>
                  <a:pt x="271130" y="37255"/>
                </a:cubicBezTo>
                <a:cubicBezTo>
                  <a:pt x="268624" y="32243"/>
                  <a:pt x="260651" y="33155"/>
                  <a:pt x="255181" y="31939"/>
                </a:cubicBezTo>
                <a:cubicBezTo>
                  <a:pt x="244658" y="29601"/>
                  <a:pt x="233741" y="29236"/>
                  <a:pt x="223283" y="26622"/>
                </a:cubicBezTo>
                <a:cubicBezTo>
                  <a:pt x="178514" y="15430"/>
                  <a:pt x="192272" y="927"/>
                  <a:pt x="180753" y="41"/>
                </a:cubicBezTo>
                <a:close/>
              </a:path>
            </a:pathLst>
          </a:custGeom>
          <a:solidFill>
            <a:srgbClr val="00B05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26092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Shape 316"/>
          <p:cNvSpPr txBox="1">
            <a:spLocks noGrp="1"/>
          </p:cNvSpPr>
          <p:nvPr>
            <p:ph type="title"/>
          </p:nvPr>
        </p:nvSpPr>
        <p:spPr>
          <a:xfrm>
            <a:off x="924394" y="1008384"/>
            <a:ext cx="7886700" cy="610650"/>
          </a:xfrm>
          <a:prstGeom prst="rect">
            <a:avLst/>
          </a:prstGeom>
          <a:noFill/>
          <a:ln>
            <a:noFill/>
          </a:ln>
        </p:spPr>
        <p:txBody>
          <a:bodyPr vert="horz" wrap="square" lIns="68569" tIns="34275" rIns="68569" bIns="34275" numCol="1" anchor="ctr" anchorCtr="0" compatLnSpc="1">
            <a:prstTxWarp prst="textNoShape">
              <a:avLst/>
            </a:prstTxWarp>
            <a:noAutofit/>
          </a:bodyPr>
          <a:lstStyle/>
          <a:p>
            <a:pPr marL="342900" indent="-285750">
              <a:lnSpc>
                <a:spcPct val="90000"/>
              </a:lnSpc>
              <a:spcBef>
                <a:spcPts val="0"/>
              </a:spcBef>
              <a:buClr>
                <a:schemeClr val="accent1"/>
              </a:buClr>
              <a:buSzPct val="100000"/>
              <a:buFont typeface="Calibri"/>
              <a:buChar char="●"/>
            </a:pPr>
            <a:r>
              <a:rPr lang="en-US" sz="1800">
                <a:solidFill>
                  <a:schemeClr val="accent1"/>
                </a:solidFill>
                <a:latin typeface="Calibri"/>
                <a:ea typeface="Calibri"/>
                <a:cs typeface="Calibri"/>
                <a:sym typeface="Calibri"/>
              </a:rPr>
              <a:t>60 year old male with acute onset left CN III palsy.</a:t>
            </a:r>
          </a:p>
        </p:txBody>
      </p:sp>
      <p:pic>
        <p:nvPicPr>
          <p:cNvPr id="317" name="Shape 317"/>
          <p:cNvPicPr preferRelativeResize="0"/>
          <p:nvPr/>
        </p:nvPicPr>
        <p:blipFill rotWithShape="1">
          <a:blip r:embed="rId3">
            <a:alphaModFix/>
            <a:extLst>
              <a:ext uri="{28A0092B-C50C-407E-A947-70E740481C1C}">
                <a14:useLocalDpi xmlns:a14="http://schemas.microsoft.com/office/drawing/2010/main" val="0"/>
              </a:ext>
            </a:extLst>
          </a:blip>
          <a:srcRect/>
          <a:stretch/>
        </p:blipFill>
        <p:spPr>
          <a:xfrm>
            <a:off x="981544" y="1739099"/>
            <a:ext cx="3299850" cy="3107925"/>
          </a:xfrm>
          <a:prstGeom prst="rect">
            <a:avLst/>
          </a:prstGeom>
          <a:noFill/>
          <a:ln>
            <a:noFill/>
          </a:ln>
        </p:spPr>
      </p:pic>
      <p:sp>
        <p:nvSpPr>
          <p:cNvPr id="318" name="Shape 318"/>
          <p:cNvSpPr txBox="1"/>
          <p:nvPr/>
        </p:nvSpPr>
        <p:spPr>
          <a:xfrm>
            <a:off x="742950" y="277666"/>
            <a:ext cx="7886700" cy="610649"/>
          </a:xfrm>
          <a:prstGeom prst="rect">
            <a:avLst/>
          </a:prstGeom>
          <a:noFill/>
          <a:ln>
            <a:noFill/>
          </a:ln>
        </p:spPr>
        <p:txBody>
          <a:bodyPr lIns="68569" tIns="34275" rIns="68569" bIns="34275" anchor="ctr" anchorCtr="0">
            <a:noAutofit/>
          </a:bodyPr>
          <a:lstStyle/>
          <a:p>
            <a:pPr>
              <a:lnSpc>
                <a:spcPct val="90000"/>
              </a:lnSpc>
              <a:spcBef>
                <a:spcPts val="0"/>
              </a:spcBef>
              <a:buClr>
                <a:schemeClr val="dk1"/>
              </a:buClr>
              <a:buSzPct val="25000"/>
            </a:pPr>
            <a:r>
              <a:rPr lang="en-US" sz="3300">
                <a:solidFill>
                  <a:schemeClr val="dk2"/>
                </a:solidFill>
                <a:latin typeface="Calibri"/>
                <a:ea typeface="Calibri"/>
                <a:cs typeface="Calibri"/>
                <a:sym typeface="Calibri"/>
              </a:rPr>
              <a:t>Case 1: CN III</a:t>
            </a:r>
          </a:p>
        </p:txBody>
      </p:sp>
      <p:cxnSp>
        <p:nvCxnSpPr>
          <p:cNvPr id="320" name="Shape 320"/>
          <p:cNvCxnSpPr/>
          <p:nvPr/>
        </p:nvCxnSpPr>
        <p:spPr>
          <a:xfrm flipH="1">
            <a:off x="2796988" y="1872334"/>
            <a:ext cx="1050525" cy="1193174"/>
          </a:xfrm>
          <a:prstGeom prst="straightConnector1">
            <a:avLst/>
          </a:prstGeom>
          <a:noFill/>
          <a:ln w="63500" cap="flat" cmpd="sng">
            <a:solidFill>
              <a:srgbClr val="C00000"/>
            </a:solidFill>
            <a:prstDash val="solid"/>
            <a:miter/>
            <a:headEnd type="none" w="med" len="med"/>
            <a:tailEnd type="triangle" w="lg" len="lg"/>
          </a:ln>
        </p:spPr>
      </p:cxnSp>
    </p:spTree>
    <p:extLst>
      <p:ext uri="{BB962C8B-B14F-4D97-AF65-F5344CB8AC3E}">
        <p14:creationId xmlns:p14="http://schemas.microsoft.com/office/powerpoint/2010/main" val="9662243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pic>
        <p:nvPicPr>
          <p:cNvPr id="359" name="Shape 359"/>
          <p:cNvPicPr preferRelativeResize="0"/>
          <p:nvPr/>
        </p:nvPicPr>
        <p:blipFill rotWithShape="1">
          <a:blip r:embed="rId3" cstate="print">
            <a:alphaModFix/>
            <a:extLst>
              <a:ext uri="{28A0092B-C50C-407E-A947-70E740481C1C}">
                <a14:useLocalDpi xmlns:a14="http://schemas.microsoft.com/office/drawing/2010/main" val="0"/>
              </a:ext>
            </a:extLst>
          </a:blip>
          <a:srcRect/>
          <a:stretch/>
        </p:blipFill>
        <p:spPr>
          <a:xfrm>
            <a:off x="4877268" y="1312800"/>
            <a:ext cx="3657131" cy="3544950"/>
          </a:xfrm>
          <a:prstGeom prst="rect">
            <a:avLst/>
          </a:prstGeom>
          <a:noFill/>
          <a:ln>
            <a:noFill/>
          </a:ln>
        </p:spPr>
      </p:pic>
      <p:pic>
        <p:nvPicPr>
          <p:cNvPr id="360" name="Shape 360"/>
          <p:cNvPicPr preferRelativeResize="0">
            <a:picLocks noGrp="1"/>
          </p:cNvPicPr>
          <p:nvPr>
            <p:ph type="body" idx="1"/>
          </p:nvPr>
        </p:nvPicPr>
        <p:blipFill rotWithShape="1">
          <a:blip r:embed="rId4" cstate="print">
            <a:alphaModFix/>
            <a:extLst>
              <a:ext uri="{28A0092B-C50C-407E-A947-70E740481C1C}">
                <a14:useLocalDpi xmlns:a14="http://schemas.microsoft.com/office/drawing/2010/main" val="0"/>
              </a:ext>
            </a:extLst>
          </a:blip>
          <a:srcRect l="10042" t="12645" r="14565" b="10620"/>
          <a:stretch/>
        </p:blipFill>
        <p:spPr>
          <a:xfrm>
            <a:off x="742951" y="1716450"/>
            <a:ext cx="3305999" cy="3141300"/>
          </a:xfrm>
          <a:prstGeom prst="rect">
            <a:avLst/>
          </a:prstGeom>
          <a:noFill/>
          <a:ln>
            <a:noFill/>
          </a:ln>
        </p:spPr>
      </p:pic>
      <p:sp>
        <p:nvSpPr>
          <p:cNvPr id="361" name="Shape 361"/>
          <p:cNvSpPr txBox="1"/>
          <p:nvPr/>
        </p:nvSpPr>
        <p:spPr>
          <a:xfrm>
            <a:off x="1531425" y="4337325"/>
            <a:ext cx="6600375" cy="806175"/>
          </a:xfrm>
          <a:prstGeom prst="rect">
            <a:avLst/>
          </a:prstGeom>
          <a:noFill/>
          <a:ln>
            <a:noFill/>
          </a:ln>
        </p:spPr>
        <p:txBody>
          <a:bodyPr lIns="68569" tIns="34275" rIns="68569" bIns="34275" anchor="ctr" anchorCtr="0">
            <a:noAutofit/>
          </a:bodyPr>
          <a:lstStyle/>
          <a:p>
            <a:pPr>
              <a:lnSpc>
                <a:spcPct val="90000"/>
              </a:lnSpc>
              <a:spcBef>
                <a:spcPts val="0"/>
              </a:spcBef>
              <a:buClr>
                <a:schemeClr val="dk1"/>
              </a:buClr>
              <a:buSzPct val="25000"/>
            </a:pPr>
            <a:endParaRPr lang="en-US" sz="1350" dirty="0">
              <a:solidFill>
                <a:schemeClr val="accent1"/>
              </a:solidFill>
              <a:latin typeface="Calibri"/>
              <a:ea typeface="Calibri"/>
              <a:cs typeface="Calibri"/>
              <a:sym typeface="Calibri"/>
            </a:endParaRPr>
          </a:p>
        </p:txBody>
      </p:sp>
      <p:cxnSp>
        <p:nvCxnSpPr>
          <p:cNvPr id="362" name="Shape 362"/>
          <p:cNvCxnSpPr/>
          <p:nvPr/>
        </p:nvCxnSpPr>
        <p:spPr>
          <a:xfrm flipH="1">
            <a:off x="2663194" y="1834804"/>
            <a:ext cx="1024200" cy="407925"/>
          </a:xfrm>
          <a:prstGeom prst="straightConnector1">
            <a:avLst/>
          </a:prstGeom>
          <a:noFill/>
          <a:ln w="38100" cap="flat" cmpd="sng">
            <a:solidFill>
              <a:srgbClr val="C00000"/>
            </a:solidFill>
            <a:prstDash val="solid"/>
            <a:miter/>
            <a:headEnd type="none" w="med" len="med"/>
            <a:tailEnd type="triangle" w="lg" len="lg"/>
          </a:ln>
        </p:spPr>
      </p:cxnSp>
      <p:cxnSp>
        <p:nvCxnSpPr>
          <p:cNvPr id="363" name="Shape 363"/>
          <p:cNvCxnSpPr/>
          <p:nvPr/>
        </p:nvCxnSpPr>
        <p:spPr>
          <a:xfrm>
            <a:off x="1981200" y="1610081"/>
            <a:ext cx="492075" cy="389925"/>
          </a:xfrm>
          <a:prstGeom prst="straightConnector1">
            <a:avLst/>
          </a:prstGeom>
          <a:noFill/>
          <a:ln w="38100" cap="flat" cmpd="sng">
            <a:solidFill>
              <a:srgbClr val="0000FF"/>
            </a:solidFill>
            <a:prstDash val="solid"/>
            <a:miter/>
            <a:headEnd type="none" w="med" len="med"/>
            <a:tailEnd type="triangle" w="lg" len="lg"/>
          </a:ln>
        </p:spPr>
      </p:cxnSp>
      <p:cxnSp>
        <p:nvCxnSpPr>
          <p:cNvPr id="364" name="Shape 364"/>
          <p:cNvCxnSpPr/>
          <p:nvPr/>
        </p:nvCxnSpPr>
        <p:spPr>
          <a:xfrm rot="10800000" flipH="1">
            <a:off x="5859433" y="3368062"/>
            <a:ext cx="751725" cy="139725"/>
          </a:xfrm>
          <a:prstGeom prst="straightConnector1">
            <a:avLst/>
          </a:prstGeom>
          <a:noFill/>
          <a:ln w="38100" cap="flat" cmpd="sng">
            <a:solidFill>
              <a:srgbClr val="F3F3F3"/>
            </a:solidFill>
            <a:prstDash val="solid"/>
            <a:miter/>
            <a:headEnd type="none" w="med" len="med"/>
            <a:tailEnd type="triangle" w="lg" len="lg"/>
          </a:ln>
        </p:spPr>
      </p:cxnSp>
      <p:cxnSp>
        <p:nvCxnSpPr>
          <p:cNvPr id="365" name="Shape 365"/>
          <p:cNvCxnSpPr/>
          <p:nvPr/>
        </p:nvCxnSpPr>
        <p:spPr>
          <a:xfrm flipH="1">
            <a:off x="6764943" y="2572567"/>
            <a:ext cx="504225" cy="526950"/>
          </a:xfrm>
          <a:prstGeom prst="straightConnector1">
            <a:avLst/>
          </a:prstGeom>
          <a:noFill/>
          <a:ln w="38100" cap="flat" cmpd="sng">
            <a:solidFill>
              <a:srgbClr val="0000FF"/>
            </a:solidFill>
            <a:prstDash val="solid"/>
            <a:miter/>
            <a:headEnd type="none" w="med" len="med"/>
            <a:tailEnd type="triangle" w="lg" len="lg"/>
          </a:ln>
        </p:spPr>
      </p:cxnSp>
      <p:cxnSp>
        <p:nvCxnSpPr>
          <p:cNvPr id="366" name="Shape 366"/>
          <p:cNvCxnSpPr/>
          <p:nvPr/>
        </p:nvCxnSpPr>
        <p:spPr>
          <a:xfrm>
            <a:off x="5725368" y="3033479"/>
            <a:ext cx="871875" cy="132075"/>
          </a:xfrm>
          <a:prstGeom prst="straightConnector1">
            <a:avLst/>
          </a:prstGeom>
          <a:noFill/>
          <a:ln w="38100" cap="flat" cmpd="sng">
            <a:solidFill>
              <a:srgbClr val="C00000"/>
            </a:solidFill>
            <a:prstDash val="solid"/>
            <a:miter/>
            <a:headEnd type="none" w="med" len="med"/>
            <a:tailEnd type="triangle" w="lg" len="lg"/>
          </a:ln>
        </p:spPr>
      </p:cxnSp>
      <p:sp>
        <p:nvSpPr>
          <p:cNvPr id="367" name="Shape 367"/>
          <p:cNvSpPr txBox="1"/>
          <p:nvPr/>
        </p:nvSpPr>
        <p:spPr>
          <a:xfrm>
            <a:off x="742951" y="277665"/>
            <a:ext cx="7886699" cy="610739"/>
          </a:xfrm>
          <a:prstGeom prst="rect">
            <a:avLst/>
          </a:prstGeom>
          <a:noFill/>
          <a:ln>
            <a:noFill/>
          </a:ln>
        </p:spPr>
        <p:txBody>
          <a:bodyPr lIns="68569" tIns="34275" rIns="68569" bIns="34275" anchor="ctr" anchorCtr="0">
            <a:noAutofit/>
          </a:bodyPr>
          <a:lstStyle/>
          <a:p>
            <a:pPr>
              <a:lnSpc>
                <a:spcPct val="90000"/>
              </a:lnSpc>
              <a:spcBef>
                <a:spcPts val="0"/>
              </a:spcBef>
              <a:buClr>
                <a:schemeClr val="dk1"/>
              </a:buClr>
              <a:buSzPct val="25000"/>
            </a:pPr>
            <a:r>
              <a:rPr lang="en-US" sz="3300" dirty="0">
                <a:solidFill>
                  <a:schemeClr val="dk2"/>
                </a:solidFill>
                <a:latin typeface="Calibri"/>
                <a:ea typeface="Calibri"/>
                <a:cs typeface="Calibri"/>
                <a:sym typeface="Calibri"/>
              </a:rPr>
              <a:t>Case 2: CN III</a:t>
            </a:r>
          </a:p>
        </p:txBody>
      </p:sp>
      <p:cxnSp>
        <p:nvCxnSpPr>
          <p:cNvPr id="368" name="Shape 368"/>
          <p:cNvCxnSpPr/>
          <p:nvPr/>
        </p:nvCxnSpPr>
        <p:spPr>
          <a:xfrm flipH="1" flipV="1">
            <a:off x="2503219" y="2754179"/>
            <a:ext cx="159975" cy="755100"/>
          </a:xfrm>
          <a:prstGeom prst="straightConnector1">
            <a:avLst/>
          </a:prstGeom>
          <a:noFill/>
          <a:ln w="38100" cap="flat" cmpd="sng">
            <a:solidFill>
              <a:srgbClr val="F3F3F3"/>
            </a:solidFill>
            <a:prstDash val="solid"/>
            <a:miter/>
            <a:headEnd type="none" w="med" len="med"/>
            <a:tailEnd type="triangle" w="lg" len="lg"/>
          </a:ln>
        </p:spPr>
      </p:cxnSp>
      <p:sp>
        <p:nvSpPr>
          <p:cNvPr id="369" name="Shape 369"/>
          <p:cNvSpPr txBox="1">
            <a:spLocks noGrp="1"/>
          </p:cNvSpPr>
          <p:nvPr>
            <p:ph type="title"/>
          </p:nvPr>
        </p:nvSpPr>
        <p:spPr>
          <a:xfrm>
            <a:off x="943219" y="882806"/>
            <a:ext cx="5446800" cy="610650"/>
          </a:xfrm>
          <a:prstGeom prst="rect">
            <a:avLst/>
          </a:prstGeom>
          <a:noFill/>
          <a:ln>
            <a:noFill/>
          </a:ln>
        </p:spPr>
        <p:txBody>
          <a:bodyPr vert="horz" wrap="square" lIns="68569" tIns="34275" rIns="68569" bIns="34275" numCol="1" anchor="ctr" anchorCtr="0" compatLnSpc="1">
            <a:prstTxWarp prst="textNoShape">
              <a:avLst/>
            </a:prstTxWarp>
            <a:noAutofit/>
          </a:bodyPr>
          <a:lstStyle/>
          <a:p>
            <a:pPr marL="342900" indent="-285750">
              <a:lnSpc>
                <a:spcPct val="90000"/>
              </a:lnSpc>
              <a:spcBef>
                <a:spcPts val="0"/>
              </a:spcBef>
              <a:buClr>
                <a:schemeClr val="accent1"/>
              </a:buClr>
              <a:buSzPct val="100000"/>
              <a:buFont typeface="Calibri"/>
              <a:buChar char="●"/>
            </a:pPr>
            <a:r>
              <a:rPr lang="en-US" sz="1800">
                <a:solidFill>
                  <a:schemeClr val="accent1"/>
                </a:solidFill>
                <a:latin typeface="Calibri"/>
                <a:ea typeface="Calibri"/>
                <a:cs typeface="Calibri"/>
                <a:sym typeface="Calibri"/>
              </a:rPr>
              <a:t>60 year old male with acute onset </a:t>
            </a:r>
            <a:r>
              <a:rPr lang="en-US" sz="1800">
                <a:solidFill>
                  <a:schemeClr val="accent1"/>
                </a:solidFill>
              </a:rPr>
              <a:t>right</a:t>
            </a:r>
            <a:r>
              <a:rPr lang="en-US" sz="1800">
                <a:solidFill>
                  <a:schemeClr val="accent1"/>
                </a:solidFill>
                <a:latin typeface="Calibri"/>
                <a:ea typeface="Calibri"/>
                <a:cs typeface="Calibri"/>
                <a:sym typeface="Calibri"/>
              </a:rPr>
              <a:t> CN III palsy.</a:t>
            </a:r>
          </a:p>
        </p:txBody>
      </p:sp>
      <p:sp>
        <p:nvSpPr>
          <p:cNvPr id="371" name="Shape 371"/>
          <p:cNvSpPr txBox="1"/>
          <p:nvPr/>
        </p:nvSpPr>
        <p:spPr>
          <a:xfrm>
            <a:off x="3651488" y="1979269"/>
            <a:ext cx="336825" cy="253350"/>
          </a:xfrm>
          <a:prstGeom prst="rect">
            <a:avLst/>
          </a:prstGeom>
          <a:noFill/>
          <a:ln>
            <a:noFill/>
          </a:ln>
        </p:spPr>
        <p:txBody>
          <a:bodyPr lIns="68569" tIns="68569" rIns="68569" bIns="68569" anchor="t" anchorCtr="0">
            <a:noAutofit/>
          </a:bodyPr>
          <a:lstStyle/>
          <a:p>
            <a:pPr>
              <a:spcBef>
                <a:spcPts val="0"/>
              </a:spcBef>
            </a:pPr>
            <a:r>
              <a:rPr lang="en-US">
                <a:solidFill>
                  <a:srgbClr val="FFFF00"/>
                </a:solidFill>
              </a:rPr>
              <a:t>R</a:t>
            </a:r>
          </a:p>
        </p:txBody>
      </p:sp>
    </p:spTree>
    <p:extLst>
      <p:ext uri="{BB962C8B-B14F-4D97-AF65-F5344CB8AC3E}">
        <p14:creationId xmlns:p14="http://schemas.microsoft.com/office/powerpoint/2010/main" val="39782214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pic>
        <p:nvPicPr>
          <p:cNvPr id="411" name="Shape 411"/>
          <p:cNvPicPr preferRelativeResize="0">
            <a:picLocks noGrp="1"/>
          </p:cNvPicPr>
          <p:nvPr>
            <p:ph type="body" idx="1"/>
          </p:nvPr>
        </p:nvPicPr>
        <p:blipFill rotWithShape="1">
          <a:blip r:embed="rId3" cstate="print">
            <a:alphaModFix/>
            <a:extLst>
              <a:ext uri="{28A0092B-C50C-407E-A947-70E740481C1C}">
                <a14:useLocalDpi xmlns:a14="http://schemas.microsoft.com/office/drawing/2010/main" val="0"/>
              </a:ext>
            </a:extLst>
          </a:blip>
          <a:srcRect/>
          <a:stretch/>
        </p:blipFill>
        <p:spPr>
          <a:xfrm>
            <a:off x="3524719" y="1437410"/>
            <a:ext cx="2583900" cy="2953350"/>
          </a:xfrm>
          <a:prstGeom prst="rect">
            <a:avLst/>
          </a:prstGeom>
          <a:noFill/>
          <a:ln>
            <a:noFill/>
          </a:ln>
        </p:spPr>
      </p:pic>
      <p:sp>
        <p:nvSpPr>
          <p:cNvPr id="412" name="Shape 412"/>
          <p:cNvSpPr txBox="1"/>
          <p:nvPr/>
        </p:nvSpPr>
        <p:spPr>
          <a:xfrm>
            <a:off x="1484775" y="4322325"/>
            <a:ext cx="6631650" cy="892800"/>
          </a:xfrm>
          <a:prstGeom prst="rect">
            <a:avLst/>
          </a:prstGeom>
          <a:noFill/>
          <a:ln>
            <a:noFill/>
          </a:ln>
        </p:spPr>
        <p:txBody>
          <a:bodyPr lIns="68569" tIns="34275" rIns="68569" bIns="34275" anchor="ctr" anchorCtr="0">
            <a:noAutofit/>
          </a:bodyPr>
          <a:lstStyle/>
          <a:p>
            <a:pPr>
              <a:lnSpc>
                <a:spcPct val="90000"/>
              </a:lnSpc>
              <a:spcBef>
                <a:spcPts val="0"/>
              </a:spcBef>
              <a:spcAft>
                <a:spcPts val="0"/>
              </a:spcAft>
            </a:pPr>
            <a:endParaRPr lang="en-US" sz="1350" dirty="0">
              <a:solidFill>
                <a:schemeClr val="accent1"/>
              </a:solidFill>
              <a:latin typeface="Calibri"/>
              <a:ea typeface="Calibri"/>
              <a:cs typeface="Calibri"/>
              <a:sym typeface="Calibri"/>
            </a:endParaRPr>
          </a:p>
        </p:txBody>
      </p:sp>
      <p:sp>
        <p:nvSpPr>
          <p:cNvPr id="413" name="Shape 413"/>
          <p:cNvSpPr txBox="1"/>
          <p:nvPr/>
        </p:nvSpPr>
        <p:spPr>
          <a:xfrm>
            <a:off x="742950" y="277666"/>
            <a:ext cx="7886700" cy="610649"/>
          </a:xfrm>
          <a:prstGeom prst="rect">
            <a:avLst/>
          </a:prstGeom>
          <a:noFill/>
          <a:ln>
            <a:noFill/>
          </a:ln>
        </p:spPr>
        <p:txBody>
          <a:bodyPr lIns="68569" tIns="34275" rIns="68569" bIns="34275" anchor="ctr" anchorCtr="0">
            <a:noAutofit/>
          </a:bodyPr>
          <a:lstStyle/>
          <a:p>
            <a:pPr>
              <a:lnSpc>
                <a:spcPct val="90000"/>
              </a:lnSpc>
              <a:spcBef>
                <a:spcPts val="0"/>
              </a:spcBef>
              <a:buClr>
                <a:schemeClr val="dk1"/>
              </a:buClr>
              <a:buSzPct val="25000"/>
            </a:pPr>
            <a:r>
              <a:rPr lang="en-US" sz="3300" dirty="0">
                <a:solidFill>
                  <a:schemeClr val="dk2"/>
                </a:solidFill>
                <a:latin typeface="Calibri"/>
                <a:ea typeface="Calibri"/>
                <a:cs typeface="Calibri"/>
                <a:sym typeface="Calibri"/>
              </a:rPr>
              <a:t>Case 3: CN III</a:t>
            </a:r>
          </a:p>
        </p:txBody>
      </p:sp>
      <p:pic>
        <p:nvPicPr>
          <p:cNvPr id="414" name="Shape 414"/>
          <p:cNvPicPr preferRelativeResize="0"/>
          <p:nvPr/>
        </p:nvPicPr>
        <p:blipFill rotWithShape="1">
          <a:blip r:embed="rId4">
            <a:alphaModFix/>
            <a:extLst>
              <a:ext uri="{28A0092B-C50C-407E-A947-70E740481C1C}">
                <a14:useLocalDpi xmlns:a14="http://schemas.microsoft.com/office/drawing/2010/main" val="0"/>
              </a:ext>
            </a:extLst>
          </a:blip>
          <a:srcRect/>
          <a:stretch/>
        </p:blipFill>
        <p:spPr>
          <a:xfrm>
            <a:off x="6204906" y="1690415"/>
            <a:ext cx="2644425" cy="2417849"/>
          </a:xfrm>
          <a:prstGeom prst="rect">
            <a:avLst/>
          </a:prstGeom>
          <a:noFill/>
          <a:ln>
            <a:noFill/>
          </a:ln>
        </p:spPr>
      </p:pic>
      <p:pic>
        <p:nvPicPr>
          <p:cNvPr id="415" name="Shape 415"/>
          <p:cNvPicPr preferRelativeResize="0"/>
          <p:nvPr/>
        </p:nvPicPr>
        <p:blipFill rotWithShape="1">
          <a:blip r:embed="rId5">
            <a:alphaModFix/>
            <a:extLst>
              <a:ext uri="{28A0092B-C50C-407E-A947-70E740481C1C}">
                <a14:useLocalDpi xmlns:a14="http://schemas.microsoft.com/office/drawing/2010/main" val="0"/>
              </a:ext>
            </a:extLst>
          </a:blip>
          <a:srcRect/>
          <a:stretch/>
        </p:blipFill>
        <p:spPr>
          <a:xfrm>
            <a:off x="958181" y="1434806"/>
            <a:ext cx="2372400" cy="3001725"/>
          </a:xfrm>
          <a:prstGeom prst="rect">
            <a:avLst/>
          </a:prstGeom>
          <a:noFill/>
          <a:ln>
            <a:noFill/>
          </a:ln>
        </p:spPr>
      </p:pic>
      <p:cxnSp>
        <p:nvCxnSpPr>
          <p:cNvPr id="416" name="Shape 416"/>
          <p:cNvCxnSpPr/>
          <p:nvPr/>
        </p:nvCxnSpPr>
        <p:spPr>
          <a:xfrm rot="10800000" flipH="1">
            <a:off x="1353026" y="3486951"/>
            <a:ext cx="468900" cy="274275"/>
          </a:xfrm>
          <a:prstGeom prst="straightConnector1">
            <a:avLst/>
          </a:prstGeom>
          <a:noFill/>
          <a:ln w="38100" cap="flat" cmpd="sng">
            <a:solidFill>
              <a:schemeClr val="lt1"/>
            </a:solidFill>
            <a:prstDash val="solid"/>
            <a:miter/>
            <a:headEnd type="none" w="med" len="med"/>
            <a:tailEnd type="triangle" w="lg" len="lg"/>
          </a:ln>
        </p:spPr>
      </p:cxnSp>
      <p:cxnSp>
        <p:nvCxnSpPr>
          <p:cNvPr id="417" name="Shape 417"/>
          <p:cNvCxnSpPr/>
          <p:nvPr/>
        </p:nvCxnSpPr>
        <p:spPr>
          <a:xfrm>
            <a:off x="1312219" y="3026719"/>
            <a:ext cx="542475" cy="217350"/>
          </a:xfrm>
          <a:prstGeom prst="straightConnector1">
            <a:avLst/>
          </a:prstGeom>
          <a:noFill/>
          <a:ln w="38100" cap="flat" cmpd="sng">
            <a:solidFill>
              <a:schemeClr val="lt1"/>
            </a:solidFill>
            <a:prstDash val="solid"/>
            <a:miter/>
            <a:headEnd type="none" w="med" len="med"/>
            <a:tailEnd type="triangle" w="lg" len="lg"/>
          </a:ln>
        </p:spPr>
      </p:cxnSp>
      <p:cxnSp>
        <p:nvCxnSpPr>
          <p:cNvPr id="418" name="Shape 418"/>
          <p:cNvCxnSpPr/>
          <p:nvPr/>
        </p:nvCxnSpPr>
        <p:spPr>
          <a:xfrm rot="10800000">
            <a:off x="2553000" y="3436463"/>
            <a:ext cx="550350" cy="11700"/>
          </a:xfrm>
          <a:prstGeom prst="straightConnector1">
            <a:avLst/>
          </a:prstGeom>
          <a:noFill/>
          <a:ln w="38100" cap="flat" cmpd="sng">
            <a:solidFill>
              <a:schemeClr val="lt1"/>
            </a:solidFill>
            <a:prstDash val="solid"/>
            <a:miter/>
            <a:headEnd type="none" w="med" len="med"/>
            <a:tailEnd type="triangle" w="lg" len="lg"/>
          </a:ln>
        </p:spPr>
      </p:cxnSp>
      <p:cxnSp>
        <p:nvCxnSpPr>
          <p:cNvPr id="419" name="Shape 419"/>
          <p:cNvCxnSpPr/>
          <p:nvPr/>
        </p:nvCxnSpPr>
        <p:spPr>
          <a:xfrm rot="10800000">
            <a:off x="7771125" y="2423400"/>
            <a:ext cx="638550" cy="344700"/>
          </a:xfrm>
          <a:prstGeom prst="straightConnector1">
            <a:avLst/>
          </a:prstGeom>
          <a:noFill/>
          <a:ln w="38100" cap="flat" cmpd="sng">
            <a:solidFill>
              <a:srgbClr val="FF0000"/>
            </a:solidFill>
            <a:prstDash val="solid"/>
            <a:miter/>
            <a:headEnd type="none" w="med" len="med"/>
            <a:tailEnd type="triangle" w="lg" len="lg"/>
          </a:ln>
        </p:spPr>
      </p:cxnSp>
      <p:cxnSp>
        <p:nvCxnSpPr>
          <p:cNvPr id="420" name="Shape 420"/>
          <p:cNvCxnSpPr/>
          <p:nvPr/>
        </p:nvCxnSpPr>
        <p:spPr>
          <a:xfrm>
            <a:off x="4090327" y="2911102"/>
            <a:ext cx="496575" cy="31725"/>
          </a:xfrm>
          <a:prstGeom prst="straightConnector1">
            <a:avLst/>
          </a:prstGeom>
          <a:noFill/>
          <a:ln w="28575" cap="flat" cmpd="sng">
            <a:solidFill>
              <a:srgbClr val="FFFFFF"/>
            </a:solidFill>
            <a:prstDash val="solid"/>
            <a:miter/>
            <a:headEnd type="none" w="med" len="med"/>
            <a:tailEnd type="triangle" w="lg" len="lg"/>
          </a:ln>
        </p:spPr>
      </p:cxnSp>
      <p:cxnSp>
        <p:nvCxnSpPr>
          <p:cNvPr id="421" name="Shape 421"/>
          <p:cNvCxnSpPr/>
          <p:nvPr/>
        </p:nvCxnSpPr>
        <p:spPr>
          <a:xfrm>
            <a:off x="4090327" y="2801876"/>
            <a:ext cx="496575" cy="31725"/>
          </a:xfrm>
          <a:prstGeom prst="straightConnector1">
            <a:avLst/>
          </a:prstGeom>
          <a:noFill/>
          <a:ln w="28575" cap="flat" cmpd="sng">
            <a:solidFill>
              <a:srgbClr val="FFFFFF"/>
            </a:solidFill>
            <a:prstDash val="solid"/>
            <a:miter/>
            <a:headEnd type="none" w="med" len="med"/>
            <a:tailEnd type="triangle" w="lg" len="lg"/>
          </a:ln>
        </p:spPr>
      </p:cxnSp>
      <p:sp>
        <p:nvSpPr>
          <p:cNvPr id="422" name="Shape 422"/>
          <p:cNvSpPr txBox="1">
            <a:spLocks noGrp="1"/>
          </p:cNvSpPr>
          <p:nvPr>
            <p:ph type="title"/>
          </p:nvPr>
        </p:nvSpPr>
        <p:spPr>
          <a:xfrm>
            <a:off x="924394" y="881306"/>
            <a:ext cx="7813800" cy="610650"/>
          </a:xfrm>
          <a:prstGeom prst="rect">
            <a:avLst/>
          </a:prstGeom>
          <a:noFill/>
          <a:ln>
            <a:noFill/>
          </a:ln>
        </p:spPr>
        <p:txBody>
          <a:bodyPr vert="horz" wrap="square" lIns="68569" tIns="34275" rIns="68569" bIns="34275" numCol="1" anchor="ctr" anchorCtr="0" compatLnSpc="1">
            <a:prstTxWarp prst="textNoShape">
              <a:avLst/>
            </a:prstTxWarp>
            <a:noAutofit/>
          </a:bodyPr>
          <a:lstStyle/>
          <a:p>
            <a:pPr marL="342900" indent="-285750">
              <a:lnSpc>
                <a:spcPct val="90000"/>
              </a:lnSpc>
              <a:spcBef>
                <a:spcPts val="0"/>
              </a:spcBef>
              <a:buClr>
                <a:schemeClr val="accent1"/>
              </a:buClr>
              <a:buSzPct val="100000"/>
              <a:buChar char="●"/>
            </a:pPr>
            <a:r>
              <a:rPr lang="en-US" sz="1800">
                <a:solidFill>
                  <a:schemeClr val="accent1"/>
                </a:solidFill>
              </a:rPr>
              <a:t>50 year</a:t>
            </a:r>
            <a:r>
              <a:rPr lang="en-US" sz="1800">
                <a:solidFill>
                  <a:schemeClr val="accent1"/>
                </a:solidFill>
                <a:latin typeface="Calibri"/>
                <a:ea typeface="Calibri"/>
                <a:cs typeface="Calibri"/>
                <a:sym typeface="Calibri"/>
              </a:rPr>
              <a:t> old </a:t>
            </a:r>
            <a:r>
              <a:rPr lang="en-US" sz="1800">
                <a:solidFill>
                  <a:schemeClr val="accent1"/>
                </a:solidFill>
              </a:rPr>
              <a:t>female</a:t>
            </a:r>
            <a:r>
              <a:rPr lang="en-US" sz="1800">
                <a:solidFill>
                  <a:schemeClr val="accent1"/>
                </a:solidFill>
                <a:latin typeface="Calibri"/>
                <a:ea typeface="Calibri"/>
                <a:cs typeface="Calibri"/>
                <a:sym typeface="Calibri"/>
              </a:rPr>
              <a:t> with</a:t>
            </a:r>
            <a:r>
              <a:rPr lang="en-US" sz="1800">
                <a:solidFill>
                  <a:schemeClr val="accent1"/>
                </a:solidFill>
              </a:rPr>
              <a:t> fever, face pain, left CN III palsy, and proptosis</a:t>
            </a:r>
            <a:r>
              <a:rPr lang="en-US" sz="1800">
                <a:solidFill>
                  <a:schemeClr val="accent1"/>
                </a:solidFill>
                <a:latin typeface="Calibri"/>
                <a:ea typeface="Calibri"/>
                <a:cs typeface="Calibri"/>
                <a:sym typeface="Calibri"/>
              </a:rPr>
              <a:t>.</a:t>
            </a:r>
          </a:p>
        </p:txBody>
      </p:sp>
    </p:spTree>
    <p:extLst>
      <p:ext uri="{BB962C8B-B14F-4D97-AF65-F5344CB8AC3E}">
        <p14:creationId xmlns:p14="http://schemas.microsoft.com/office/powerpoint/2010/main" val="15680597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Shape 206"/>
          <p:cNvSpPr txBox="1"/>
          <p:nvPr/>
        </p:nvSpPr>
        <p:spPr>
          <a:xfrm>
            <a:off x="742950" y="277666"/>
            <a:ext cx="7886700" cy="610649"/>
          </a:xfrm>
          <a:prstGeom prst="rect">
            <a:avLst/>
          </a:prstGeom>
          <a:noFill/>
          <a:ln>
            <a:noFill/>
          </a:ln>
        </p:spPr>
        <p:txBody>
          <a:bodyPr lIns="68569" tIns="34275" rIns="68569" bIns="34275" anchor="ctr" anchorCtr="0">
            <a:noAutofit/>
          </a:bodyPr>
          <a:lstStyle/>
          <a:p>
            <a:pPr>
              <a:lnSpc>
                <a:spcPct val="90000"/>
              </a:lnSpc>
              <a:spcBef>
                <a:spcPts val="0"/>
              </a:spcBef>
              <a:buClr>
                <a:schemeClr val="dk1"/>
              </a:buClr>
              <a:buSzPct val="25000"/>
            </a:pPr>
            <a:r>
              <a:rPr lang="en-US" sz="3300" dirty="0">
                <a:solidFill>
                  <a:schemeClr val="dk2"/>
                </a:solidFill>
                <a:latin typeface="Calibri"/>
                <a:ea typeface="Calibri"/>
                <a:cs typeface="Calibri"/>
                <a:sym typeface="Calibri"/>
              </a:rPr>
              <a:t>Normal Anatomy: CN IV</a:t>
            </a:r>
          </a:p>
        </p:txBody>
      </p:sp>
      <p:pic>
        <p:nvPicPr>
          <p:cNvPr id="207" name="Shape 207"/>
          <p:cNvPicPr preferRelativeResize="0"/>
          <p:nvPr/>
        </p:nvPicPr>
        <p:blipFill rotWithShape="1">
          <a:blip r:embed="rId3" cstate="print">
            <a:alphaModFix/>
            <a:extLst>
              <a:ext uri="{28A0092B-C50C-407E-A947-70E740481C1C}">
                <a14:useLocalDpi xmlns:a14="http://schemas.microsoft.com/office/drawing/2010/main" val="0"/>
              </a:ext>
            </a:extLst>
          </a:blip>
          <a:srcRect/>
          <a:stretch/>
        </p:blipFill>
        <p:spPr>
          <a:xfrm>
            <a:off x="1007100" y="1301212"/>
            <a:ext cx="2887575" cy="2962538"/>
          </a:xfrm>
          <a:prstGeom prst="rect">
            <a:avLst/>
          </a:prstGeom>
          <a:noFill/>
          <a:ln>
            <a:noFill/>
          </a:ln>
        </p:spPr>
      </p:pic>
      <p:sp>
        <p:nvSpPr>
          <p:cNvPr id="208" name="Shape 208"/>
          <p:cNvSpPr/>
          <p:nvPr/>
        </p:nvSpPr>
        <p:spPr>
          <a:xfrm>
            <a:off x="2335013" y="3452756"/>
            <a:ext cx="115875" cy="115875"/>
          </a:xfrm>
          <a:prstGeom prst="ellipse">
            <a:avLst/>
          </a:prstGeom>
          <a:solidFill>
            <a:srgbClr val="F3F3F3"/>
          </a:solidFill>
          <a:ln w="9525" cap="flat" cmpd="sng">
            <a:solidFill>
              <a:srgbClr val="F3F3F3"/>
            </a:solidFill>
            <a:prstDash val="solid"/>
            <a:round/>
            <a:headEnd type="none" w="med" len="med"/>
            <a:tailEnd type="none" w="med" len="med"/>
          </a:ln>
        </p:spPr>
        <p:txBody>
          <a:bodyPr lIns="68569" tIns="68569" rIns="68569" bIns="68569" anchor="ctr" anchorCtr="0">
            <a:noAutofit/>
          </a:bodyPr>
          <a:lstStyle/>
          <a:p>
            <a:pPr>
              <a:spcBef>
                <a:spcPts val="0"/>
              </a:spcBef>
            </a:pPr>
            <a:endParaRPr/>
          </a:p>
        </p:txBody>
      </p:sp>
      <p:sp>
        <p:nvSpPr>
          <p:cNvPr id="210" name="Shape 210"/>
          <p:cNvSpPr/>
          <p:nvPr/>
        </p:nvSpPr>
        <p:spPr>
          <a:xfrm>
            <a:off x="2253564" y="3529013"/>
            <a:ext cx="103875" cy="260756"/>
          </a:xfrm>
          <a:custGeom>
            <a:avLst/>
            <a:gdLst/>
            <a:ahLst/>
            <a:cxnLst/>
            <a:rect l="0" t="0" r="0" b="0"/>
            <a:pathLst>
              <a:path w="5540" h="13907" extrusionOk="0">
                <a:moveTo>
                  <a:pt x="5540" y="0"/>
                </a:moveTo>
                <a:cubicBezTo>
                  <a:pt x="5032" y="222"/>
                  <a:pt x="3285" y="699"/>
                  <a:pt x="2492" y="1334"/>
                </a:cubicBezTo>
                <a:cubicBezTo>
                  <a:pt x="1698" y="1969"/>
                  <a:pt x="1190" y="2952"/>
                  <a:pt x="778" y="3810"/>
                </a:cubicBezTo>
                <a:cubicBezTo>
                  <a:pt x="365" y="4667"/>
                  <a:pt x="47" y="5651"/>
                  <a:pt x="16" y="6477"/>
                </a:cubicBezTo>
                <a:cubicBezTo>
                  <a:pt x="-15" y="7302"/>
                  <a:pt x="333" y="7842"/>
                  <a:pt x="587" y="8763"/>
                </a:cubicBezTo>
                <a:cubicBezTo>
                  <a:pt x="841" y="9683"/>
                  <a:pt x="1222" y="11144"/>
                  <a:pt x="1540" y="12002"/>
                </a:cubicBezTo>
                <a:cubicBezTo>
                  <a:pt x="1857" y="12859"/>
                  <a:pt x="2333" y="13589"/>
                  <a:pt x="2492" y="13907"/>
                </a:cubicBezTo>
              </a:path>
            </a:pathLst>
          </a:custGeom>
          <a:noFill/>
          <a:ln w="19050" cap="flat" cmpd="sng">
            <a:solidFill>
              <a:srgbClr val="FFFFFF"/>
            </a:solidFill>
            <a:prstDash val="solid"/>
            <a:round/>
            <a:headEnd type="none" w="lg" len="lg"/>
            <a:tailEnd type="none" w="lg" len="lg"/>
          </a:ln>
        </p:spPr>
      </p:sp>
      <p:pic>
        <p:nvPicPr>
          <p:cNvPr id="7" name="Picture 6"/>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4800600" y="1246567"/>
            <a:ext cx="3581400" cy="3350342"/>
          </a:xfrm>
          <a:prstGeom prst="rect">
            <a:avLst/>
          </a:prstGeom>
        </p:spPr>
      </p:pic>
      <p:sp>
        <p:nvSpPr>
          <p:cNvPr id="8" name="Line 12"/>
          <p:cNvSpPr>
            <a:spLocks noChangeShapeType="1"/>
          </p:cNvSpPr>
          <p:nvPr/>
        </p:nvSpPr>
        <p:spPr bwMode="auto">
          <a:xfrm flipH="1">
            <a:off x="6858000" y="2266950"/>
            <a:ext cx="457200" cy="285750"/>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12"/>
          <p:cNvSpPr>
            <a:spLocks noChangeShapeType="1"/>
          </p:cNvSpPr>
          <p:nvPr/>
        </p:nvSpPr>
        <p:spPr bwMode="auto">
          <a:xfrm flipH="1">
            <a:off x="6858000" y="2647950"/>
            <a:ext cx="457200" cy="128369"/>
          </a:xfrm>
          <a:prstGeom prst="line">
            <a:avLst/>
          </a:prstGeom>
          <a:noFill/>
          <a:ln w="19050">
            <a:solidFill>
              <a:srgbClr val="00B0F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TextBox 1"/>
          <p:cNvSpPr txBox="1"/>
          <p:nvPr/>
        </p:nvSpPr>
        <p:spPr>
          <a:xfrm>
            <a:off x="590550" y="4360684"/>
            <a:ext cx="3916970" cy="615553"/>
          </a:xfrm>
          <a:prstGeom prst="rect">
            <a:avLst/>
          </a:prstGeom>
          <a:noFill/>
        </p:spPr>
        <p:txBody>
          <a:bodyPr wrap="none" rtlCol="0">
            <a:spAutoFit/>
          </a:bodyPr>
          <a:lstStyle/>
          <a:p>
            <a:r>
              <a:rPr lang="en-US" sz="1600" dirty="0">
                <a:solidFill>
                  <a:schemeClr val="accent1"/>
                </a:solidFill>
                <a:latin typeface="Calibri"/>
                <a:ea typeface="Calibri"/>
                <a:cs typeface="Calibri"/>
                <a:sym typeface="Calibri"/>
              </a:rPr>
              <a:t>Thin section high resolution T2 MR sequence</a:t>
            </a:r>
          </a:p>
          <a:p>
            <a:endParaRPr lang="en-US" dirty="0"/>
          </a:p>
        </p:txBody>
      </p:sp>
      <p:sp>
        <p:nvSpPr>
          <p:cNvPr id="10" name="TextBox 9"/>
          <p:cNvSpPr txBox="1"/>
          <p:nvPr/>
        </p:nvSpPr>
        <p:spPr>
          <a:xfrm>
            <a:off x="5479745" y="4583874"/>
            <a:ext cx="2223109" cy="615553"/>
          </a:xfrm>
          <a:prstGeom prst="rect">
            <a:avLst/>
          </a:prstGeom>
          <a:noFill/>
        </p:spPr>
        <p:txBody>
          <a:bodyPr wrap="none" rtlCol="0">
            <a:spAutoFit/>
          </a:bodyPr>
          <a:lstStyle/>
          <a:p>
            <a:r>
              <a:rPr lang="en-US" sz="1600" dirty="0">
                <a:solidFill>
                  <a:schemeClr val="accent1"/>
                </a:solidFill>
                <a:latin typeface="Calibri"/>
                <a:ea typeface="Calibri"/>
                <a:cs typeface="Calibri"/>
                <a:sym typeface="Calibri"/>
              </a:rPr>
              <a:t>Sagittal T2 MR sequence</a:t>
            </a:r>
          </a:p>
          <a:p>
            <a:endParaRPr lang="en-US" dirty="0"/>
          </a:p>
        </p:txBody>
      </p:sp>
    </p:spTree>
    <p:extLst>
      <p:ext uri="{BB962C8B-B14F-4D97-AF65-F5344CB8AC3E}">
        <p14:creationId xmlns:p14="http://schemas.microsoft.com/office/powerpoint/2010/main" val="21989885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cxnSp>
        <p:nvCxnSpPr>
          <p:cNvPr id="224" name="Shape 224"/>
          <p:cNvCxnSpPr/>
          <p:nvPr/>
        </p:nvCxnSpPr>
        <p:spPr>
          <a:xfrm rot="10800000" flipH="1">
            <a:off x="1489587" y="2883150"/>
            <a:ext cx="166725" cy="766125"/>
          </a:xfrm>
          <a:prstGeom prst="straightConnector1">
            <a:avLst/>
          </a:prstGeom>
          <a:noFill/>
          <a:ln w="50800" cap="flat" cmpd="sng">
            <a:solidFill>
              <a:srgbClr val="171616"/>
            </a:solidFill>
            <a:prstDash val="solid"/>
            <a:miter/>
            <a:headEnd type="none" w="med" len="med"/>
            <a:tailEnd type="triangle" w="lg" len="lg"/>
          </a:ln>
        </p:spPr>
      </p:cxnSp>
      <p:cxnSp>
        <p:nvCxnSpPr>
          <p:cNvPr id="225" name="Shape 225"/>
          <p:cNvCxnSpPr/>
          <p:nvPr/>
        </p:nvCxnSpPr>
        <p:spPr>
          <a:xfrm rot="10800000">
            <a:off x="5367899" y="2741984"/>
            <a:ext cx="429075" cy="871425"/>
          </a:xfrm>
          <a:prstGeom prst="straightConnector1">
            <a:avLst/>
          </a:prstGeom>
          <a:noFill/>
          <a:ln w="50800" cap="flat" cmpd="sng">
            <a:solidFill>
              <a:srgbClr val="171616"/>
            </a:solidFill>
            <a:prstDash val="solid"/>
            <a:miter/>
            <a:headEnd type="none" w="med" len="med"/>
            <a:tailEnd type="triangle" w="lg" len="lg"/>
          </a:ln>
        </p:spPr>
      </p:cxnSp>
      <p:cxnSp>
        <p:nvCxnSpPr>
          <p:cNvPr id="226" name="Shape 226"/>
          <p:cNvCxnSpPr/>
          <p:nvPr/>
        </p:nvCxnSpPr>
        <p:spPr>
          <a:xfrm flipH="1">
            <a:off x="8418169" y="1503788"/>
            <a:ext cx="642825" cy="414225"/>
          </a:xfrm>
          <a:prstGeom prst="straightConnector1">
            <a:avLst/>
          </a:prstGeom>
          <a:noFill/>
          <a:ln w="50800" cap="flat" cmpd="sng">
            <a:solidFill>
              <a:srgbClr val="171616"/>
            </a:solidFill>
            <a:prstDash val="solid"/>
            <a:miter/>
            <a:headEnd type="none" w="med" len="med"/>
            <a:tailEnd type="triangle" w="lg" len="lg"/>
          </a:ln>
        </p:spPr>
      </p:cxnSp>
      <p:cxnSp>
        <p:nvCxnSpPr>
          <p:cNvPr id="227" name="Shape 227"/>
          <p:cNvCxnSpPr>
            <a:endCxn id="228" idx="2"/>
          </p:cNvCxnSpPr>
          <p:nvPr/>
        </p:nvCxnSpPr>
        <p:spPr>
          <a:xfrm rot="10800000">
            <a:off x="7874507" y="1510041"/>
            <a:ext cx="470250" cy="360000"/>
          </a:xfrm>
          <a:prstGeom prst="straightConnector1">
            <a:avLst/>
          </a:prstGeom>
          <a:noFill/>
          <a:ln w="38100" cap="flat" cmpd="sng">
            <a:solidFill>
              <a:srgbClr val="000000"/>
            </a:solidFill>
            <a:prstDash val="solid"/>
            <a:miter/>
            <a:headEnd type="none" w="med" len="med"/>
            <a:tailEnd type="none" w="med" len="med"/>
          </a:ln>
        </p:spPr>
      </p:cxnSp>
      <p:sp>
        <p:nvSpPr>
          <p:cNvPr id="229" name="Shape 229"/>
          <p:cNvSpPr/>
          <p:nvPr/>
        </p:nvSpPr>
        <p:spPr>
          <a:xfrm>
            <a:off x="536381" y="3874631"/>
            <a:ext cx="2955150" cy="1107900"/>
          </a:xfrm>
          <a:prstGeom prst="rect">
            <a:avLst/>
          </a:prstGeom>
          <a:noFill/>
          <a:ln>
            <a:noFill/>
          </a:ln>
        </p:spPr>
        <p:txBody>
          <a:bodyPr lIns="68569" tIns="34275" rIns="68569" bIns="34275" anchor="t" anchorCtr="0">
            <a:noAutofit/>
          </a:bodyPr>
          <a:lstStyle/>
          <a:p>
            <a:pPr>
              <a:spcBef>
                <a:spcPts val="0"/>
              </a:spcBef>
              <a:buSzPct val="25000"/>
            </a:pPr>
            <a:endParaRPr lang="en-US" sz="1350" dirty="0">
              <a:solidFill>
                <a:schemeClr val="accent1"/>
              </a:solidFill>
              <a:latin typeface="Calibri"/>
              <a:ea typeface="Calibri"/>
              <a:cs typeface="Calibri"/>
              <a:sym typeface="Calibri"/>
            </a:endParaRPr>
          </a:p>
        </p:txBody>
      </p:sp>
      <p:sp>
        <p:nvSpPr>
          <p:cNvPr id="230" name="Shape 230"/>
          <p:cNvSpPr/>
          <p:nvPr/>
        </p:nvSpPr>
        <p:spPr>
          <a:xfrm>
            <a:off x="3697513" y="3819671"/>
            <a:ext cx="2955150" cy="484650"/>
          </a:xfrm>
          <a:prstGeom prst="rect">
            <a:avLst/>
          </a:prstGeom>
          <a:noFill/>
          <a:ln>
            <a:noFill/>
          </a:ln>
        </p:spPr>
        <p:txBody>
          <a:bodyPr lIns="68569" tIns="34275" rIns="68569" bIns="34275" anchor="t" anchorCtr="0">
            <a:noAutofit/>
          </a:bodyPr>
          <a:lstStyle/>
          <a:p>
            <a:pPr>
              <a:spcBef>
                <a:spcPts val="0"/>
              </a:spcBef>
              <a:buSzPct val="25000"/>
            </a:pPr>
            <a:r>
              <a:rPr lang="en-US" sz="1350" dirty="0">
                <a:solidFill>
                  <a:schemeClr val="accent1"/>
                </a:solidFill>
                <a:latin typeface="Calibri"/>
                <a:ea typeface="Calibri"/>
                <a:cs typeface="Calibri"/>
                <a:sym typeface="Calibri"/>
              </a:rPr>
              <a:t>.</a:t>
            </a:r>
          </a:p>
        </p:txBody>
      </p:sp>
      <p:sp>
        <p:nvSpPr>
          <p:cNvPr id="231" name="Shape 231"/>
          <p:cNvSpPr/>
          <p:nvPr/>
        </p:nvSpPr>
        <p:spPr>
          <a:xfrm>
            <a:off x="6487082" y="3819669"/>
            <a:ext cx="2561175" cy="1107900"/>
          </a:xfrm>
          <a:prstGeom prst="rect">
            <a:avLst/>
          </a:prstGeom>
          <a:noFill/>
          <a:ln>
            <a:noFill/>
          </a:ln>
        </p:spPr>
        <p:txBody>
          <a:bodyPr lIns="68569" tIns="34275" rIns="68569" bIns="34275" anchor="t" anchorCtr="0">
            <a:noAutofit/>
          </a:bodyPr>
          <a:lstStyle/>
          <a:p>
            <a:pPr>
              <a:spcBef>
                <a:spcPts val="0"/>
              </a:spcBef>
              <a:buSzPct val="25000"/>
            </a:pPr>
            <a:endParaRPr lang="en-US" sz="1350" dirty="0">
              <a:solidFill>
                <a:schemeClr val="accent1"/>
              </a:solidFill>
              <a:latin typeface="Calibri"/>
              <a:ea typeface="Calibri"/>
              <a:cs typeface="Calibri"/>
              <a:sym typeface="Calibri"/>
            </a:endParaRPr>
          </a:p>
        </p:txBody>
      </p:sp>
      <p:sp>
        <p:nvSpPr>
          <p:cNvPr id="234" name="Shape 234"/>
          <p:cNvSpPr txBox="1"/>
          <p:nvPr/>
        </p:nvSpPr>
        <p:spPr>
          <a:xfrm>
            <a:off x="742950" y="277666"/>
            <a:ext cx="7886700" cy="610649"/>
          </a:xfrm>
          <a:prstGeom prst="rect">
            <a:avLst/>
          </a:prstGeom>
          <a:noFill/>
          <a:ln>
            <a:noFill/>
          </a:ln>
        </p:spPr>
        <p:txBody>
          <a:bodyPr lIns="68569" tIns="34275" rIns="68569" bIns="34275" anchor="ctr" anchorCtr="0">
            <a:noAutofit/>
          </a:bodyPr>
          <a:lstStyle/>
          <a:p>
            <a:pPr>
              <a:lnSpc>
                <a:spcPct val="90000"/>
              </a:lnSpc>
              <a:spcBef>
                <a:spcPts val="0"/>
              </a:spcBef>
              <a:buClr>
                <a:schemeClr val="dk1"/>
              </a:buClr>
              <a:buSzPct val="25000"/>
            </a:pPr>
            <a:r>
              <a:rPr lang="en-US" sz="3300">
                <a:solidFill>
                  <a:schemeClr val="dk2"/>
                </a:solidFill>
                <a:latin typeface="Calibri"/>
                <a:ea typeface="Calibri"/>
                <a:cs typeface="Calibri"/>
                <a:sym typeface="Calibri"/>
              </a:rPr>
              <a:t>Normal Anatomy: CN IV</a:t>
            </a:r>
          </a:p>
          <a:p>
            <a:pPr>
              <a:lnSpc>
                <a:spcPct val="90000"/>
              </a:lnSpc>
              <a:spcBef>
                <a:spcPts val="0"/>
              </a:spcBef>
              <a:buClr>
                <a:schemeClr val="dk1"/>
              </a:buClr>
              <a:buSzPct val="25000"/>
            </a:pPr>
            <a:r>
              <a:rPr lang="en-US">
                <a:solidFill>
                  <a:schemeClr val="dk2"/>
                </a:solidFill>
                <a:latin typeface="Calibri"/>
                <a:ea typeface="Calibri"/>
                <a:cs typeface="Calibri"/>
                <a:sym typeface="Calibri"/>
              </a:rPr>
              <a:t>(Thin section high resolution T2 MR sequence)</a:t>
            </a:r>
          </a:p>
        </p:txBody>
      </p:sp>
      <p:pic>
        <p:nvPicPr>
          <p:cNvPr id="16" name="Content Placeholder 3"/>
          <p:cNvPicPr>
            <a:picLocks noGrp="1"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660612" y="1690430"/>
            <a:ext cx="2504978" cy="2613891"/>
          </a:xfrm>
          <a:prstGeom prst="rect">
            <a:avLst/>
          </a:prstGeom>
        </p:spPr>
      </p:pic>
      <p:pic>
        <p:nvPicPr>
          <p:cNvPr id="17" name="Content Placeholder 3"/>
          <p:cNvPicPr>
            <a:picLocks noGrp="1"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3522872" y="1719411"/>
            <a:ext cx="2501828" cy="2613891"/>
          </a:xfrm>
          <a:prstGeom prst="rect">
            <a:avLst/>
          </a:prstGeom>
        </p:spPr>
      </p:pic>
      <p:pic>
        <p:nvPicPr>
          <p:cNvPr id="18" name="Content Placeholder 3"/>
          <p:cNvPicPr>
            <a:picLocks noGrp="1" noChangeAspect="1"/>
          </p:cNvPicPr>
          <p:nvPr/>
        </p:nvPicPr>
        <p:blipFill rotWithShape="1">
          <a:blip r:embed="rId5" cstate="print">
            <a:extLst>
              <a:ext uri="{28A0092B-C50C-407E-A947-70E740481C1C}">
                <a14:useLocalDpi xmlns:a14="http://schemas.microsoft.com/office/drawing/2010/main" val="0"/>
              </a:ext>
            </a:extLst>
          </a:blip>
          <a:srcRect/>
          <a:stretch/>
        </p:blipFill>
        <p:spPr>
          <a:xfrm>
            <a:off x="6381982" y="1690430"/>
            <a:ext cx="2571612" cy="2642872"/>
          </a:xfrm>
          <a:prstGeom prst="rect">
            <a:avLst/>
          </a:prstGeom>
        </p:spPr>
      </p:pic>
      <p:sp>
        <p:nvSpPr>
          <p:cNvPr id="228" name="Shape 228"/>
          <p:cNvSpPr txBox="1"/>
          <p:nvPr/>
        </p:nvSpPr>
        <p:spPr>
          <a:xfrm>
            <a:off x="2590799" y="1976063"/>
            <a:ext cx="633375" cy="276974"/>
          </a:xfrm>
          <a:prstGeom prst="rect">
            <a:avLst/>
          </a:prstGeom>
          <a:noFill/>
          <a:ln>
            <a:noFill/>
          </a:ln>
        </p:spPr>
        <p:txBody>
          <a:bodyPr lIns="68569" tIns="34275" rIns="68569" bIns="34275" anchor="t" anchorCtr="0">
            <a:noAutofit/>
          </a:bodyPr>
          <a:lstStyle/>
          <a:p>
            <a:pPr>
              <a:spcBef>
                <a:spcPts val="0"/>
              </a:spcBef>
              <a:buSzPct val="25000"/>
            </a:pPr>
            <a:r>
              <a:rPr lang="en-US" sz="1350" b="1" dirty="0">
                <a:solidFill>
                  <a:schemeClr val="dk1"/>
                </a:solidFill>
                <a:latin typeface="Calibri"/>
                <a:ea typeface="Calibri"/>
                <a:cs typeface="Calibri"/>
                <a:sym typeface="Calibri"/>
              </a:rPr>
              <a:t>CN III</a:t>
            </a:r>
          </a:p>
        </p:txBody>
      </p:sp>
      <p:sp>
        <p:nvSpPr>
          <p:cNvPr id="232" name="Shape 232"/>
          <p:cNvSpPr/>
          <p:nvPr/>
        </p:nvSpPr>
        <p:spPr>
          <a:xfrm>
            <a:off x="3033509" y="2829523"/>
            <a:ext cx="435825" cy="444375"/>
          </a:xfrm>
          <a:prstGeom prst="rightArrow">
            <a:avLst>
              <a:gd name="adj1" fmla="val 50000"/>
              <a:gd name="adj2" fmla="val 50000"/>
            </a:avLst>
          </a:prstGeom>
          <a:solidFill>
            <a:schemeClr val="dk2"/>
          </a:solidFill>
          <a:ln w="12700" cap="flat" cmpd="sng">
            <a:solidFill>
              <a:srgbClr val="42719B"/>
            </a:solidFill>
            <a:prstDash val="solid"/>
            <a:miter/>
            <a:headEnd type="none" w="med" len="med"/>
            <a:tailEnd type="none" w="med" len="med"/>
          </a:ln>
        </p:spPr>
        <p:txBody>
          <a:bodyPr lIns="68569" tIns="34275" rIns="68569" bIns="34275" anchor="ctr" anchorCtr="0">
            <a:noAutofit/>
          </a:bodyPr>
          <a:lstStyle/>
          <a:p>
            <a:pPr algn="ctr">
              <a:spcBef>
                <a:spcPts val="0"/>
              </a:spcBef>
            </a:pPr>
            <a:endParaRPr sz="1350">
              <a:solidFill>
                <a:schemeClr val="lt1"/>
              </a:solidFill>
              <a:latin typeface="Calibri"/>
              <a:ea typeface="Calibri"/>
              <a:cs typeface="Calibri"/>
              <a:sym typeface="Calibri"/>
            </a:endParaRPr>
          </a:p>
        </p:txBody>
      </p:sp>
      <p:sp>
        <p:nvSpPr>
          <p:cNvPr id="233" name="Shape 233"/>
          <p:cNvSpPr/>
          <p:nvPr/>
        </p:nvSpPr>
        <p:spPr>
          <a:xfrm>
            <a:off x="5908388" y="2829523"/>
            <a:ext cx="435825" cy="444374"/>
          </a:xfrm>
          <a:prstGeom prst="rightArrow">
            <a:avLst>
              <a:gd name="adj1" fmla="val 50000"/>
              <a:gd name="adj2" fmla="val 50000"/>
            </a:avLst>
          </a:prstGeom>
          <a:solidFill>
            <a:schemeClr val="dk2"/>
          </a:solidFill>
          <a:ln w="12700" cap="flat" cmpd="sng">
            <a:solidFill>
              <a:srgbClr val="42719B"/>
            </a:solidFill>
            <a:prstDash val="solid"/>
            <a:miter/>
            <a:headEnd type="none" w="med" len="med"/>
            <a:tailEnd type="none" w="med" len="med"/>
          </a:ln>
        </p:spPr>
        <p:txBody>
          <a:bodyPr lIns="68569" tIns="34275" rIns="68569" bIns="34275" anchor="ctr" anchorCtr="0">
            <a:noAutofit/>
          </a:bodyPr>
          <a:lstStyle/>
          <a:p>
            <a:pPr algn="ctr">
              <a:spcBef>
                <a:spcPts val="0"/>
              </a:spcBef>
            </a:pPr>
            <a:endParaRPr sz="1350">
              <a:solidFill>
                <a:schemeClr val="lt1"/>
              </a:solidFill>
              <a:latin typeface="Calibri"/>
              <a:ea typeface="Calibri"/>
              <a:cs typeface="Calibri"/>
              <a:sym typeface="Calibri"/>
            </a:endParaRPr>
          </a:p>
        </p:txBody>
      </p:sp>
      <p:sp>
        <p:nvSpPr>
          <p:cNvPr id="20" name="Line 12"/>
          <p:cNvSpPr>
            <a:spLocks noChangeShapeType="1"/>
          </p:cNvSpPr>
          <p:nvPr/>
        </p:nvSpPr>
        <p:spPr bwMode="auto">
          <a:xfrm flipH="1" flipV="1">
            <a:off x="2254836" y="3517641"/>
            <a:ext cx="107363" cy="356989"/>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12"/>
          <p:cNvSpPr>
            <a:spLocks noChangeShapeType="1"/>
          </p:cNvSpPr>
          <p:nvPr/>
        </p:nvSpPr>
        <p:spPr bwMode="auto">
          <a:xfrm flipH="1" flipV="1">
            <a:off x="5154773" y="3387236"/>
            <a:ext cx="107363" cy="356989"/>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Line 12"/>
          <p:cNvSpPr>
            <a:spLocks noChangeShapeType="1"/>
          </p:cNvSpPr>
          <p:nvPr/>
        </p:nvSpPr>
        <p:spPr bwMode="auto">
          <a:xfrm flipH="1" flipV="1">
            <a:off x="8137075" y="3299687"/>
            <a:ext cx="341452" cy="349587"/>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Line 12"/>
          <p:cNvSpPr>
            <a:spLocks noChangeShapeType="1"/>
          </p:cNvSpPr>
          <p:nvPr/>
        </p:nvSpPr>
        <p:spPr bwMode="auto">
          <a:xfrm flipH="1" flipV="1">
            <a:off x="1915151" y="3565730"/>
            <a:ext cx="107363" cy="356989"/>
          </a:xfrm>
          <a:prstGeom prst="line">
            <a:avLst/>
          </a:prstGeom>
          <a:noFill/>
          <a:ln w="19050">
            <a:solidFill>
              <a:srgbClr val="00B0F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Line 12"/>
          <p:cNvSpPr>
            <a:spLocks noChangeShapeType="1"/>
          </p:cNvSpPr>
          <p:nvPr/>
        </p:nvSpPr>
        <p:spPr bwMode="auto">
          <a:xfrm flipH="1">
            <a:off x="2347800" y="2114550"/>
            <a:ext cx="242999" cy="88428"/>
          </a:xfrm>
          <a:prstGeom prst="line">
            <a:avLst/>
          </a:prstGeom>
          <a:noFill/>
          <a:ln w="190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5407624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C94FC715-78AF-472F-9670-78E8E848F669}"/>
              </a:ext>
            </a:extLst>
          </p:cNvPr>
          <p:cNvSpPr/>
          <p:nvPr/>
        </p:nvSpPr>
        <p:spPr>
          <a:xfrm>
            <a:off x="4191000" y="1504950"/>
            <a:ext cx="4583906" cy="2962496"/>
          </a:xfrm>
          <a:custGeom>
            <a:avLst/>
            <a:gdLst>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07406 w 3364706"/>
              <a:gd name="connsiteY20" fmla="*/ 893190 h 2200496"/>
              <a:gd name="connsiteX21" fmla="*/ 2085975 w 3364706"/>
              <a:gd name="connsiteY21" fmla="*/ 900333 h 2200496"/>
              <a:gd name="connsiteX22" fmla="*/ 2050256 w 3364706"/>
              <a:gd name="connsiteY22" fmla="*/ 921765 h 2200496"/>
              <a:gd name="connsiteX23" fmla="*/ 2014538 w 3364706"/>
              <a:gd name="connsiteY23" fmla="*/ 928908 h 2200496"/>
              <a:gd name="connsiteX24" fmla="*/ 1993106 w 3364706"/>
              <a:gd name="connsiteY24" fmla="*/ 9360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5975 w 3364706"/>
              <a:gd name="connsiteY21" fmla="*/ 900333 h 2200496"/>
              <a:gd name="connsiteX22" fmla="*/ 2050256 w 3364706"/>
              <a:gd name="connsiteY22" fmla="*/ 921765 h 2200496"/>
              <a:gd name="connsiteX23" fmla="*/ 2014538 w 3364706"/>
              <a:gd name="connsiteY23" fmla="*/ 928908 h 2200496"/>
              <a:gd name="connsiteX24" fmla="*/ 1993106 w 3364706"/>
              <a:gd name="connsiteY24" fmla="*/ 9360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21765 h 2200496"/>
              <a:gd name="connsiteX23" fmla="*/ 2014538 w 3364706"/>
              <a:gd name="connsiteY23" fmla="*/ 928908 h 2200496"/>
              <a:gd name="connsiteX24" fmla="*/ 1993106 w 3364706"/>
              <a:gd name="connsiteY24" fmla="*/ 9360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14538 w 3364706"/>
              <a:gd name="connsiteY23" fmla="*/ 928908 h 2200496"/>
              <a:gd name="connsiteX24" fmla="*/ 1993106 w 3364706"/>
              <a:gd name="connsiteY24" fmla="*/ 9360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14538 w 3364706"/>
              <a:gd name="connsiteY23" fmla="*/ 928908 h 2200496"/>
              <a:gd name="connsiteX24" fmla="*/ 2001496 w 3364706"/>
              <a:gd name="connsiteY24" fmla="*/ 10209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70124 w 3364706"/>
              <a:gd name="connsiteY25" fmla="*/ 103241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70124 w 3364706"/>
              <a:gd name="connsiteY25" fmla="*/ 103241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70124 w 3364706"/>
              <a:gd name="connsiteY25" fmla="*/ 1032410 h 2200496"/>
              <a:gd name="connsiteX26" fmla="*/ 1573785 w 3364706"/>
              <a:gd name="connsiteY26" fmla="*/ 1065024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70124 w 3364706"/>
              <a:gd name="connsiteY25" fmla="*/ 1032410 h 2200496"/>
              <a:gd name="connsiteX26" fmla="*/ 1573785 w 3364706"/>
              <a:gd name="connsiteY26" fmla="*/ 1065024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70124 w 3364706"/>
              <a:gd name="connsiteY25" fmla="*/ 1032410 h 2200496"/>
              <a:gd name="connsiteX26" fmla="*/ 1573785 w 3364706"/>
              <a:gd name="connsiteY26" fmla="*/ 1065024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20652 w 3364706"/>
              <a:gd name="connsiteY27" fmla="*/ 102392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080228 w 3364706"/>
              <a:gd name="connsiteY32" fmla="*/ 90437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080228 w 3364706"/>
              <a:gd name="connsiteY32" fmla="*/ 904372 h 2200496"/>
              <a:gd name="connsiteX33" fmla="*/ 1051348 w 3364706"/>
              <a:gd name="connsiteY33" fmla="*/ 86447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080228 w 3364706"/>
              <a:gd name="connsiteY32" fmla="*/ 904372 h 2200496"/>
              <a:gd name="connsiteX33" fmla="*/ 1051348 w 3364706"/>
              <a:gd name="connsiteY33" fmla="*/ 864477 h 2200496"/>
              <a:gd name="connsiteX34" fmla="*/ 1030859 w 3364706"/>
              <a:gd name="connsiteY34" fmla="*/ 81743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080228 w 3364706"/>
              <a:gd name="connsiteY32" fmla="*/ 904372 h 2200496"/>
              <a:gd name="connsiteX33" fmla="*/ 1051348 w 3364706"/>
              <a:gd name="connsiteY33" fmla="*/ 864477 h 2200496"/>
              <a:gd name="connsiteX34" fmla="*/ 1030859 w 3364706"/>
              <a:gd name="connsiteY34" fmla="*/ 817438 h 2200496"/>
              <a:gd name="connsiteX35" fmla="*/ 1020919 w 3364706"/>
              <a:gd name="connsiteY35" fmla="*/ 79600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080228 w 3364706"/>
              <a:gd name="connsiteY32" fmla="*/ 904372 h 2200496"/>
              <a:gd name="connsiteX33" fmla="*/ 1051348 w 3364706"/>
              <a:gd name="connsiteY33" fmla="*/ 864477 h 2200496"/>
              <a:gd name="connsiteX34" fmla="*/ 1030859 w 3364706"/>
              <a:gd name="connsiteY34" fmla="*/ 817438 h 2200496"/>
              <a:gd name="connsiteX35" fmla="*/ 1020919 w 3364706"/>
              <a:gd name="connsiteY35" fmla="*/ 796007 h 2200496"/>
              <a:gd name="connsiteX36" fmla="*/ 1009123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Lst>
            <a:rect l="l" t="t" r="r" b="b"/>
            <a:pathLst>
              <a:path w="3364706" h="2200496">
                <a:moveTo>
                  <a:pt x="2150269" y="43083"/>
                </a:moveTo>
                <a:cubicBezTo>
                  <a:pt x="2138363" y="51417"/>
                  <a:pt x="2175885" y="43492"/>
                  <a:pt x="2185988" y="50227"/>
                </a:cubicBezTo>
                <a:cubicBezTo>
                  <a:pt x="2198675" y="58685"/>
                  <a:pt x="2205415" y="73748"/>
                  <a:pt x="2214563" y="85946"/>
                </a:cubicBezTo>
                <a:cubicBezTo>
                  <a:pt x="2219714" y="92814"/>
                  <a:pt x="2222146" y="102014"/>
                  <a:pt x="2228850" y="107377"/>
                </a:cubicBezTo>
                <a:cubicBezTo>
                  <a:pt x="2234730" y="112081"/>
                  <a:pt x="2243137" y="112140"/>
                  <a:pt x="2250281" y="114521"/>
                </a:cubicBezTo>
                <a:cubicBezTo>
                  <a:pt x="2275393" y="152187"/>
                  <a:pt x="2256337" y="118399"/>
                  <a:pt x="2271713" y="164527"/>
                </a:cubicBezTo>
                <a:cubicBezTo>
                  <a:pt x="2275768" y="176692"/>
                  <a:pt x="2281618" y="188195"/>
                  <a:pt x="2286000" y="200246"/>
                </a:cubicBezTo>
                <a:cubicBezTo>
                  <a:pt x="2291147" y="214400"/>
                  <a:pt x="2295526" y="228821"/>
                  <a:pt x="2300288" y="243108"/>
                </a:cubicBezTo>
                <a:lnTo>
                  <a:pt x="2307431" y="264540"/>
                </a:lnTo>
                <a:lnTo>
                  <a:pt x="2314575" y="285971"/>
                </a:lnTo>
                <a:cubicBezTo>
                  <a:pt x="2312194" y="355027"/>
                  <a:pt x="2311373" y="424155"/>
                  <a:pt x="2307431" y="493140"/>
                </a:cubicBezTo>
                <a:cubicBezTo>
                  <a:pt x="2306605" y="507601"/>
                  <a:pt x="2302336" y="521663"/>
                  <a:pt x="2300288" y="536002"/>
                </a:cubicBezTo>
                <a:cubicBezTo>
                  <a:pt x="2293067" y="586551"/>
                  <a:pt x="2294095" y="594590"/>
                  <a:pt x="2286000" y="643158"/>
                </a:cubicBezTo>
                <a:cubicBezTo>
                  <a:pt x="2282081" y="666671"/>
                  <a:pt x="2275032" y="700815"/>
                  <a:pt x="2264569" y="721740"/>
                </a:cubicBezTo>
                <a:cubicBezTo>
                  <a:pt x="2259806" y="731265"/>
                  <a:pt x="2255565" y="741069"/>
                  <a:pt x="2250281" y="750315"/>
                </a:cubicBezTo>
                <a:cubicBezTo>
                  <a:pt x="2246021" y="757769"/>
                  <a:pt x="2239834" y="764067"/>
                  <a:pt x="2235994" y="771746"/>
                </a:cubicBezTo>
                <a:cubicBezTo>
                  <a:pt x="2232626" y="778481"/>
                  <a:pt x="2233671" y="787392"/>
                  <a:pt x="2228850" y="793177"/>
                </a:cubicBezTo>
                <a:cubicBezTo>
                  <a:pt x="2221228" y="802324"/>
                  <a:pt x="2208694" y="806189"/>
                  <a:pt x="2200275" y="814608"/>
                </a:cubicBezTo>
                <a:cubicBezTo>
                  <a:pt x="2191856" y="823027"/>
                  <a:pt x="2187743" y="835273"/>
                  <a:pt x="2178844" y="843183"/>
                </a:cubicBezTo>
                <a:cubicBezTo>
                  <a:pt x="2166010" y="854591"/>
                  <a:pt x="2146489" y="855877"/>
                  <a:pt x="2135981" y="871758"/>
                </a:cubicBezTo>
                <a:cubicBezTo>
                  <a:pt x="2125473" y="887639"/>
                  <a:pt x="2123664" y="925218"/>
                  <a:pt x="2115796" y="938470"/>
                </a:cubicBezTo>
                <a:cubicBezTo>
                  <a:pt x="2107928" y="951723"/>
                  <a:pt x="2099694" y="943209"/>
                  <a:pt x="2088771" y="951273"/>
                </a:cubicBezTo>
                <a:cubicBezTo>
                  <a:pt x="2077848" y="959337"/>
                  <a:pt x="2059831" y="979734"/>
                  <a:pt x="2050256" y="986855"/>
                </a:cubicBezTo>
                <a:cubicBezTo>
                  <a:pt x="2040681" y="993976"/>
                  <a:pt x="2039445" y="988315"/>
                  <a:pt x="2031318" y="993998"/>
                </a:cubicBezTo>
                <a:cubicBezTo>
                  <a:pt x="2023191" y="999681"/>
                  <a:pt x="2023814" y="1007947"/>
                  <a:pt x="2001496" y="1020952"/>
                </a:cubicBezTo>
                <a:cubicBezTo>
                  <a:pt x="1979178" y="1033957"/>
                  <a:pt x="1968697" y="1064685"/>
                  <a:pt x="1897412" y="1072030"/>
                </a:cubicBezTo>
                <a:cubicBezTo>
                  <a:pt x="1826127" y="1079375"/>
                  <a:pt x="1729203" y="1085283"/>
                  <a:pt x="1573785" y="1065024"/>
                </a:cubicBezTo>
                <a:cubicBezTo>
                  <a:pt x="1485679" y="1062643"/>
                  <a:pt x="1368014" y="1041418"/>
                  <a:pt x="1309466" y="1032410"/>
                </a:cubicBezTo>
                <a:cubicBezTo>
                  <a:pt x="1250918" y="1023402"/>
                  <a:pt x="1244808" y="1016235"/>
                  <a:pt x="1222495" y="1010978"/>
                </a:cubicBezTo>
                <a:cubicBezTo>
                  <a:pt x="1200182" y="1005721"/>
                  <a:pt x="1189309" y="1009403"/>
                  <a:pt x="1175589" y="1000867"/>
                </a:cubicBezTo>
                <a:cubicBezTo>
                  <a:pt x="1161869" y="992331"/>
                  <a:pt x="1152030" y="970881"/>
                  <a:pt x="1140175" y="959763"/>
                </a:cubicBezTo>
                <a:cubicBezTo>
                  <a:pt x="1128320" y="948645"/>
                  <a:pt x="1114447" y="943388"/>
                  <a:pt x="1104456" y="934156"/>
                </a:cubicBezTo>
                <a:cubicBezTo>
                  <a:pt x="1094465" y="924924"/>
                  <a:pt x="1089079" y="915985"/>
                  <a:pt x="1080228" y="904372"/>
                </a:cubicBezTo>
                <a:cubicBezTo>
                  <a:pt x="1071377" y="892759"/>
                  <a:pt x="1059576" y="878966"/>
                  <a:pt x="1051348" y="864477"/>
                </a:cubicBezTo>
                <a:cubicBezTo>
                  <a:pt x="1043120" y="849988"/>
                  <a:pt x="1060696" y="837330"/>
                  <a:pt x="1030859" y="817438"/>
                </a:cubicBezTo>
                <a:cubicBezTo>
                  <a:pt x="1028478" y="810294"/>
                  <a:pt x="1024542" y="803622"/>
                  <a:pt x="1020919" y="796007"/>
                </a:cubicBezTo>
                <a:cubicBezTo>
                  <a:pt x="1017296" y="788392"/>
                  <a:pt x="1014970" y="780552"/>
                  <a:pt x="1009123" y="771746"/>
                </a:cubicBezTo>
                <a:cubicBezTo>
                  <a:pt x="1003276" y="762940"/>
                  <a:pt x="995672" y="756268"/>
                  <a:pt x="985838" y="743171"/>
                </a:cubicBezTo>
                <a:cubicBezTo>
                  <a:pt x="976004" y="730074"/>
                  <a:pt x="955344" y="703615"/>
                  <a:pt x="950119" y="693165"/>
                </a:cubicBezTo>
                <a:cubicBezTo>
                  <a:pt x="946751" y="686430"/>
                  <a:pt x="944801" y="679039"/>
                  <a:pt x="942975" y="671733"/>
                </a:cubicBezTo>
                <a:cubicBezTo>
                  <a:pt x="929304" y="617051"/>
                  <a:pt x="941704" y="648283"/>
                  <a:pt x="928688" y="578865"/>
                </a:cubicBezTo>
                <a:cubicBezTo>
                  <a:pt x="925069" y="559565"/>
                  <a:pt x="919163" y="540765"/>
                  <a:pt x="914400" y="521715"/>
                </a:cubicBezTo>
                <a:lnTo>
                  <a:pt x="907256" y="493140"/>
                </a:lnTo>
                <a:cubicBezTo>
                  <a:pt x="911736" y="403551"/>
                  <a:pt x="897579" y="376765"/>
                  <a:pt x="928688" y="314546"/>
                </a:cubicBezTo>
                <a:cubicBezTo>
                  <a:pt x="932528" y="306867"/>
                  <a:pt x="937271" y="299532"/>
                  <a:pt x="942975" y="293115"/>
                </a:cubicBezTo>
                <a:cubicBezTo>
                  <a:pt x="956399" y="278013"/>
                  <a:pt x="985838" y="250252"/>
                  <a:pt x="985838" y="250252"/>
                </a:cubicBezTo>
                <a:cubicBezTo>
                  <a:pt x="1004885" y="193104"/>
                  <a:pt x="976314" y="259776"/>
                  <a:pt x="1014413" y="221677"/>
                </a:cubicBezTo>
                <a:cubicBezTo>
                  <a:pt x="1019738" y="216352"/>
                  <a:pt x="1016735" y="206031"/>
                  <a:pt x="1021556" y="200246"/>
                </a:cubicBezTo>
                <a:cubicBezTo>
                  <a:pt x="1029178" y="191099"/>
                  <a:pt x="1040606" y="185959"/>
                  <a:pt x="1050131" y="178815"/>
                </a:cubicBezTo>
                <a:lnTo>
                  <a:pt x="1078706" y="135952"/>
                </a:lnTo>
                <a:lnTo>
                  <a:pt x="1092994" y="114521"/>
                </a:lnTo>
                <a:cubicBezTo>
                  <a:pt x="1088231" y="107377"/>
                  <a:pt x="1087087" y="94953"/>
                  <a:pt x="1078706" y="93090"/>
                </a:cubicBezTo>
                <a:cubicBezTo>
                  <a:pt x="1072299" y="91666"/>
                  <a:pt x="1005102" y="104347"/>
                  <a:pt x="992981" y="107377"/>
                </a:cubicBezTo>
                <a:cubicBezTo>
                  <a:pt x="974572" y="111979"/>
                  <a:pt x="965083" y="116338"/>
                  <a:pt x="950119" y="128808"/>
                </a:cubicBezTo>
                <a:cubicBezTo>
                  <a:pt x="942358" y="135276"/>
                  <a:pt x="937094" y="144636"/>
                  <a:pt x="928688" y="150240"/>
                </a:cubicBezTo>
                <a:cubicBezTo>
                  <a:pt x="922422" y="154417"/>
                  <a:pt x="914177" y="154417"/>
                  <a:pt x="907256" y="157383"/>
                </a:cubicBezTo>
                <a:cubicBezTo>
                  <a:pt x="887833" y="165707"/>
                  <a:pt x="863738" y="181803"/>
                  <a:pt x="842963" y="185958"/>
                </a:cubicBezTo>
                <a:cubicBezTo>
                  <a:pt x="819496" y="190651"/>
                  <a:pt x="795338" y="190721"/>
                  <a:pt x="771525" y="193102"/>
                </a:cubicBezTo>
                <a:cubicBezTo>
                  <a:pt x="750094" y="185958"/>
                  <a:pt x="729147" y="177150"/>
                  <a:pt x="707231" y="171671"/>
                </a:cubicBezTo>
                <a:cubicBezTo>
                  <a:pt x="697706" y="169290"/>
                  <a:pt x="687719" y="168303"/>
                  <a:pt x="678656" y="164527"/>
                </a:cubicBezTo>
                <a:cubicBezTo>
                  <a:pt x="658996" y="156335"/>
                  <a:pt x="639228" y="147766"/>
                  <a:pt x="621506" y="135952"/>
                </a:cubicBezTo>
                <a:cubicBezTo>
                  <a:pt x="614362" y="131190"/>
                  <a:pt x="607966" y="125047"/>
                  <a:pt x="600075" y="121665"/>
                </a:cubicBezTo>
                <a:cubicBezTo>
                  <a:pt x="591051" y="117797"/>
                  <a:pt x="581025" y="116902"/>
                  <a:pt x="571500" y="114521"/>
                </a:cubicBezTo>
                <a:cubicBezTo>
                  <a:pt x="561975" y="107377"/>
                  <a:pt x="552613" y="100010"/>
                  <a:pt x="542925" y="93090"/>
                </a:cubicBezTo>
                <a:cubicBezTo>
                  <a:pt x="535939" y="88100"/>
                  <a:pt x="527565" y="84873"/>
                  <a:pt x="521494" y="78802"/>
                </a:cubicBezTo>
                <a:cubicBezTo>
                  <a:pt x="515423" y="72731"/>
                  <a:pt x="514192" y="62361"/>
                  <a:pt x="507206" y="57371"/>
                </a:cubicBezTo>
                <a:cubicBezTo>
                  <a:pt x="496771" y="49918"/>
                  <a:pt x="482697" y="49311"/>
                  <a:pt x="471488" y="43083"/>
                </a:cubicBezTo>
                <a:cubicBezTo>
                  <a:pt x="461080" y="37301"/>
                  <a:pt x="452438" y="28796"/>
                  <a:pt x="442913" y="21652"/>
                </a:cubicBezTo>
                <a:cubicBezTo>
                  <a:pt x="426244" y="24033"/>
                  <a:pt x="408730" y="23042"/>
                  <a:pt x="392906" y="28796"/>
                </a:cubicBezTo>
                <a:cubicBezTo>
                  <a:pt x="381717" y="32865"/>
                  <a:pt x="374668" y="44320"/>
                  <a:pt x="364331" y="50227"/>
                </a:cubicBezTo>
                <a:cubicBezTo>
                  <a:pt x="357793" y="53963"/>
                  <a:pt x="350044" y="54990"/>
                  <a:pt x="342900" y="57371"/>
                </a:cubicBezTo>
                <a:cubicBezTo>
                  <a:pt x="335756" y="69277"/>
                  <a:pt x="330505" y="82548"/>
                  <a:pt x="321469" y="93090"/>
                </a:cubicBezTo>
                <a:cubicBezTo>
                  <a:pt x="315882" y="99609"/>
                  <a:pt x="305401" y="100673"/>
                  <a:pt x="300038" y="107377"/>
                </a:cubicBezTo>
                <a:cubicBezTo>
                  <a:pt x="260600" y="156673"/>
                  <a:pt x="332884" y="102147"/>
                  <a:pt x="271463" y="143096"/>
                </a:cubicBezTo>
                <a:cubicBezTo>
                  <a:pt x="263032" y="168389"/>
                  <a:pt x="264745" y="166617"/>
                  <a:pt x="250031" y="193102"/>
                </a:cubicBezTo>
                <a:cubicBezTo>
                  <a:pt x="221915" y="243711"/>
                  <a:pt x="234516" y="211075"/>
                  <a:pt x="221456" y="250252"/>
                </a:cubicBezTo>
                <a:cubicBezTo>
                  <a:pt x="242586" y="355898"/>
                  <a:pt x="226547" y="261480"/>
                  <a:pt x="221456" y="493140"/>
                </a:cubicBezTo>
                <a:cubicBezTo>
                  <a:pt x="218212" y="640761"/>
                  <a:pt x="221780" y="788584"/>
                  <a:pt x="214313" y="936052"/>
                </a:cubicBezTo>
                <a:cubicBezTo>
                  <a:pt x="212234" y="977106"/>
                  <a:pt x="202851" y="1017616"/>
                  <a:pt x="192881" y="1057496"/>
                </a:cubicBezTo>
                <a:lnTo>
                  <a:pt x="178594" y="1114646"/>
                </a:lnTo>
                <a:cubicBezTo>
                  <a:pt x="187184" y="1252078"/>
                  <a:pt x="190231" y="1236160"/>
                  <a:pt x="178594" y="1393252"/>
                </a:cubicBezTo>
                <a:cubicBezTo>
                  <a:pt x="177869" y="1403043"/>
                  <a:pt x="174271" y="1412423"/>
                  <a:pt x="171450" y="1421827"/>
                </a:cubicBezTo>
                <a:cubicBezTo>
                  <a:pt x="156188" y="1472702"/>
                  <a:pt x="159428" y="1450928"/>
                  <a:pt x="150019" y="1493265"/>
                </a:cubicBezTo>
                <a:cubicBezTo>
                  <a:pt x="147385" y="1505118"/>
                  <a:pt x="145509" y="1517130"/>
                  <a:pt x="142875" y="1528983"/>
                </a:cubicBezTo>
                <a:cubicBezTo>
                  <a:pt x="140745" y="1538567"/>
                  <a:pt x="137487" y="1547898"/>
                  <a:pt x="135731" y="1557558"/>
                </a:cubicBezTo>
                <a:cubicBezTo>
                  <a:pt x="127216" y="1604393"/>
                  <a:pt x="132662" y="1598747"/>
                  <a:pt x="121444" y="1636140"/>
                </a:cubicBezTo>
                <a:cubicBezTo>
                  <a:pt x="91322" y="1736541"/>
                  <a:pt x="125901" y="1608467"/>
                  <a:pt x="78581" y="1750440"/>
                </a:cubicBezTo>
                <a:cubicBezTo>
                  <a:pt x="68071" y="1781974"/>
                  <a:pt x="74806" y="1765136"/>
                  <a:pt x="57150" y="1800446"/>
                </a:cubicBezTo>
                <a:cubicBezTo>
                  <a:pt x="54769" y="1812352"/>
                  <a:pt x="52951" y="1824385"/>
                  <a:pt x="50006" y="1836165"/>
                </a:cubicBezTo>
                <a:cubicBezTo>
                  <a:pt x="48180" y="1843470"/>
                  <a:pt x="44689" y="1850291"/>
                  <a:pt x="42863" y="1857596"/>
                </a:cubicBezTo>
                <a:lnTo>
                  <a:pt x="28575" y="1914746"/>
                </a:lnTo>
                <a:cubicBezTo>
                  <a:pt x="26194" y="1933796"/>
                  <a:pt x="23674" y="1952829"/>
                  <a:pt x="21431" y="1971896"/>
                </a:cubicBezTo>
                <a:cubicBezTo>
                  <a:pt x="18119" y="2000052"/>
                  <a:pt x="11665" y="2063957"/>
                  <a:pt x="7144" y="2093340"/>
                </a:cubicBezTo>
                <a:cubicBezTo>
                  <a:pt x="5298" y="2105341"/>
                  <a:pt x="2381" y="2117152"/>
                  <a:pt x="0" y="2129058"/>
                </a:cubicBezTo>
                <a:cubicBezTo>
                  <a:pt x="4763" y="2145727"/>
                  <a:pt x="3645" y="2165381"/>
                  <a:pt x="14288" y="2179065"/>
                </a:cubicBezTo>
                <a:cubicBezTo>
                  <a:pt x="17277" y="2182909"/>
                  <a:pt x="61167" y="2197072"/>
                  <a:pt x="71438" y="2200496"/>
                </a:cubicBezTo>
                <a:cubicBezTo>
                  <a:pt x="84970" y="2159896"/>
                  <a:pt x="73256" y="2184390"/>
                  <a:pt x="121444" y="2136202"/>
                </a:cubicBezTo>
                <a:cubicBezTo>
                  <a:pt x="130969" y="2126677"/>
                  <a:pt x="142547" y="2118835"/>
                  <a:pt x="150019" y="2107627"/>
                </a:cubicBezTo>
                <a:cubicBezTo>
                  <a:pt x="161472" y="2090448"/>
                  <a:pt x="178997" y="2062819"/>
                  <a:pt x="192881" y="2050477"/>
                </a:cubicBezTo>
                <a:cubicBezTo>
                  <a:pt x="203259" y="2041252"/>
                  <a:pt x="216694" y="2036190"/>
                  <a:pt x="228600" y="2029046"/>
                </a:cubicBezTo>
                <a:cubicBezTo>
                  <a:pt x="277941" y="1930368"/>
                  <a:pt x="206390" y="2065934"/>
                  <a:pt x="264319" y="1979040"/>
                </a:cubicBezTo>
                <a:cubicBezTo>
                  <a:pt x="268496" y="1972774"/>
                  <a:pt x="267806" y="1964191"/>
                  <a:pt x="271463" y="1957608"/>
                </a:cubicBezTo>
                <a:cubicBezTo>
                  <a:pt x="296591" y="1912378"/>
                  <a:pt x="293270" y="1919822"/>
                  <a:pt x="328613" y="1893315"/>
                </a:cubicBezTo>
                <a:cubicBezTo>
                  <a:pt x="360184" y="1845955"/>
                  <a:pt x="323085" y="1898572"/>
                  <a:pt x="364331" y="1850452"/>
                </a:cubicBezTo>
                <a:cubicBezTo>
                  <a:pt x="395471" y="1814123"/>
                  <a:pt x="371186" y="1826736"/>
                  <a:pt x="407194" y="1814733"/>
                </a:cubicBezTo>
                <a:cubicBezTo>
                  <a:pt x="419346" y="1778278"/>
                  <a:pt x="406581" y="1805924"/>
                  <a:pt x="435769" y="1771871"/>
                </a:cubicBezTo>
                <a:cubicBezTo>
                  <a:pt x="443517" y="1762831"/>
                  <a:pt x="450372" y="1753050"/>
                  <a:pt x="457200" y="1743296"/>
                </a:cubicBezTo>
                <a:cubicBezTo>
                  <a:pt x="467047" y="1729228"/>
                  <a:pt x="471487" y="1709958"/>
                  <a:pt x="485775" y="1700433"/>
                </a:cubicBezTo>
                <a:cubicBezTo>
                  <a:pt x="492919" y="1695671"/>
                  <a:pt x="501135" y="1692217"/>
                  <a:pt x="507206" y="1686146"/>
                </a:cubicBezTo>
                <a:cubicBezTo>
                  <a:pt x="579946" y="1613406"/>
                  <a:pt x="517313" y="1672341"/>
                  <a:pt x="557213" y="1614708"/>
                </a:cubicBezTo>
                <a:cubicBezTo>
                  <a:pt x="593345" y="1562517"/>
                  <a:pt x="595492" y="1562143"/>
                  <a:pt x="628650" y="1528983"/>
                </a:cubicBezTo>
                <a:cubicBezTo>
                  <a:pt x="644189" y="1482369"/>
                  <a:pt x="622450" y="1534029"/>
                  <a:pt x="664369" y="1486121"/>
                </a:cubicBezTo>
                <a:cubicBezTo>
                  <a:pt x="718650" y="1424085"/>
                  <a:pt x="656666" y="1469824"/>
                  <a:pt x="707231" y="1436115"/>
                </a:cubicBezTo>
                <a:cubicBezTo>
                  <a:pt x="718248" y="1403065"/>
                  <a:pt x="708878" y="1424908"/>
                  <a:pt x="728663" y="1393252"/>
                </a:cubicBezTo>
                <a:cubicBezTo>
                  <a:pt x="736022" y="1381478"/>
                  <a:pt x="741569" y="1368493"/>
                  <a:pt x="750094" y="1357533"/>
                </a:cubicBezTo>
                <a:cubicBezTo>
                  <a:pt x="758364" y="1346900"/>
                  <a:pt x="769799" y="1339096"/>
                  <a:pt x="778669" y="1328958"/>
                </a:cubicBezTo>
                <a:cubicBezTo>
                  <a:pt x="786509" y="1319998"/>
                  <a:pt x="793790" y="1310479"/>
                  <a:pt x="800100" y="1300383"/>
                </a:cubicBezTo>
                <a:cubicBezTo>
                  <a:pt x="805744" y="1291352"/>
                  <a:pt x="807570" y="1279989"/>
                  <a:pt x="814388" y="1271808"/>
                </a:cubicBezTo>
                <a:cubicBezTo>
                  <a:pt x="819884" y="1265212"/>
                  <a:pt x="828675" y="1262283"/>
                  <a:pt x="835819" y="1257521"/>
                </a:cubicBezTo>
                <a:cubicBezTo>
                  <a:pt x="847552" y="1210589"/>
                  <a:pt x="835325" y="1245884"/>
                  <a:pt x="857250" y="1207515"/>
                </a:cubicBezTo>
                <a:cubicBezTo>
                  <a:pt x="862534" y="1198269"/>
                  <a:pt x="864720" y="1187121"/>
                  <a:pt x="871538" y="1178940"/>
                </a:cubicBezTo>
                <a:cubicBezTo>
                  <a:pt x="877034" y="1172344"/>
                  <a:pt x="885825" y="1169415"/>
                  <a:pt x="892969" y="1164652"/>
                </a:cubicBezTo>
                <a:cubicBezTo>
                  <a:pt x="897731" y="1150365"/>
                  <a:pt x="892646" y="1125443"/>
                  <a:pt x="907256" y="1121790"/>
                </a:cubicBezTo>
                <a:cubicBezTo>
                  <a:pt x="936232" y="1114546"/>
                  <a:pt x="971003" y="1108048"/>
                  <a:pt x="992981" y="1086071"/>
                </a:cubicBezTo>
                <a:cubicBezTo>
                  <a:pt x="1019738" y="1059316"/>
                  <a:pt x="1004829" y="1067835"/>
                  <a:pt x="1035844" y="1057496"/>
                </a:cubicBezTo>
                <a:cubicBezTo>
                  <a:pt x="1045369" y="1050352"/>
                  <a:pt x="1052971" y="1039336"/>
                  <a:pt x="1064419" y="1036065"/>
                </a:cubicBezTo>
                <a:cubicBezTo>
                  <a:pt x="1126763" y="1018252"/>
                  <a:pt x="1131929" y="1028826"/>
                  <a:pt x="1185863" y="1043208"/>
                </a:cubicBezTo>
                <a:cubicBezTo>
                  <a:pt x="1204836" y="1048268"/>
                  <a:pt x="1223758" y="1053645"/>
                  <a:pt x="1243013" y="1057496"/>
                </a:cubicBezTo>
                <a:cubicBezTo>
                  <a:pt x="1254919" y="1059877"/>
                  <a:pt x="1266952" y="1061695"/>
                  <a:pt x="1278731" y="1064640"/>
                </a:cubicBezTo>
                <a:cubicBezTo>
                  <a:pt x="1286037" y="1066466"/>
                  <a:pt x="1292674" y="1070995"/>
                  <a:pt x="1300163" y="1071783"/>
                </a:cubicBezTo>
                <a:cubicBezTo>
                  <a:pt x="1338128" y="1075779"/>
                  <a:pt x="1376363" y="1076546"/>
                  <a:pt x="1414463" y="1078927"/>
                </a:cubicBezTo>
                <a:cubicBezTo>
                  <a:pt x="1458473" y="1093598"/>
                  <a:pt x="1413670" y="1080083"/>
                  <a:pt x="1485900" y="1093215"/>
                </a:cubicBezTo>
                <a:cubicBezTo>
                  <a:pt x="1495560" y="1094971"/>
                  <a:pt x="1504891" y="1098228"/>
                  <a:pt x="1514475" y="1100358"/>
                </a:cubicBezTo>
                <a:cubicBezTo>
                  <a:pt x="1526328" y="1102992"/>
                  <a:pt x="1538288" y="1105121"/>
                  <a:pt x="1550194" y="1107502"/>
                </a:cubicBezTo>
                <a:lnTo>
                  <a:pt x="1964531" y="1100358"/>
                </a:lnTo>
                <a:cubicBezTo>
                  <a:pt x="1972057" y="1100111"/>
                  <a:pt x="1978554" y="1094562"/>
                  <a:pt x="1985963" y="1093215"/>
                </a:cubicBezTo>
                <a:cubicBezTo>
                  <a:pt x="2004852" y="1089781"/>
                  <a:pt x="2024083" y="1088608"/>
                  <a:pt x="2043113" y="1086071"/>
                </a:cubicBezTo>
                <a:lnTo>
                  <a:pt x="2093119" y="1078927"/>
                </a:lnTo>
                <a:cubicBezTo>
                  <a:pt x="2112149" y="1076390"/>
                  <a:pt x="2131332" y="1074939"/>
                  <a:pt x="2150269" y="1071783"/>
                </a:cubicBezTo>
                <a:cubicBezTo>
                  <a:pt x="2159954" y="1070169"/>
                  <a:pt x="2169319" y="1067021"/>
                  <a:pt x="2178844" y="1064640"/>
                </a:cubicBezTo>
                <a:cubicBezTo>
                  <a:pt x="2188369" y="1069402"/>
                  <a:pt x="2199103" y="1072274"/>
                  <a:pt x="2207419" y="1078927"/>
                </a:cubicBezTo>
                <a:cubicBezTo>
                  <a:pt x="2223197" y="1091549"/>
                  <a:pt x="2235994" y="1107502"/>
                  <a:pt x="2250281" y="1121790"/>
                </a:cubicBezTo>
                <a:cubicBezTo>
                  <a:pt x="2259806" y="1131315"/>
                  <a:pt x="2268080" y="1142283"/>
                  <a:pt x="2278856" y="1150365"/>
                </a:cubicBezTo>
                <a:cubicBezTo>
                  <a:pt x="2288381" y="1157509"/>
                  <a:pt x="2299012" y="1163377"/>
                  <a:pt x="2307431" y="1171796"/>
                </a:cubicBezTo>
                <a:cubicBezTo>
                  <a:pt x="2367646" y="1232010"/>
                  <a:pt x="2282387" y="1156562"/>
                  <a:pt x="2328863" y="1214658"/>
                </a:cubicBezTo>
                <a:cubicBezTo>
                  <a:pt x="2334226" y="1221362"/>
                  <a:pt x="2343150" y="1224183"/>
                  <a:pt x="2350294" y="1228946"/>
                </a:cubicBezTo>
                <a:cubicBezTo>
                  <a:pt x="2352675" y="1238471"/>
                  <a:pt x="2351731" y="1249532"/>
                  <a:pt x="2357438" y="1257521"/>
                </a:cubicBezTo>
                <a:cubicBezTo>
                  <a:pt x="2364358" y="1267209"/>
                  <a:pt x="2377053" y="1271112"/>
                  <a:pt x="2386013" y="1278952"/>
                </a:cubicBezTo>
                <a:cubicBezTo>
                  <a:pt x="2396151" y="1287822"/>
                  <a:pt x="2405063" y="1298002"/>
                  <a:pt x="2414588" y="1307527"/>
                </a:cubicBezTo>
                <a:cubicBezTo>
                  <a:pt x="2416969" y="1314671"/>
                  <a:pt x="2417554" y="1322693"/>
                  <a:pt x="2421731" y="1328958"/>
                </a:cubicBezTo>
                <a:cubicBezTo>
                  <a:pt x="2438936" y="1354765"/>
                  <a:pt x="2443508" y="1346227"/>
                  <a:pt x="2464594" y="1364677"/>
                </a:cubicBezTo>
                <a:cubicBezTo>
                  <a:pt x="2477266" y="1375765"/>
                  <a:pt x="2488407" y="1388490"/>
                  <a:pt x="2500313" y="1400396"/>
                </a:cubicBezTo>
                <a:cubicBezTo>
                  <a:pt x="2502694" y="1407540"/>
                  <a:pt x="2503279" y="1415562"/>
                  <a:pt x="2507456" y="1421827"/>
                </a:cubicBezTo>
                <a:cubicBezTo>
                  <a:pt x="2527564" y="1451989"/>
                  <a:pt x="2543370" y="1443451"/>
                  <a:pt x="2571750" y="1471833"/>
                </a:cubicBezTo>
                <a:cubicBezTo>
                  <a:pt x="2634370" y="1534455"/>
                  <a:pt x="2557733" y="1455014"/>
                  <a:pt x="2607469" y="1514696"/>
                </a:cubicBezTo>
                <a:cubicBezTo>
                  <a:pt x="2613937" y="1522457"/>
                  <a:pt x="2622247" y="1528524"/>
                  <a:pt x="2628900" y="1536127"/>
                </a:cubicBezTo>
                <a:cubicBezTo>
                  <a:pt x="2638941" y="1547602"/>
                  <a:pt x="2647950" y="1559940"/>
                  <a:pt x="2657475" y="1571846"/>
                </a:cubicBezTo>
                <a:cubicBezTo>
                  <a:pt x="2670573" y="1611137"/>
                  <a:pt x="2656750" y="1575934"/>
                  <a:pt x="2678906" y="1614708"/>
                </a:cubicBezTo>
                <a:cubicBezTo>
                  <a:pt x="2695187" y="1643200"/>
                  <a:pt x="2693213" y="1650452"/>
                  <a:pt x="2714625" y="1679002"/>
                </a:cubicBezTo>
                <a:cubicBezTo>
                  <a:pt x="2720687" y="1687084"/>
                  <a:pt x="2728912" y="1693289"/>
                  <a:pt x="2736056" y="1700433"/>
                </a:cubicBezTo>
                <a:cubicBezTo>
                  <a:pt x="2748976" y="1752110"/>
                  <a:pt x="2737309" y="1721153"/>
                  <a:pt x="2786063" y="1786158"/>
                </a:cubicBezTo>
                <a:lnTo>
                  <a:pt x="2807494" y="1814733"/>
                </a:lnTo>
                <a:cubicBezTo>
                  <a:pt x="2814638" y="1824258"/>
                  <a:pt x="2822321" y="1833401"/>
                  <a:pt x="2828925" y="1843308"/>
                </a:cubicBezTo>
                <a:cubicBezTo>
                  <a:pt x="2833688" y="1850452"/>
                  <a:pt x="2837142" y="1858669"/>
                  <a:pt x="2843213" y="1864740"/>
                </a:cubicBezTo>
                <a:cubicBezTo>
                  <a:pt x="2849284" y="1870811"/>
                  <a:pt x="2857500" y="1874265"/>
                  <a:pt x="2864644" y="1879027"/>
                </a:cubicBezTo>
                <a:cubicBezTo>
                  <a:pt x="2902742" y="1936175"/>
                  <a:pt x="2852738" y="1867121"/>
                  <a:pt x="2900363" y="1914746"/>
                </a:cubicBezTo>
                <a:cubicBezTo>
                  <a:pt x="2906434" y="1920817"/>
                  <a:pt x="2908054" y="1930681"/>
                  <a:pt x="2914650" y="1936177"/>
                </a:cubicBezTo>
                <a:cubicBezTo>
                  <a:pt x="2933162" y="1951604"/>
                  <a:pt x="2945000" y="1948673"/>
                  <a:pt x="2964656" y="1957608"/>
                </a:cubicBezTo>
                <a:cubicBezTo>
                  <a:pt x="2984046" y="1966421"/>
                  <a:pt x="3001600" y="1979448"/>
                  <a:pt x="3021806" y="1986183"/>
                </a:cubicBezTo>
                <a:cubicBezTo>
                  <a:pt x="3036094" y="1990946"/>
                  <a:pt x="3050906" y="1994354"/>
                  <a:pt x="3064669" y="2000471"/>
                </a:cubicBezTo>
                <a:cubicBezTo>
                  <a:pt x="3072515" y="2003958"/>
                  <a:pt x="3078254" y="2011271"/>
                  <a:pt x="3086100" y="2014758"/>
                </a:cubicBezTo>
                <a:cubicBezTo>
                  <a:pt x="3099863" y="2020875"/>
                  <a:pt x="3128963" y="2029046"/>
                  <a:pt x="3128963" y="2029046"/>
                </a:cubicBezTo>
                <a:cubicBezTo>
                  <a:pt x="3214052" y="2092862"/>
                  <a:pt x="3105862" y="2017495"/>
                  <a:pt x="3186113" y="2057621"/>
                </a:cubicBezTo>
                <a:cubicBezTo>
                  <a:pt x="3196762" y="2062946"/>
                  <a:pt x="3204351" y="2073145"/>
                  <a:pt x="3214688" y="2079052"/>
                </a:cubicBezTo>
                <a:cubicBezTo>
                  <a:pt x="3221226" y="2082788"/>
                  <a:pt x="3229198" y="2083230"/>
                  <a:pt x="3236119" y="2086196"/>
                </a:cubicBezTo>
                <a:cubicBezTo>
                  <a:pt x="3245907" y="2090391"/>
                  <a:pt x="3254806" y="2096528"/>
                  <a:pt x="3264694" y="2100483"/>
                </a:cubicBezTo>
                <a:cubicBezTo>
                  <a:pt x="3293684" y="2112079"/>
                  <a:pt x="3308061" y="2114897"/>
                  <a:pt x="3336131" y="2121915"/>
                </a:cubicBezTo>
                <a:cubicBezTo>
                  <a:pt x="3343275" y="2126677"/>
                  <a:pt x="3349234" y="2138284"/>
                  <a:pt x="3357563" y="2136202"/>
                </a:cubicBezTo>
                <a:cubicBezTo>
                  <a:pt x="3364868" y="2134376"/>
                  <a:pt x="3364706" y="2122301"/>
                  <a:pt x="3364706" y="2114771"/>
                </a:cubicBezTo>
                <a:cubicBezTo>
                  <a:pt x="3364706" y="2083723"/>
                  <a:pt x="3363285" y="2052418"/>
                  <a:pt x="3357563" y="2021902"/>
                </a:cubicBezTo>
                <a:cubicBezTo>
                  <a:pt x="3355268" y="2009662"/>
                  <a:pt x="3328640" y="1985836"/>
                  <a:pt x="3321844" y="1979040"/>
                </a:cubicBezTo>
                <a:cubicBezTo>
                  <a:pt x="3303009" y="1884869"/>
                  <a:pt x="3322997" y="1994047"/>
                  <a:pt x="3307556" y="1793302"/>
                </a:cubicBezTo>
                <a:cubicBezTo>
                  <a:pt x="3305069" y="1760972"/>
                  <a:pt x="3294815" y="1746582"/>
                  <a:pt x="3286125" y="1714721"/>
                </a:cubicBezTo>
                <a:cubicBezTo>
                  <a:pt x="3269506" y="1653785"/>
                  <a:pt x="3290890" y="1702820"/>
                  <a:pt x="3264694" y="1650427"/>
                </a:cubicBezTo>
                <a:cubicBezTo>
                  <a:pt x="3262313" y="1636140"/>
                  <a:pt x="3259507" y="1621917"/>
                  <a:pt x="3257550" y="1607565"/>
                </a:cubicBezTo>
                <a:cubicBezTo>
                  <a:pt x="3252362" y="1569521"/>
                  <a:pt x="3250793" y="1530916"/>
                  <a:pt x="3243263" y="1493265"/>
                </a:cubicBezTo>
                <a:cubicBezTo>
                  <a:pt x="3241991" y="1486907"/>
                  <a:pt x="3232759" y="1437799"/>
                  <a:pt x="3228975" y="1428971"/>
                </a:cubicBezTo>
                <a:cubicBezTo>
                  <a:pt x="3199491" y="1360176"/>
                  <a:pt x="3229950" y="1470319"/>
                  <a:pt x="3200400" y="1371821"/>
                </a:cubicBezTo>
                <a:cubicBezTo>
                  <a:pt x="3196911" y="1360191"/>
                  <a:pt x="3195890" y="1347955"/>
                  <a:pt x="3193256" y="1336102"/>
                </a:cubicBezTo>
                <a:cubicBezTo>
                  <a:pt x="3178977" y="1271846"/>
                  <a:pt x="3193290" y="1338605"/>
                  <a:pt x="3178969" y="1286096"/>
                </a:cubicBezTo>
                <a:cubicBezTo>
                  <a:pt x="3173802" y="1267152"/>
                  <a:pt x="3164681" y="1228946"/>
                  <a:pt x="3164681" y="1228946"/>
                </a:cubicBezTo>
                <a:cubicBezTo>
                  <a:pt x="3162300" y="1200371"/>
                  <a:pt x="3162010" y="1171544"/>
                  <a:pt x="3157538" y="1143221"/>
                </a:cubicBezTo>
                <a:cubicBezTo>
                  <a:pt x="3154834" y="1126097"/>
                  <a:pt x="3146100" y="1110315"/>
                  <a:pt x="3143250" y="1093215"/>
                </a:cubicBezTo>
                <a:cubicBezTo>
                  <a:pt x="3138926" y="1067271"/>
                  <a:pt x="3139508" y="1040714"/>
                  <a:pt x="3136106" y="1014633"/>
                </a:cubicBezTo>
                <a:cubicBezTo>
                  <a:pt x="3126125" y="938112"/>
                  <a:pt x="3129539" y="952067"/>
                  <a:pt x="3114675" y="907477"/>
                </a:cubicBezTo>
                <a:cubicBezTo>
                  <a:pt x="3112294" y="874140"/>
                  <a:pt x="3110700" y="840737"/>
                  <a:pt x="3107531" y="807465"/>
                </a:cubicBezTo>
                <a:cubicBezTo>
                  <a:pt x="3105935" y="790703"/>
                  <a:pt x="3101912" y="774227"/>
                  <a:pt x="3100388" y="757458"/>
                </a:cubicBezTo>
                <a:cubicBezTo>
                  <a:pt x="3094723" y="695138"/>
                  <a:pt x="3098141" y="661624"/>
                  <a:pt x="3086100" y="607440"/>
                </a:cubicBezTo>
                <a:cubicBezTo>
                  <a:pt x="3084466" y="600089"/>
                  <a:pt x="3081337" y="593152"/>
                  <a:pt x="3078956" y="586008"/>
                </a:cubicBezTo>
                <a:cubicBezTo>
                  <a:pt x="3076575" y="571721"/>
                  <a:pt x="3074955" y="557285"/>
                  <a:pt x="3071813" y="543146"/>
                </a:cubicBezTo>
                <a:cubicBezTo>
                  <a:pt x="3070180" y="535795"/>
                  <a:pt x="3065907" y="529143"/>
                  <a:pt x="3064669" y="521715"/>
                </a:cubicBezTo>
                <a:cubicBezTo>
                  <a:pt x="3061124" y="500445"/>
                  <a:pt x="3060888" y="478720"/>
                  <a:pt x="3057525" y="457421"/>
                </a:cubicBezTo>
                <a:cubicBezTo>
                  <a:pt x="3053738" y="433434"/>
                  <a:pt x="3047230" y="409937"/>
                  <a:pt x="3043238" y="385983"/>
                </a:cubicBezTo>
                <a:lnTo>
                  <a:pt x="3036094" y="343121"/>
                </a:lnTo>
                <a:cubicBezTo>
                  <a:pt x="3031912" y="288751"/>
                  <a:pt x="3031035" y="251004"/>
                  <a:pt x="3021806" y="200246"/>
                </a:cubicBezTo>
                <a:cubicBezTo>
                  <a:pt x="3021764" y="200017"/>
                  <a:pt x="3010921" y="153642"/>
                  <a:pt x="3007519" y="150240"/>
                </a:cubicBezTo>
                <a:cubicBezTo>
                  <a:pt x="3002194" y="144915"/>
                  <a:pt x="2993393" y="144922"/>
                  <a:pt x="2986088" y="143096"/>
                </a:cubicBezTo>
                <a:lnTo>
                  <a:pt x="2928938" y="128808"/>
                </a:lnTo>
                <a:cubicBezTo>
                  <a:pt x="2902744" y="131189"/>
                  <a:pt x="2876147" y="130794"/>
                  <a:pt x="2850356" y="135952"/>
                </a:cubicBezTo>
                <a:cubicBezTo>
                  <a:pt x="2822527" y="141518"/>
                  <a:pt x="2820031" y="155270"/>
                  <a:pt x="2800350" y="171671"/>
                </a:cubicBezTo>
                <a:cubicBezTo>
                  <a:pt x="2781887" y="187057"/>
                  <a:pt x="2778966" y="185942"/>
                  <a:pt x="2757488" y="193102"/>
                </a:cubicBezTo>
                <a:cubicBezTo>
                  <a:pt x="2709863" y="190721"/>
                  <a:pt x="2661929" y="191872"/>
                  <a:pt x="2614613" y="185958"/>
                </a:cubicBezTo>
                <a:cubicBezTo>
                  <a:pt x="2604046" y="184637"/>
                  <a:pt x="2596009" y="175410"/>
                  <a:pt x="2586038" y="171671"/>
                </a:cubicBezTo>
                <a:cubicBezTo>
                  <a:pt x="2567727" y="164805"/>
                  <a:pt x="2553301" y="166018"/>
                  <a:pt x="2536031" y="157383"/>
                </a:cubicBezTo>
                <a:cubicBezTo>
                  <a:pt x="2499336" y="139036"/>
                  <a:pt x="2527035" y="143814"/>
                  <a:pt x="2486025" y="114521"/>
                </a:cubicBezTo>
                <a:cubicBezTo>
                  <a:pt x="2479898" y="110144"/>
                  <a:pt x="2471329" y="110745"/>
                  <a:pt x="2464594" y="107377"/>
                </a:cubicBezTo>
                <a:cubicBezTo>
                  <a:pt x="2417846" y="84003"/>
                  <a:pt x="2469134" y="103259"/>
                  <a:pt x="2421731" y="71658"/>
                </a:cubicBezTo>
                <a:cubicBezTo>
                  <a:pt x="2415466" y="67481"/>
                  <a:pt x="2407444" y="66896"/>
                  <a:pt x="2400300" y="64515"/>
                </a:cubicBezTo>
                <a:cubicBezTo>
                  <a:pt x="2359119" y="37060"/>
                  <a:pt x="2398841" y="60827"/>
                  <a:pt x="2357438" y="43083"/>
                </a:cubicBezTo>
                <a:cubicBezTo>
                  <a:pt x="2347650" y="38888"/>
                  <a:pt x="2338651" y="32991"/>
                  <a:pt x="2328863" y="28796"/>
                </a:cubicBezTo>
                <a:cubicBezTo>
                  <a:pt x="2314515" y="22647"/>
                  <a:pt x="2293357" y="18133"/>
                  <a:pt x="2278856" y="14508"/>
                </a:cubicBezTo>
                <a:cubicBezTo>
                  <a:pt x="2271712" y="9746"/>
                  <a:pt x="2265985" y="879"/>
                  <a:pt x="2257425" y="221"/>
                </a:cubicBezTo>
                <a:cubicBezTo>
                  <a:pt x="2212537" y="-3232"/>
                  <a:pt x="2162175" y="34749"/>
                  <a:pt x="2150269" y="43083"/>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AAAE8E63-778D-43B0-8CED-71FBE1A35B69}"/>
              </a:ext>
            </a:extLst>
          </p:cNvPr>
          <p:cNvSpPr/>
          <p:nvPr/>
        </p:nvSpPr>
        <p:spPr>
          <a:xfrm>
            <a:off x="4495800" y="1783556"/>
            <a:ext cx="152400" cy="2286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E9097A1-6028-4660-B89C-B6404683EB5A}"/>
              </a:ext>
            </a:extLst>
          </p:cNvPr>
          <p:cNvSpPr/>
          <p:nvPr/>
        </p:nvSpPr>
        <p:spPr>
          <a:xfrm>
            <a:off x="8167686" y="1797049"/>
            <a:ext cx="152400" cy="2286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E531F35-1D1E-4AB6-A095-98F8397E4425}"/>
              </a:ext>
            </a:extLst>
          </p:cNvPr>
          <p:cNvSpPr/>
          <p:nvPr/>
        </p:nvSpPr>
        <p:spPr>
          <a:xfrm>
            <a:off x="4791075" y="2109787"/>
            <a:ext cx="609600" cy="533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4B075DC-0796-4A31-944F-B71D5C56744E}"/>
              </a:ext>
            </a:extLst>
          </p:cNvPr>
          <p:cNvSpPr/>
          <p:nvPr/>
        </p:nvSpPr>
        <p:spPr>
          <a:xfrm>
            <a:off x="7450931" y="2167157"/>
            <a:ext cx="609600" cy="533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92CE83C-98C3-47C2-9032-CD6588681C86}"/>
              </a:ext>
            </a:extLst>
          </p:cNvPr>
          <p:cNvSpPr/>
          <p:nvPr/>
        </p:nvSpPr>
        <p:spPr>
          <a:xfrm>
            <a:off x="4754853" y="2533650"/>
            <a:ext cx="92870" cy="10953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68F36CC-CC51-41C2-A8FC-51AAD7AF8CA3}"/>
              </a:ext>
            </a:extLst>
          </p:cNvPr>
          <p:cNvSpPr/>
          <p:nvPr/>
        </p:nvSpPr>
        <p:spPr>
          <a:xfrm>
            <a:off x="8013408" y="2560222"/>
            <a:ext cx="111416" cy="10438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A9BC2E69-959C-44FA-8C5B-C261E301DCDB}"/>
              </a:ext>
            </a:extLst>
          </p:cNvPr>
          <p:cNvSpPr/>
          <p:nvPr/>
        </p:nvSpPr>
        <p:spPr>
          <a:xfrm>
            <a:off x="3936206" y="1521619"/>
            <a:ext cx="5051160" cy="3364706"/>
          </a:xfrm>
          <a:custGeom>
            <a:avLst/>
            <a:gdLst>
              <a:gd name="connsiteX0" fmla="*/ 1735932 w 5051160"/>
              <a:gd name="connsiteY0" fmla="*/ 121444 h 3364706"/>
              <a:gd name="connsiteX1" fmla="*/ 1614488 w 5051160"/>
              <a:gd name="connsiteY1" fmla="*/ 121444 h 3364706"/>
              <a:gd name="connsiteX2" fmla="*/ 1593057 w 5051160"/>
              <a:gd name="connsiteY2" fmla="*/ 135731 h 3364706"/>
              <a:gd name="connsiteX3" fmla="*/ 1557338 w 5051160"/>
              <a:gd name="connsiteY3" fmla="*/ 142875 h 3364706"/>
              <a:gd name="connsiteX4" fmla="*/ 1535907 w 5051160"/>
              <a:gd name="connsiteY4" fmla="*/ 157162 h 3364706"/>
              <a:gd name="connsiteX5" fmla="*/ 1514475 w 5051160"/>
              <a:gd name="connsiteY5" fmla="*/ 164306 h 3364706"/>
              <a:gd name="connsiteX6" fmla="*/ 1485900 w 5051160"/>
              <a:gd name="connsiteY6" fmla="*/ 192881 h 3364706"/>
              <a:gd name="connsiteX7" fmla="*/ 1428750 w 5051160"/>
              <a:gd name="connsiteY7" fmla="*/ 221456 h 3364706"/>
              <a:gd name="connsiteX8" fmla="*/ 1407319 w 5051160"/>
              <a:gd name="connsiteY8" fmla="*/ 228600 h 3364706"/>
              <a:gd name="connsiteX9" fmla="*/ 1321594 w 5051160"/>
              <a:gd name="connsiteY9" fmla="*/ 250031 h 3364706"/>
              <a:gd name="connsiteX10" fmla="*/ 1293019 w 5051160"/>
              <a:gd name="connsiteY10" fmla="*/ 257175 h 3364706"/>
              <a:gd name="connsiteX11" fmla="*/ 1221582 w 5051160"/>
              <a:gd name="connsiteY11" fmla="*/ 250031 h 3364706"/>
              <a:gd name="connsiteX12" fmla="*/ 1178719 w 5051160"/>
              <a:gd name="connsiteY12" fmla="*/ 235744 h 3364706"/>
              <a:gd name="connsiteX13" fmla="*/ 1157288 w 5051160"/>
              <a:gd name="connsiteY13" fmla="*/ 221456 h 3364706"/>
              <a:gd name="connsiteX14" fmla="*/ 1128713 w 5051160"/>
              <a:gd name="connsiteY14" fmla="*/ 214312 h 3364706"/>
              <a:gd name="connsiteX15" fmla="*/ 1107282 w 5051160"/>
              <a:gd name="connsiteY15" fmla="*/ 207169 h 3364706"/>
              <a:gd name="connsiteX16" fmla="*/ 1057275 w 5051160"/>
              <a:gd name="connsiteY16" fmla="*/ 178594 h 3364706"/>
              <a:gd name="connsiteX17" fmla="*/ 1035844 w 5051160"/>
              <a:gd name="connsiteY17" fmla="*/ 171450 h 3364706"/>
              <a:gd name="connsiteX18" fmla="*/ 1000125 w 5051160"/>
              <a:gd name="connsiteY18" fmla="*/ 150019 h 3364706"/>
              <a:gd name="connsiteX19" fmla="*/ 942975 w 5051160"/>
              <a:gd name="connsiteY19" fmla="*/ 121444 h 3364706"/>
              <a:gd name="connsiteX20" fmla="*/ 914400 w 5051160"/>
              <a:gd name="connsiteY20" fmla="*/ 92869 h 3364706"/>
              <a:gd name="connsiteX21" fmla="*/ 900113 w 5051160"/>
              <a:gd name="connsiteY21" fmla="*/ 71437 h 3364706"/>
              <a:gd name="connsiteX22" fmla="*/ 864394 w 5051160"/>
              <a:gd name="connsiteY22" fmla="*/ 50006 h 3364706"/>
              <a:gd name="connsiteX23" fmla="*/ 807244 w 5051160"/>
              <a:gd name="connsiteY23" fmla="*/ 28575 h 3364706"/>
              <a:gd name="connsiteX24" fmla="*/ 742950 w 5051160"/>
              <a:gd name="connsiteY24" fmla="*/ 35719 h 3364706"/>
              <a:gd name="connsiteX25" fmla="*/ 721519 w 5051160"/>
              <a:gd name="connsiteY25" fmla="*/ 42862 h 3364706"/>
              <a:gd name="connsiteX26" fmla="*/ 714375 w 5051160"/>
              <a:gd name="connsiteY26" fmla="*/ 64294 h 3364706"/>
              <a:gd name="connsiteX27" fmla="*/ 692944 w 5051160"/>
              <a:gd name="connsiteY27" fmla="*/ 78581 h 3364706"/>
              <a:gd name="connsiteX28" fmla="*/ 671513 w 5051160"/>
              <a:gd name="connsiteY28" fmla="*/ 114300 h 3364706"/>
              <a:gd name="connsiteX29" fmla="*/ 650082 w 5051160"/>
              <a:gd name="connsiteY29" fmla="*/ 135731 h 3364706"/>
              <a:gd name="connsiteX30" fmla="*/ 642938 w 5051160"/>
              <a:gd name="connsiteY30" fmla="*/ 164306 h 3364706"/>
              <a:gd name="connsiteX31" fmla="*/ 600075 w 5051160"/>
              <a:gd name="connsiteY31" fmla="*/ 235744 h 3364706"/>
              <a:gd name="connsiteX32" fmla="*/ 592932 w 5051160"/>
              <a:gd name="connsiteY32" fmla="*/ 257175 h 3364706"/>
              <a:gd name="connsiteX33" fmla="*/ 585788 w 5051160"/>
              <a:gd name="connsiteY33" fmla="*/ 285750 h 3364706"/>
              <a:gd name="connsiteX34" fmla="*/ 564357 w 5051160"/>
              <a:gd name="connsiteY34" fmla="*/ 314325 h 3364706"/>
              <a:gd name="connsiteX35" fmla="*/ 571500 w 5051160"/>
              <a:gd name="connsiteY35" fmla="*/ 485775 h 3364706"/>
              <a:gd name="connsiteX36" fmla="*/ 642938 w 5051160"/>
              <a:gd name="connsiteY36" fmla="*/ 507206 h 3364706"/>
              <a:gd name="connsiteX37" fmla="*/ 692944 w 5051160"/>
              <a:gd name="connsiteY37" fmla="*/ 500062 h 3364706"/>
              <a:gd name="connsiteX38" fmla="*/ 707232 w 5051160"/>
              <a:gd name="connsiteY38" fmla="*/ 478631 h 3364706"/>
              <a:gd name="connsiteX39" fmla="*/ 714375 w 5051160"/>
              <a:gd name="connsiteY39" fmla="*/ 378619 h 3364706"/>
              <a:gd name="connsiteX40" fmla="*/ 707232 w 5051160"/>
              <a:gd name="connsiteY40" fmla="*/ 321469 h 3364706"/>
              <a:gd name="connsiteX41" fmla="*/ 700088 w 5051160"/>
              <a:gd name="connsiteY41" fmla="*/ 300037 h 3364706"/>
              <a:gd name="connsiteX42" fmla="*/ 635794 w 5051160"/>
              <a:gd name="connsiteY42" fmla="*/ 264319 h 3364706"/>
              <a:gd name="connsiteX43" fmla="*/ 607219 w 5051160"/>
              <a:gd name="connsiteY43" fmla="*/ 257175 h 3364706"/>
              <a:gd name="connsiteX44" fmla="*/ 585788 w 5051160"/>
              <a:gd name="connsiteY44" fmla="*/ 278606 h 3364706"/>
              <a:gd name="connsiteX45" fmla="*/ 557213 w 5051160"/>
              <a:gd name="connsiteY45" fmla="*/ 300037 h 3364706"/>
              <a:gd name="connsiteX46" fmla="*/ 542925 w 5051160"/>
              <a:gd name="connsiteY46" fmla="*/ 321469 h 3364706"/>
              <a:gd name="connsiteX47" fmla="*/ 557213 w 5051160"/>
              <a:gd name="connsiteY47" fmla="*/ 521494 h 3364706"/>
              <a:gd name="connsiteX48" fmla="*/ 564357 w 5051160"/>
              <a:gd name="connsiteY48" fmla="*/ 557212 h 3364706"/>
              <a:gd name="connsiteX49" fmla="*/ 571500 w 5051160"/>
              <a:gd name="connsiteY49" fmla="*/ 621506 h 3364706"/>
              <a:gd name="connsiteX50" fmla="*/ 564357 w 5051160"/>
              <a:gd name="connsiteY50" fmla="*/ 735806 h 3364706"/>
              <a:gd name="connsiteX51" fmla="*/ 557213 w 5051160"/>
              <a:gd name="connsiteY51" fmla="*/ 764381 h 3364706"/>
              <a:gd name="connsiteX52" fmla="*/ 542925 w 5051160"/>
              <a:gd name="connsiteY52" fmla="*/ 842962 h 3364706"/>
              <a:gd name="connsiteX53" fmla="*/ 578644 w 5051160"/>
              <a:gd name="connsiteY53" fmla="*/ 878681 h 3364706"/>
              <a:gd name="connsiteX54" fmla="*/ 621507 w 5051160"/>
              <a:gd name="connsiteY54" fmla="*/ 864394 h 3364706"/>
              <a:gd name="connsiteX55" fmla="*/ 635794 w 5051160"/>
              <a:gd name="connsiteY55" fmla="*/ 842962 h 3364706"/>
              <a:gd name="connsiteX56" fmla="*/ 607219 w 5051160"/>
              <a:gd name="connsiteY56" fmla="*/ 778669 h 3364706"/>
              <a:gd name="connsiteX57" fmla="*/ 585788 w 5051160"/>
              <a:gd name="connsiteY57" fmla="*/ 771525 h 3364706"/>
              <a:gd name="connsiteX58" fmla="*/ 542925 w 5051160"/>
              <a:gd name="connsiteY58" fmla="*/ 778669 h 3364706"/>
              <a:gd name="connsiteX59" fmla="*/ 557213 w 5051160"/>
              <a:gd name="connsiteY59" fmla="*/ 1007269 h 3364706"/>
              <a:gd name="connsiteX60" fmla="*/ 550069 w 5051160"/>
              <a:gd name="connsiteY60" fmla="*/ 1300162 h 3364706"/>
              <a:gd name="connsiteX61" fmla="*/ 542925 w 5051160"/>
              <a:gd name="connsiteY61" fmla="*/ 1321594 h 3364706"/>
              <a:gd name="connsiteX62" fmla="*/ 535782 w 5051160"/>
              <a:gd name="connsiteY62" fmla="*/ 1350169 h 3364706"/>
              <a:gd name="connsiteX63" fmla="*/ 514350 w 5051160"/>
              <a:gd name="connsiteY63" fmla="*/ 1357312 h 3364706"/>
              <a:gd name="connsiteX64" fmla="*/ 500063 w 5051160"/>
              <a:gd name="connsiteY64" fmla="*/ 1385887 h 3364706"/>
              <a:gd name="connsiteX65" fmla="*/ 485775 w 5051160"/>
              <a:gd name="connsiteY65" fmla="*/ 1407319 h 3364706"/>
              <a:gd name="connsiteX66" fmla="*/ 478632 w 5051160"/>
              <a:gd name="connsiteY66" fmla="*/ 1450181 h 3364706"/>
              <a:gd name="connsiteX67" fmla="*/ 471488 w 5051160"/>
              <a:gd name="connsiteY67" fmla="*/ 1471612 h 3364706"/>
              <a:gd name="connsiteX68" fmla="*/ 478632 w 5051160"/>
              <a:gd name="connsiteY68" fmla="*/ 1614487 h 3364706"/>
              <a:gd name="connsiteX69" fmla="*/ 492919 w 5051160"/>
              <a:gd name="connsiteY69" fmla="*/ 1635919 h 3364706"/>
              <a:gd name="connsiteX70" fmla="*/ 564357 w 5051160"/>
              <a:gd name="connsiteY70" fmla="*/ 1657350 h 3364706"/>
              <a:gd name="connsiteX71" fmla="*/ 614363 w 5051160"/>
              <a:gd name="connsiteY71" fmla="*/ 1650206 h 3364706"/>
              <a:gd name="connsiteX72" fmla="*/ 642938 w 5051160"/>
              <a:gd name="connsiteY72" fmla="*/ 1643062 h 3364706"/>
              <a:gd name="connsiteX73" fmla="*/ 664369 w 5051160"/>
              <a:gd name="connsiteY73" fmla="*/ 1600200 h 3364706"/>
              <a:gd name="connsiteX74" fmla="*/ 678657 w 5051160"/>
              <a:gd name="connsiteY74" fmla="*/ 1578769 h 3364706"/>
              <a:gd name="connsiteX75" fmla="*/ 692944 w 5051160"/>
              <a:gd name="connsiteY75" fmla="*/ 1528762 h 3364706"/>
              <a:gd name="connsiteX76" fmla="*/ 707232 w 5051160"/>
              <a:gd name="connsiteY76" fmla="*/ 1478756 h 3364706"/>
              <a:gd name="connsiteX77" fmla="*/ 700088 w 5051160"/>
              <a:gd name="connsiteY77" fmla="*/ 1378744 h 3364706"/>
              <a:gd name="connsiteX78" fmla="*/ 685800 w 5051160"/>
              <a:gd name="connsiteY78" fmla="*/ 1357312 h 3364706"/>
              <a:gd name="connsiteX79" fmla="*/ 628650 w 5051160"/>
              <a:gd name="connsiteY79" fmla="*/ 1314450 h 3364706"/>
              <a:gd name="connsiteX80" fmla="*/ 542925 w 5051160"/>
              <a:gd name="connsiteY80" fmla="*/ 1335881 h 3364706"/>
              <a:gd name="connsiteX81" fmla="*/ 521494 w 5051160"/>
              <a:gd name="connsiteY81" fmla="*/ 1385887 h 3364706"/>
              <a:gd name="connsiteX82" fmla="*/ 485775 w 5051160"/>
              <a:gd name="connsiteY82" fmla="*/ 1450181 h 3364706"/>
              <a:gd name="connsiteX83" fmla="*/ 471488 w 5051160"/>
              <a:gd name="connsiteY83" fmla="*/ 1543050 h 3364706"/>
              <a:gd name="connsiteX84" fmla="*/ 478632 w 5051160"/>
              <a:gd name="connsiteY84" fmla="*/ 1614487 h 3364706"/>
              <a:gd name="connsiteX85" fmla="*/ 492919 w 5051160"/>
              <a:gd name="connsiteY85" fmla="*/ 1635919 h 3364706"/>
              <a:gd name="connsiteX86" fmla="*/ 492919 w 5051160"/>
              <a:gd name="connsiteY86" fmla="*/ 1843087 h 3364706"/>
              <a:gd name="connsiteX87" fmla="*/ 471488 w 5051160"/>
              <a:gd name="connsiteY87" fmla="*/ 1914525 h 3364706"/>
              <a:gd name="connsiteX88" fmla="*/ 464344 w 5051160"/>
              <a:gd name="connsiteY88" fmla="*/ 1943100 h 3364706"/>
              <a:gd name="connsiteX89" fmla="*/ 457200 w 5051160"/>
              <a:gd name="connsiteY89" fmla="*/ 2021681 h 3364706"/>
              <a:gd name="connsiteX90" fmla="*/ 442913 w 5051160"/>
              <a:gd name="connsiteY90" fmla="*/ 2071687 h 3364706"/>
              <a:gd name="connsiteX91" fmla="*/ 435769 w 5051160"/>
              <a:gd name="connsiteY91" fmla="*/ 2100262 h 3364706"/>
              <a:gd name="connsiteX92" fmla="*/ 421482 w 5051160"/>
              <a:gd name="connsiteY92" fmla="*/ 2121694 h 3364706"/>
              <a:gd name="connsiteX93" fmla="*/ 414338 w 5051160"/>
              <a:gd name="connsiteY93" fmla="*/ 2178844 h 3364706"/>
              <a:gd name="connsiteX94" fmla="*/ 400050 w 5051160"/>
              <a:gd name="connsiteY94" fmla="*/ 2243137 h 3364706"/>
              <a:gd name="connsiteX95" fmla="*/ 378619 w 5051160"/>
              <a:gd name="connsiteY95" fmla="*/ 2293144 h 3364706"/>
              <a:gd name="connsiteX96" fmla="*/ 364332 w 5051160"/>
              <a:gd name="connsiteY96" fmla="*/ 2336006 h 3364706"/>
              <a:gd name="connsiteX97" fmla="*/ 350044 w 5051160"/>
              <a:gd name="connsiteY97" fmla="*/ 2386012 h 3364706"/>
              <a:gd name="connsiteX98" fmla="*/ 335757 w 5051160"/>
              <a:gd name="connsiteY98" fmla="*/ 2407444 h 3364706"/>
              <a:gd name="connsiteX99" fmla="*/ 307182 w 5051160"/>
              <a:gd name="connsiteY99" fmla="*/ 2507456 h 3364706"/>
              <a:gd name="connsiteX100" fmla="*/ 292894 w 5051160"/>
              <a:gd name="connsiteY100" fmla="*/ 2564606 h 3364706"/>
              <a:gd name="connsiteX101" fmla="*/ 285750 w 5051160"/>
              <a:gd name="connsiteY101" fmla="*/ 2586037 h 3364706"/>
              <a:gd name="connsiteX102" fmla="*/ 278607 w 5051160"/>
              <a:gd name="connsiteY102" fmla="*/ 2614612 h 3364706"/>
              <a:gd name="connsiteX103" fmla="*/ 264319 w 5051160"/>
              <a:gd name="connsiteY103" fmla="*/ 2764631 h 3364706"/>
              <a:gd name="connsiteX104" fmla="*/ 257175 w 5051160"/>
              <a:gd name="connsiteY104" fmla="*/ 2821781 h 3364706"/>
              <a:gd name="connsiteX105" fmla="*/ 235744 w 5051160"/>
              <a:gd name="connsiteY105" fmla="*/ 2871787 h 3364706"/>
              <a:gd name="connsiteX106" fmla="*/ 242888 w 5051160"/>
              <a:gd name="connsiteY106" fmla="*/ 2900362 h 3364706"/>
              <a:gd name="connsiteX107" fmla="*/ 250032 w 5051160"/>
              <a:gd name="connsiteY107" fmla="*/ 2921794 h 3364706"/>
              <a:gd name="connsiteX108" fmla="*/ 242888 w 5051160"/>
              <a:gd name="connsiteY108" fmla="*/ 2957512 h 3364706"/>
              <a:gd name="connsiteX109" fmla="*/ 214313 w 5051160"/>
              <a:gd name="connsiteY109" fmla="*/ 3000375 h 3364706"/>
              <a:gd name="connsiteX110" fmla="*/ 192882 w 5051160"/>
              <a:gd name="connsiteY110" fmla="*/ 3007519 h 3364706"/>
              <a:gd name="connsiteX111" fmla="*/ 171450 w 5051160"/>
              <a:gd name="connsiteY111" fmla="*/ 3028950 h 3364706"/>
              <a:gd name="connsiteX112" fmla="*/ 142875 w 5051160"/>
              <a:gd name="connsiteY112" fmla="*/ 3036094 h 3364706"/>
              <a:gd name="connsiteX113" fmla="*/ 121444 w 5051160"/>
              <a:gd name="connsiteY113" fmla="*/ 3064669 h 3364706"/>
              <a:gd name="connsiteX114" fmla="*/ 100013 w 5051160"/>
              <a:gd name="connsiteY114" fmla="*/ 3086100 h 3364706"/>
              <a:gd name="connsiteX115" fmla="*/ 85725 w 5051160"/>
              <a:gd name="connsiteY115" fmla="*/ 3107531 h 3364706"/>
              <a:gd name="connsiteX116" fmla="*/ 42863 w 5051160"/>
              <a:gd name="connsiteY116" fmla="*/ 3150394 h 3364706"/>
              <a:gd name="connsiteX117" fmla="*/ 35719 w 5051160"/>
              <a:gd name="connsiteY117" fmla="*/ 3171825 h 3364706"/>
              <a:gd name="connsiteX118" fmla="*/ 21432 w 5051160"/>
              <a:gd name="connsiteY118" fmla="*/ 3200400 h 3364706"/>
              <a:gd name="connsiteX119" fmla="*/ 14288 w 5051160"/>
              <a:gd name="connsiteY119" fmla="*/ 3228975 h 3364706"/>
              <a:gd name="connsiteX120" fmla="*/ 0 w 5051160"/>
              <a:gd name="connsiteY120" fmla="*/ 3264694 h 3364706"/>
              <a:gd name="connsiteX121" fmla="*/ 14288 w 5051160"/>
              <a:gd name="connsiteY121" fmla="*/ 3314700 h 3364706"/>
              <a:gd name="connsiteX122" fmla="*/ 28575 w 5051160"/>
              <a:gd name="connsiteY122" fmla="*/ 3357562 h 3364706"/>
              <a:gd name="connsiteX123" fmla="*/ 135732 w 5051160"/>
              <a:gd name="connsiteY123" fmla="*/ 3336131 h 3364706"/>
              <a:gd name="connsiteX124" fmla="*/ 171450 w 5051160"/>
              <a:gd name="connsiteY124" fmla="*/ 3321844 h 3364706"/>
              <a:gd name="connsiteX125" fmla="*/ 178594 w 5051160"/>
              <a:gd name="connsiteY125" fmla="*/ 3300412 h 3364706"/>
              <a:gd name="connsiteX126" fmla="*/ 192882 w 5051160"/>
              <a:gd name="connsiteY126" fmla="*/ 3271837 h 3364706"/>
              <a:gd name="connsiteX127" fmla="*/ 200025 w 5051160"/>
              <a:gd name="connsiteY127" fmla="*/ 3250406 h 3364706"/>
              <a:gd name="connsiteX128" fmla="*/ 228600 w 5051160"/>
              <a:gd name="connsiteY128" fmla="*/ 3207544 h 3364706"/>
              <a:gd name="connsiteX129" fmla="*/ 221457 w 5051160"/>
              <a:gd name="connsiteY129" fmla="*/ 3093244 h 3364706"/>
              <a:gd name="connsiteX130" fmla="*/ 207169 w 5051160"/>
              <a:gd name="connsiteY130" fmla="*/ 3071812 h 3364706"/>
              <a:gd name="connsiteX131" fmla="*/ 228600 w 5051160"/>
              <a:gd name="connsiteY131" fmla="*/ 2986087 h 3364706"/>
              <a:gd name="connsiteX132" fmla="*/ 264319 w 5051160"/>
              <a:gd name="connsiteY132" fmla="*/ 2964656 h 3364706"/>
              <a:gd name="connsiteX133" fmla="*/ 321469 w 5051160"/>
              <a:gd name="connsiteY133" fmla="*/ 2943225 h 3364706"/>
              <a:gd name="connsiteX134" fmla="*/ 335757 w 5051160"/>
              <a:gd name="connsiteY134" fmla="*/ 2921794 h 3364706"/>
              <a:gd name="connsiteX135" fmla="*/ 364332 w 5051160"/>
              <a:gd name="connsiteY135" fmla="*/ 2914650 h 3364706"/>
              <a:gd name="connsiteX136" fmla="*/ 385763 w 5051160"/>
              <a:gd name="connsiteY136" fmla="*/ 2900362 h 3364706"/>
              <a:gd name="connsiteX137" fmla="*/ 400050 w 5051160"/>
              <a:gd name="connsiteY137" fmla="*/ 2878931 h 3364706"/>
              <a:gd name="connsiteX138" fmla="*/ 407194 w 5051160"/>
              <a:gd name="connsiteY138" fmla="*/ 2857500 h 3364706"/>
              <a:gd name="connsiteX139" fmla="*/ 428625 w 5051160"/>
              <a:gd name="connsiteY139" fmla="*/ 2828925 h 3364706"/>
              <a:gd name="connsiteX140" fmla="*/ 450057 w 5051160"/>
              <a:gd name="connsiteY140" fmla="*/ 2778919 h 3364706"/>
              <a:gd name="connsiteX141" fmla="*/ 464344 w 5051160"/>
              <a:gd name="connsiteY141" fmla="*/ 2736056 h 3364706"/>
              <a:gd name="connsiteX142" fmla="*/ 478632 w 5051160"/>
              <a:gd name="connsiteY142" fmla="*/ 2671762 h 3364706"/>
              <a:gd name="connsiteX143" fmla="*/ 471488 w 5051160"/>
              <a:gd name="connsiteY143" fmla="*/ 2607469 h 3364706"/>
              <a:gd name="connsiteX144" fmla="*/ 442913 w 5051160"/>
              <a:gd name="connsiteY144" fmla="*/ 2600325 h 3364706"/>
              <a:gd name="connsiteX145" fmla="*/ 421482 w 5051160"/>
              <a:gd name="connsiteY145" fmla="*/ 2586037 h 3364706"/>
              <a:gd name="connsiteX146" fmla="*/ 357188 w 5051160"/>
              <a:gd name="connsiteY146" fmla="*/ 2600325 h 3364706"/>
              <a:gd name="connsiteX147" fmla="*/ 307182 w 5051160"/>
              <a:gd name="connsiteY147" fmla="*/ 2664619 h 3364706"/>
              <a:gd name="connsiteX148" fmla="*/ 300038 w 5051160"/>
              <a:gd name="connsiteY148" fmla="*/ 2686050 h 3364706"/>
              <a:gd name="connsiteX149" fmla="*/ 271463 w 5051160"/>
              <a:gd name="connsiteY149" fmla="*/ 2707481 h 3364706"/>
              <a:gd name="connsiteX150" fmla="*/ 264319 w 5051160"/>
              <a:gd name="connsiteY150" fmla="*/ 2764631 h 3364706"/>
              <a:gd name="connsiteX151" fmla="*/ 250032 w 5051160"/>
              <a:gd name="connsiteY151" fmla="*/ 2793206 h 3364706"/>
              <a:gd name="connsiteX152" fmla="*/ 242888 w 5051160"/>
              <a:gd name="connsiteY152" fmla="*/ 2836069 h 3364706"/>
              <a:gd name="connsiteX153" fmla="*/ 235744 w 5051160"/>
              <a:gd name="connsiteY153" fmla="*/ 2857500 h 3364706"/>
              <a:gd name="connsiteX154" fmla="*/ 250032 w 5051160"/>
              <a:gd name="connsiteY154" fmla="*/ 2943225 h 3364706"/>
              <a:gd name="connsiteX155" fmla="*/ 292894 w 5051160"/>
              <a:gd name="connsiteY155" fmla="*/ 2957512 h 3364706"/>
              <a:gd name="connsiteX156" fmla="*/ 335757 w 5051160"/>
              <a:gd name="connsiteY156" fmla="*/ 2950369 h 3364706"/>
              <a:gd name="connsiteX157" fmla="*/ 357188 w 5051160"/>
              <a:gd name="connsiteY157" fmla="*/ 2936081 h 3364706"/>
              <a:gd name="connsiteX158" fmla="*/ 392907 w 5051160"/>
              <a:gd name="connsiteY158" fmla="*/ 2914650 h 3364706"/>
              <a:gd name="connsiteX159" fmla="*/ 428625 w 5051160"/>
              <a:gd name="connsiteY159" fmla="*/ 2850356 h 3364706"/>
              <a:gd name="connsiteX160" fmla="*/ 464344 w 5051160"/>
              <a:gd name="connsiteY160" fmla="*/ 2800350 h 3364706"/>
              <a:gd name="connsiteX161" fmla="*/ 471488 w 5051160"/>
              <a:gd name="connsiteY161" fmla="*/ 2771775 h 3364706"/>
              <a:gd name="connsiteX162" fmla="*/ 514350 w 5051160"/>
              <a:gd name="connsiteY162" fmla="*/ 2736056 h 3364706"/>
              <a:gd name="connsiteX163" fmla="*/ 528638 w 5051160"/>
              <a:gd name="connsiteY163" fmla="*/ 2714625 h 3364706"/>
              <a:gd name="connsiteX164" fmla="*/ 578644 w 5051160"/>
              <a:gd name="connsiteY164" fmla="*/ 2678906 h 3364706"/>
              <a:gd name="connsiteX165" fmla="*/ 607219 w 5051160"/>
              <a:gd name="connsiteY165" fmla="*/ 2643187 h 3364706"/>
              <a:gd name="connsiteX166" fmla="*/ 650082 w 5051160"/>
              <a:gd name="connsiteY166" fmla="*/ 2586037 h 3364706"/>
              <a:gd name="connsiteX167" fmla="*/ 692944 w 5051160"/>
              <a:gd name="connsiteY167" fmla="*/ 2550319 h 3364706"/>
              <a:gd name="connsiteX168" fmla="*/ 721519 w 5051160"/>
              <a:gd name="connsiteY168" fmla="*/ 2500312 h 3364706"/>
              <a:gd name="connsiteX169" fmla="*/ 764382 w 5051160"/>
              <a:gd name="connsiteY169" fmla="*/ 2464594 h 3364706"/>
              <a:gd name="connsiteX170" fmla="*/ 785813 w 5051160"/>
              <a:gd name="connsiteY170" fmla="*/ 2436019 h 3364706"/>
              <a:gd name="connsiteX171" fmla="*/ 828675 w 5051160"/>
              <a:gd name="connsiteY171" fmla="*/ 2400300 h 3364706"/>
              <a:gd name="connsiteX172" fmla="*/ 850107 w 5051160"/>
              <a:gd name="connsiteY172" fmla="*/ 2364581 h 3364706"/>
              <a:gd name="connsiteX173" fmla="*/ 871538 w 5051160"/>
              <a:gd name="connsiteY173" fmla="*/ 2336006 h 3364706"/>
              <a:gd name="connsiteX174" fmla="*/ 885825 w 5051160"/>
              <a:gd name="connsiteY174" fmla="*/ 2307431 h 3364706"/>
              <a:gd name="connsiteX175" fmla="*/ 914400 w 5051160"/>
              <a:gd name="connsiteY175" fmla="*/ 2293144 h 3364706"/>
              <a:gd name="connsiteX176" fmla="*/ 964407 w 5051160"/>
              <a:gd name="connsiteY176" fmla="*/ 2228850 h 3364706"/>
              <a:gd name="connsiteX177" fmla="*/ 1000125 w 5051160"/>
              <a:gd name="connsiteY177" fmla="*/ 2193131 h 3364706"/>
              <a:gd name="connsiteX178" fmla="*/ 1028700 w 5051160"/>
              <a:gd name="connsiteY178" fmla="*/ 2150269 h 3364706"/>
              <a:gd name="connsiteX179" fmla="*/ 1064419 w 5051160"/>
              <a:gd name="connsiteY179" fmla="*/ 2093119 h 3364706"/>
              <a:gd name="connsiteX180" fmla="*/ 1085850 w 5051160"/>
              <a:gd name="connsiteY180" fmla="*/ 2085975 h 3364706"/>
              <a:gd name="connsiteX181" fmla="*/ 1100138 w 5051160"/>
              <a:gd name="connsiteY181" fmla="*/ 2050256 h 3364706"/>
              <a:gd name="connsiteX182" fmla="*/ 1135857 w 5051160"/>
              <a:gd name="connsiteY182" fmla="*/ 2007394 h 3364706"/>
              <a:gd name="connsiteX183" fmla="*/ 1157288 w 5051160"/>
              <a:gd name="connsiteY183" fmla="*/ 1978819 h 3364706"/>
              <a:gd name="connsiteX184" fmla="*/ 1164432 w 5051160"/>
              <a:gd name="connsiteY184" fmla="*/ 1950244 h 3364706"/>
              <a:gd name="connsiteX185" fmla="*/ 1200150 w 5051160"/>
              <a:gd name="connsiteY185" fmla="*/ 1907381 h 3364706"/>
              <a:gd name="connsiteX186" fmla="*/ 1264444 w 5051160"/>
              <a:gd name="connsiteY186" fmla="*/ 1821656 h 3364706"/>
              <a:gd name="connsiteX187" fmla="*/ 1285875 w 5051160"/>
              <a:gd name="connsiteY187" fmla="*/ 1807369 h 3364706"/>
              <a:gd name="connsiteX188" fmla="*/ 1314450 w 5051160"/>
              <a:gd name="connsiteY188" fmla="*/ 1757362 h 3364706"/>
              <a:gd name="connsiteX189" fmla="*/ 1321594 w 5051160"/>
              <a:gd name="connsiteY189" fmla="*/ 1735931 h 3364706"/>
              <a:gd name="connsiteX190" fmla="*/ 1343025 w 5051160"/>
              <a:gd name="connsiteY190" fmla="*/ 1721644 h 3364706"/>
              <a:gd name="connsiteX191" fmla="*/ 1371600 w 5051160"/>
              <a:gd name="connsiteY191" fmla="*/ 1685925 h 3364706"/>
              <a:gd name="connsiteX192" fmla="*/ 1385888 w 5051160"/>
              <a:gd name="connsiteY192" fmla="*/ 1664494 h 3364706"/>
              <a:gd name="connsiteX193" fmla="*/ 1407319 w 5051160"/>
              <a:gd name="connsiteY193" fmla="*/ 1650206 h 3364706"/>
              <a:gd name="connsiteX194" fmla="*/ 1421607 w 5051160"/>
              <a:gd name="connsiteY194" fmla="*/ 1614487 h 3364706"/>
              <a:gd name="connsiteX195" fmla="*/ 1435894 w 5051160"/>
              <a:gd name="connsiteY195" fmla="*/ 1593056 h 3364706"/>
              <a:gd name="connsiteX196" fmla="*/ 1450182 w 5051160"/>
              <a:gd name="connsiteY196" fmla="*/ 1564481 h 3364706"/>
              <a:gd name="connsiteX197" fmla="*/ 1464469 w 5051160"/>
              <a:gd name="connsiteY197" fmla="*/ 1543050 h 3364706"/>
              <a:gd name="connsiteX198" fmla="*/ 1478757 w 5051160"/>
              <a:gd name="connsiteY198" fmla="*/ 1514475 h 3364706"/>
              <a:gd name="connsiteX199" fmla="*/ 1500188 w 5051160"/>
              <a:gd name="connsiteY199" fmla="*/ 1493044 h 3364706"/>
              <a:gd name="connsiteX200" fmla="*/ 1514475 w 5051160"/>
              <a:gd name="connsiteY200" fmla="*/ 1471612 h 3364706"/>
              <a:gd name="connsiteX201" fmla="*/ 1557338 w 5051160"/>
              <a:gd name="connsiteY201" fmla="*/ 1443037 h 3364706"/>
              <a:gd name="connsiteX202" fmla="*/ 1578769 w 5051160"/>
              <a:gd name="connsiteY202" fmla="*/ 1421606 h 3364706"/>
              <a:gd name="connsiteX203" fmla="*/ 1650207 w 5051160"/>
              <a:gd name="connsiteY203" fmla="*/ 1407319 h 3364706"/>
              <a:gd name="connsiteX204" fmla="*/ 1750219 w 5051160"/>
              <a:gd name="connsiteY204" fmla="*/ 1385887 h 3364706"/>
              <a:gd name="connsiteX205" fmla="*/ 1943100 w 5051160"/>
              <a:gd name="connsiteY205" fmla="*/ 1407319 h 3364706"/>
              <a:gd name="connsiteX206" fmla="*/ 1964532 w 5051160"/>
              <a:gd name="connsiteY206" fmla="*/ 1414462 h 3364706"/>
              <a:gd name="connsiteX207" fmla="*/ 2028825 w 5051160"/>
              <a:gd name="connsiteY207" fmla="*/ 1428750 h 3364706"/>
              <a:gd name="connsiteX208" fmla="*/ 2057400 w 5051160"/>
              <a:gd name="connsiteY208" fmla="*/ 1435894 h 3364706"/>
              <a:gd name="connsiteX209" fmla="*/ 2235994 w 5051160"/>
              <a:gd name="connsiteY209" fmla="*/ 1450181 h 3364706"/>
              <a:gd name="connsiteX210" fmla="*/ 2286000 w 5051160"/>
              <a:gd name="connsiteY210" fmla="*/ 1457325 h 3364706"/>
              <a:gd name="connsiteX211" fmla="*/ 2364582 w 5051160"/>
              <a:gd name="connsiteY211" fmla="*/ 1471612 h 3364706"/>
              <a:gd name="connsiteX212" fmla="*/ 2486025 w 5051160"/>
              <a:gd name="connsiteY212" fmla="*/ 1478756 h 3364706"/>
              <a:gd name="connsiteX213" fmla="*/ 2600325 w 5051160"/>
              <a:gd name="connsiteY213" fmla="*/ 1493044 h 3364706"/>
              <a:gd name="connsiteX214" fmla="*/ 2650332 w 5051160"/>
              <a:gd name="connsiteY214" fmla="*/ 1485900 h 3364706"/>
              <a:gd name="connsiteX215" fmla="*/ 2714625 w 5051160"/>
              <a:gd name="connsiteY215" fmla="*/ 1478756 h 3364706"/>
              <a:gd name="connsiteX216" fmla="*/ 2836069 w 5051160"/>
              <a:gd name="connsiteY216" fmla="*/ 1464469 h 3364706"/>
              <a:gd name="connsiteX217" fmla="*/ 3136107 w 5051160"/>
              <a:gd name="connsiteY217" fmla="*/ 1457325 h 3364706"/>
              <a:gd name="connsiteX218" fmla="*/ 3221832 w 5051160"/>
              <a:gd name="connsiteY218" fmla="*/ 1443037 h 3364706"/>
              <a:gd name="connsiteX219" fmla="*/ 3328988 w 5051160"/>
              <a:gd name="connsiteY219" fmla="*/ 1471612 h 3364706"/>
              <a:gd name="connsiteX220" fmla="*/ 3364707 w 5051160"/>
              <a:gd name="connsiteY220" fmla="*/ 1507331 h 3364706"/>
              <a:gd name="connsiteX221" fmla="*/ 3378994 w 5051160"/>
              <a:gd name="connsiteY221" fmla="*/ 1528762 h 3364706"/>
              <a:gd name="connsiteX222" fmla="*/ 3414713 w 5051160"/>
              <a:gd name="connsiteY222" fmla="*/ 1557337 h 3364706"/>
              <a:gd name="connsiteX223" fmla="*/ 3436144 w 5051160"/>
              <a:gd name="connsiteY223" fmla="*/ 1578769 h 3364706"/>
              <a:gd name="connsiteX224" fmla="*/ 3450432 w 5051160"/>
              <a:gd name="connsiteY224" fmla="*/ 1600200 h 3364706"/>
              <a:gd name="connsiteX225" fmla="*/ 3471863 w 5051160"/>
              <a:gd name="connsiteY225" fmla="*/ 1614487 h 3364706"/>
              <a:gd name="connsiteX226" fmla="*/ 3514725 w 5051160"/>
              <a:gd name="connsiteY226" fmla="*/ 1657350 h 3364706"/>
              <a:gd name="connsiteX227" fmla="*/ 3529013 w 5051160"/>
              <a:gd name="connsiteY227" fmla="*/ 1678781 h 3364706"/>
              <a:gd name="connsiteX228" fmla="*/ 3557588 w 5051160"/>
              <a:gd name="connsiteY228" fmla="*/ 1700212 h 3364706"/>
              <a:gd name="connsiteX229" fmla="*/ 3586163 w 5051160"/>
              <a:gd name="connsiteY229" fmla="*/ 1743075 h 3364706"/>
              <a:gd name="connsiteX230" fmla="*/ 3600450 w 5051160"/>
              <a:gd name="connsiteY230" fmla="*/ 1764506 h 3364706"/>
              <a:gd name="connsiteX231" fmla="*/ 3621882 w 5051160"/>
              <a:gd name="connsiteY231" fmla="*/ 1771650 h 3364706"/>
              <a:gd name="connsiteX232" fmla="*/ 3629025 w 5051160"/>
              <a:gd name="connsiteY232" fmla="*/ 1793081 h 3364706"/>
              <a:gd name="connsiteX233" fmla="*/ 3671888 w 5051160"/>
              <a:gd name="connsiteY233" fmla="*/ 1843087 h 3364706"/>
              <a:gd name="connsiteX234" fmla="*/ 3707607 w 5051160"/>
              <a:gd name="connsiteY234" fmla="*/ 1893094 h 3364706"/>
              <a:gd name="connsiteX235" fmla="*/ 3729038 w 5051160"/>
              <a:gd name="connsiteY235" fmla="*/ 1921669 h 3364706"/>
              <a:gd name="connsiteX236" fmla="*/ 3743325 w 5051160"/>
              <a:gd name="connsiteY236" fmla="*/ 1943100 h 3364706"/>
              <a:gd name="connsiteX237" fmla="*/ 3779044 w 5051160"/>
              <a:gd name="connsiteY237" fmla="*/ 1971675 h 3364706"/>
              <a:gd name="connsiteX238" fmla="*/ 3807619 w 5051160"/>
              <a:gd name="connsiteY238" fmla="*/ 2035969 h 3364706"/>
              <a:gd name="connsiteX239" fmla="*/ 3829050 w 5051160"/>
              <a:gd name="connsiteY239" fmla="*/ 2057400 h 3364706"/>
              <a:gd name="connsiteX240" fmla="*/ 3836194 w 5051160"/>
              <a:gd name="connsiteY240" fmla="*/ 2085975 h 3364706"/>
              <a:gd name="connsiteX241" fmla="*/ 3879057 w 5051160"/>
              <a:gd name="connsiteY241" fmla="*/ 2135981 h 3364706"/>
              <a:gd name="connsiteX242" fmla="*/ 3914775 w 5051160"/>
              <a:gd name="connsiteY242" fmla="*/ 2171700 h 3364706"/>
              <a:gd name="connsiteX243" fmla="*/ 3929063 w 5051160"/>
              <a:gd name="connsiteY243" fmla="*/ 2207419 h 3364706"/>
              <a:gd name="connsiteX244" fmla="*/ 3971925 w 5051160"/>
              <a:gd name="connsiteY244" fmla="*/ 2257425 h 3364706"/>
              <a:gd name="connsiteX245" fmla="*/ 3979069 w 5051160"/>
              <a:gd name="connsiteY245" fmla="*/ 2278856 h 3364706"/>
              <a:gd name="connsiteX246" fmla="*/ 4029075 w 5051160"/>
              <a:gd name="connsiteY246" fmla="*/ 2343150 h 3364706"/>
              <a:gd name="connsiteX247" fmla="*/ 4064794 w 5051160"/>
              <a:gd name="connsiteY247" fmla="*/ 2407444 h 3364706"/>
              <a:gd name="connsiteX248" fmla="*/ 4086225 w 5051160"/>
              <a:gd name="connsiteY248" fmla="*/ 2421731 h 3364706"/>
              <a:gd name="connsiteX249" fmla="*/ 4121944 w 5051160"/>
              <a:gd name="connsiteY249" fmla="*/ 2464594 h 3364706"/>
              <a:gd name="connsiteX250" fmla="*/ 4157663 w 5051160"/>
              <a:gd name="connsiteY250" fmla="*/ 2500312 h 3364706"/>
              <a:gd name="connsiteX251" fmla="*/ 4200525 w 5051160"/>
              <a:gd name="connsiteY251" fmla="*/ 2536031 h 3364706"/>
              <a:gd name="connsiteX252" fmla="*/ 4214813 w 5051160"/>
              <a:gd name="connsiteY252" fmla="*/ 2557462 h 3364706"/>
              <a:gd name="connsiteX253" fmla="*/ 4257675 w 5051160"/>
              <a:gd name="connsiteY253" fmla="*/ 2586037 h 3364706"/>
              <a:gd name="connsiteX254" fmla="*/ 4279107 w 5051160"/>
              <a:gd name="connsiteY254" fmla="*/ 2600325 h 3364706"/>
              <a:gd name="connsiteX255" fmla="*/ 4300538 w 5051160"/>
              <a:gd name="connsiteY255" fmla="*/ 2621756 h 3364706"/>
              <a:gd name="connsiteX256" fmla="*/ 4321969 w 5051160"/>
              <a:gd name="connsiteY256" fmla="*/ 2628900 h 3364706"/>
              <a:gd name="connsiteX257" fmla="*/ 4350544 w 5051160"/>
              <a:gd name="connsiteY257" fmla="*/ 2643187 h 3364706"/>
              <a:gd name="connsiteX258" fmla="*/ 4371975 w 5051160"/>
              <a:gd name="connsiteY258" fmla="*/ 2671762 h 3364706"/>
              <a:gd name="connsiteX259" fmla="*/ 4421982 w 5051160"/>
              <a:gd name="connsiteY259" fmla="*/ 2686050 h 3364706"/>
              <a:gd name="connsiteX260" fmla="*/ 4450557 w 5051160"/>
              <a:gd name="connsiteY260" fmla="*/ 2707481 h 3364706"/>
              <a:gd name="connsiteX261" fmla="*/ 4471988 w 5051160"/>
              <a:gd name="connsiteY261" fmla="*/ 2714625 h 3364706"/>
              <a:gd name="connsiteX262" fmla="*/ 4536282 w 5051160"/>
              <a:gd name="connsiteY262" fmla="*/ 2736056 h 3364706"/>
              <a:gd name="connsiteX263" fmla="*/ 4564857 w 5051160"/>
              <a:gd name="connsiteY263" fmla="*/ 2757487 h 3364706"/>
              <a:gd name="connsiteX264" fmla="*/ 4593432 w 5051160"/>
              <a:gd name="connsiteY264" fmla="*/ 2771775 h 3364706"/>
              <a:gd name="connsiteX265" fmla="*/ 4686300 w 5051160"/>
              <a:gd name="connsiteY265" fmla="*/ 2800350 h 3364706"/>
              <a:gd name="connsiteX266" fmla="*/ 4736307 w 5051160"/>
              <a:gd name="connsiteY266" fmla="*/ 2843212 h 3364706"/>
              <a:gd name="connsiteX267" fmla="*/ 4779169 w 5051160"/>
              <a:gd name="connsiteY267" fmla="*/ 2864644 h 3364706"/>
              <a:gd name="connsiteX268" fmla="*/ 4814888 w 5051160"/>
              <a:gd name="connsiteY268" fmla="*/ 2921794 h 3364706"/>
              <a:gd name="connsiteX269" fmla="*/ 4807744 w 5051160"/>
              <a:gd name="connsiteY269" fmla="*/ 3000375 h 3364706"/>
              <a:gd name="connsiteX270" fmla="*/ 4793457 w 5051160"/>
              <a:gd name="connsiteY270" fmla="*/ 3043237 h 3364706"/>
              <a:gd name="connsiteX271" fmla="*/ 4786313 w 5051160"/>
              <a:gd name="connsiteY271" fmla="*/ 3071812 h 3364706"/>
              <a:gd name="connsiteX272" fmla="*/ 4800600 w 5051160"/>
              <a:gd name="connsiteY272" fmla="*/ 3121819 h 3364706"/>
              <a:gd name="connsiteX273" fmla="*/ 4814888 w 5051160"/>
              <a:gd name="connsiteY273" fmla="*/ 3178969 h 3364706"/>
              <a:gd name="connsiteX274" fmla="*/ 4864894 w 5051160"/>
              <a:gd name="connsiteY274" fmla="*/ 3264694 h 3364706"/>
              <a:gd name="connsiteX275" fmla="*/ 4872038 w 5051160"/>
              <a:gd name="connsiteY275" fmla="*/ 3293269 h 3364706"/>
              <a:gd name="connsiteX276" fmla="*/ 4936332 w 5051160"/>
              <a:gd name="connsiteY276" fmla="*/ 3343275 h 3364706"/>
              <a:gd name="connsiteX277" fmla="*/ 4979194 w 5051160"/>
              <a:gd name="connsiteY277" fmla="*/ 3364706 h 3364706"/>
              <a:gd name="connsiteX278" fmla="*/ 5050632 w 5051160"/>
              <a:gd name="connsiteY278" fmla="*/ 3328987 h 3364706"/>
              <a:gd name="connsiteX279" fmla="*/ 5029200 w 5051160"/>
              <a:gd name="connsiteY279" fmla="*/ 3314700 h 3364706"/>
              <a:gd name="connsiteX280" fmla="*/ 5014913 w 5051160"/>
              <a:gd name="connsiteY280" fmla="*/ 3157537 h 3364706"/>
              <a:gd name="connsiteX281" fmla="*/ 4986338 w 5051160"/>
              <a:gd name="connsiteY281" fmla="*/ 3078956 h 3364706"/>
              <a:gd name="connsiteX282" fmla="*/ 4964907 w 5051160"/>
              <a:gd name="connsiteY282" fmla="*/ 3064669 h 3364706"/>
              <a:gd name="connsiteX283" fmla="*/ 4936332 w 5051160"/>
              <a:gd name="connsiteY283" fmla="*/ 3036094 h 3364706"/>
              <a:gd name="connsiteX284" fmla="*/ 4922044 w 5051160"/>
              <a:gd name="connsiteY284" fmla="*/ 3014662 h 3364706"/>
              <a:gd name="connsiteX285" fmla="*/ 4886325 w 5051160"/>
              <a:gd name="connsiteY285" fmla="*/ 3000375 h 3364706"/>
              <a:gd name="connsiteX286" fmla="*/ 4843463 w 5051160"/>
              <a:gd name="connsiteY286" fmla="*/ 2978944 h 3364706"/>
              <a:gd name="connsiteX287" fmla="*/ 4836319 w 5051160"/>
              <a:gd name="connsiteY287" fmla="*/ 2957512 h 3364706"/>
              <a:gd name="connsiteX288" fmla="*/ 4814888 w 5051160"/>
              <a:gd name="connsiteY288" fmla="*/ 2943225 h 3364706"/>
              <a:gd name="connsiteX289" fmla="*/ 4836319 w 5051160"/>
              <a:gd name="connsiteY289" fmla="*/ 2828925 h 3364706"/>
              <a:gd name="connsiteX290" fmla="*/ 4829175 w 5051160"/>
              <a:gd name="connsiteY290" fmla="*/ 2636044 h 3364706"/>
              <a:gd name="connsiteX291" fmla="*/ 4822032 w 5051160"/>
              <a:gd name="connsiteY291" fmla="*/ 2600325 h 3364706"/>
              <a:gd name="connsiteX292" fmla="*/ 4779169 w 5051160"/>
              <a:gd name="connsiteY292" fmla="*/ 2571750 h 3364706"/>
              <a:gd name="connsiteX293" fmla="*/ 4722019 w 5051160"/>
              <a:gd name="connsiteY293" fmla="*/ 2543175 h 3364706"/>
              <a:gd name="connsiteX294" fmla="*/ 4643438 w 5051160"/>
              <a:gd name="connsiteY294" fmla="*/ 2550319 h 3364706"/>
              <a:gd name="connsiteX295" fmla="*/ 4622007 w 5051160"/>
              <a:gd name="connsiteY295" fmla="*/ 2571750 h 3364706"/>
              <a:gd name="connsiteX296" fmla="*/ 4629150 w 5051160"/>
              <a:gd name="connsiteY296" fmla="*/ 2664619 h 3364706"/>
              <a:gd name="connsiteX297" fmla="*/ 4643438 w 5051160"/>
              <a:gd name="connsiteY297" fmla="*/ 2693194 h 3364706"/>
              <a:gd name="connsiteX298" fmla="*/ 4657725 w 5051160"/>
              <a:gd name="connsiteY298" fmla="*/ 2736056 h 3364706"/>
              <a:gd name="connsiteX299" fmla="*/ 4672013 w 5051160"/>
              <a:gd name="connsiteY299" fmla="*/ 2786062 h 3364706"/>
              <a:gd name="connsiteX300" fmla="*/ 4643438 w 5051160"/>
              <a:gd name="connsiteY300" fmla="*/ 2778919 h 3364706"/>
              <a:gd name="connsiteX301" fmla="*/ 4636294 w 5051160"/>
              <a:gd name="connsiteY301" fmla="*/ 2728912 h 3364706"/>
              <a:gd name="connsiteX302" fmla="*/ 4643438 w 5051160"/>
              <a:gd name="connsiteY302" fmla="*/ 2571750 h 3364706"/>
              <a:gd name="connsiteX303" fmla="*/ 4686300 w 5051160"/>
              <a:gd name="connsiteY303" fmla="*/ 2557462 h 3364706"/>
              <a:gd name="connsiteX304" fmla="*/ 4714875 w 5051160"/>
              <a:gd name="connsiteY304" fmla="*/ 2543175 h 3364706"/>
              <a:gd name="connsiteX305" fmla="*/ 4764882 w 5051160"/>
              <a:gd name="connsiteY305" fmla="*/ 2528887 h 3364706"/>
              <a:gd name="connsiteX306" fmla="*/ 4757738 w 5051160"/>
              <a:gd name="connsiteY306" fmla="*/ 2464594 h 3364706"/>
              <a:gd name="connsiteX307" fmla="*/ 4743450 w 5051160"/>
              <a:gd name="connsiteY307" fmla="*/ 2364581 h 3364706"/>
              <a:gd name="connsiteX308" fmla="*/ 4736307 w 5051160"/>
              <a:gd name="connsiteY308" fmla="*/ 2336006 h 3364706"/>
              <a:gd name="connsiteX309" fmla="*/ 4722019 w 5051160"/>
              <a:gd name="connsiteY309" fmla="*/ 2314575 h 3364706"/>
              <a:gd name="connsiteX310" fmla="*/ 4707732 w 5051160"/>
              <a:gd name="connsiteY310" fmla="*/ 2250281 h 3364706"/>
              <a:gd name="connsiteX311" fmla="*/ 4700588 w 5051160"/>
              <a:gd name="connsiteY311" fmla="*/ 2221706 h 3364706"/>
              <a:gd name="connsiteX312" fmla="*/ 4686300 w 5051160"/>
              <a:gd name="connsiteY312" fmla="*/ 2157412 h 3364706"/>
              <a:gd name="connsiteX313" fmla="*/ 4672013 w 5051160"/>
              <a:gd name="connsiteY313" fmla="*/ 2128837 h 3364706"/>
              <a:gd name="connsiteX314" fmla="*/ 4664869 w 5051160"/>
              <a:gd name="connsiteY314" fmla="*/ 2093119 h 3364706"/>
              <a:gd name="connsiteX315" fmla="*/ 4650582 w 5051160"/>
              <a:gd name="connsiteY315" fmla="*/ 2035969 h 3364706"/>
              <a:gd name="connsiteX316" fmla="*/ 4643438 w 5051160"/>
              <a:gd name="connsiteY316" fmla="*/ 2000250 h 3364706"/>
              <a:gd name="connsiteX317" fmla="*/ 4636294 w 5051160"/>
              <a:gd name="connsiteY317" fmla="*/ 1978819 h 3364706"/>
              <a:gd name="connsiteX318" fmla="*/ 4622007 w 5051160"/>
              <a:gd name="connsiteY318" fmla="*/ 1885950 h 3364706"/>
              <a:gd name="connsiteX319" fmla="*/ 4593432 w 5051160"/>
              <a:gd name="connsiteY319" fmla="*/ 1800225 h 3364706"/>
              <a:gd name="connsiteX320" fmla="*/ 4579144 w 5051160"/>
              <a:gd name="connsiteY320" fmla="*/ 1728787 h 3364706"/>
              <a:gd name="connsiteX321" fmla="*/ 4564857 w 5051160"/>
              <a:gd name="connsiteY321" fmla="*/ 1657350 h 3364706"/>
              <a:gd name="connsiteX322" fmla="*/ 4557713 w 5051160"/>
              <a:gd name="connsiteY322" fmla="*/ 1571625 h 3364706"/>
              <a:gd name="connsiteX323" fmla="*/ 4550569 w 5051160"/>
              <a:gd name="connsiteY323" fmla="*/ 1543050 h 3364706"/>
              <a:gd name="connsiteX324" fmla="*/ 4529138 w 5051160"/>
              <a:gd name="connsiteY324" fmla="*/ 1350169 h 3364706"/>
              <a:gd name="connsiteX325" fmla="*/ 4500563 w 5051160"/>
              <a:gd name="connsiteY325" fmla="*/ 1250156 h 3364706"/>
              <a:gd name="connsiteX326" fmla="*/ 4479132 w 5051160"/>
              <a:gd name="connsiteY326" fmla="*/ 1235869 h 3364706"/>
              <a:gd name="connsiteX327" fmla="*/ 4450557 w 5051160"/>
              <a:gd name="connsiteY327" fmla="*/ 1228725 h 3364706"/>
              <a:gd name="connsiteX328" fmla="*/ 4429125 w 5051160"/>
              <a:gd name="connsiteY328" fmla="*/ 1221581 h 3364706"/>
              <a:gd name="connsiteX329" fmla="*/ 4407694 w 5051160"/>
              <a:gd name="connsiteY329" fmla="*/ 1235869 h 3364706"/>
              <a:gd name="connsiteX330" fmla="*/ 4371975 w 5051160"/>
              <a:gd name="connsiteY330" fmla="*/ 1293019 h 3364706"/>
              <a:gd name="connsiteX331" fmla="*/ 4336257 w 5051160"/>
              <a:gd name="connsiteY331" fmla="*/ 1378744 h 3364706"/>
              <a:gd name="connsiteX332" fmla="*/ 4350544 w 5051160"/>
              <a:gd name="connsiteY332" fmla="*/ 1493044 h 3364706"/>
              <a:gd name="connsiteX333" fmla="*/ 4364832 w 5051160"/>
              <a:gd name="connsiteY333" fmla="*/ 1514475 h 3364706"/>
              <a:gd name="connsiteX334" fmla="*/ 4386263 w 5051160"/>
              <a:gd name="connsiteY334" fmla="*/ 1521619 h 3364706"/>
              <a:gd name="connsiteX335" fmla="*/ 4429125 w 5051160"/>
              <a:gd name="connsiteY335" fmla="*/ 1550194 h 3364706"/>
              <a:gd name="connsiteX336" fmla="*/ 4486275 w 5051160"/>
              <a:gd name="connsiteY336" fmla="*/ 1543050 h 3364706"/>
              <a:gd name="connsiteX337" fmla="*/ 4507707 w 5051160"/>
              <a:gd name="connsiteY337" fmla="*/ 1535906 h 3364706"/>
              <a:gd name="connsiteX338" fmla="*/ 4521994 w 5051160"/>
              <a:gd name="connsiteY338" fmla="*/ 1514475 h 3364706"/>
              <a:gd name="connsiteX339" fmla="*/ 4536282 w 5051160"/>
              <a:gd name="connsiteY339" fmla="*/ 1471612 h 3364706"/>
              <a:gd name="connsiteX340" fmla="*/ 4529138 w 5051160"/>
              <a:gd name="connsiteY340" fmla="*/ 1421606 h 3364706"/>
              <a:gd name="connsiteX341" fmla="*/ 4514850 w 5051160"/>
              <a:gd name="connsiteY341" fmla="*/ 1400175 h 3364706"/>
              <a:gd name="connsiteX342" fmla="*/ 4507707 w 5051160"/>
              <a:gd name="connsiteY342" fmla="*/ 1357312 h 3364706"/>
              <a:gd name="connsiteX343" fmla="*/ 4500563 w 5051160"/>
              <a:gd name="connsiteY343" fmla="*/ 1328737 h 3364706"/>
              <a:gd name="connsiteX344" fmla="*/ 4486275 w 5051160"/>
              <a:gd name="connsiteY344" fmla="*/ 1250156 h 3364706"/>
              <a:gd name="connsiteX345" fmla="*/ 4479132 w 5051160"/>
              <a:gd name="connsiteY345" fmla="*/ 1064419 h 3364706"/>
              <a:gd name="connsiteX346" fmla="*/ 4464844 w 5051160"/>
              <a:gd name="connsiteY346" fmla="*/ 914400 h 3364706"/>
              <a:gd name="connsiteX347" fmla="*/ 4457700 w 5051160"/>
              <a:gd name="connsiteY347" fmla="*/ 864394 h 3364706"/>
              <a:gd name="connsiteX348" fmla="*/ 4450557 w 5051160"/>
              <a:gd name="connsiteY348" fmla="*/ 828675 h 3364706"/>
              <a:gd name="connsiteX349" fmla="*/ 4429125 w 5051160"/>
              <a:gd name="connsiteY349" fmla="*/ 814387 h 3364706"/>
              <a:gd name="connsiteX350" fmla="*/ 4379119 w 5051160"/>
              <a:gd name="connsiteY350" fmla="*/ 821531 h 3364706"/>
              <a:gd name="connsiteX351" fmla="*/ 4350544 w 5051160"/>
              <a:gd name="connsiteY351" fmla="*/ 885825 h 3364706"/>
              <a:gd name="connsiteX352" fmla="*/ 4379119 w 5051160"/>
              <a:gd name="connsiteY352" fmla="*/ 935831 h 3364706"/>
              <a:gd name="connsiteX353" fmla="*/ 4421982 w 5051160"/>
              <a:gd name="connsiteY353" fmla="*/ 921544 h 3364706"/>
              <a:gd name="connsiteX354" fmla="*/ 4436269 w 5051160"/>
              <a:gd name="connsiteY354" fmla="*/ 900112 h 3364706"/>
              <a:gd name="connsiteX355" fmla="*/ 4443413 w 5051160"/>
              <a:gd name="connsiteY355" fmla="*/ 871537 h 3364706"/>
              <a:gd name="connsiteX356" fmla="*/ 4436269 w 5051160"/>
              <a:gd name="connsiteY356" fmla="*/ 678656 h 3364706"/>
              <a:gd name="connsiteX357" fmla="*/ 4421982 w 5051160"/>
              <a:gd name="connsiteY357" fmla="*/ 578644 h 3364706"/>
              <a:gd name="connsiteX358" fmla="*/ 4400550 w 5051160"/>
              <a:gd name="connsiteY358" fmla="*/ 492919 h 3364706"/>
              <a:gd name="connsiteX359" fmla="*/ 4393407 w 5051160"/>
              <a:gd name="connsiteY359" fmla="*/ 400050 h 3364706"/>
              <a:gd name="connsiteX360" fmla="*/ 4379119 w 5051160"/>
              <a:gd name="connsiteY360" fmla="*/ 335756 h 3364706"/>
              <a:gd name="connsiteX361" fmla="*/ 4371975 w 5051160"/>
              <a:gd name="connsiteY361" fmla="*/ 314325 h 3364706"/>
              <a:gd name="connsiteX362" fmla="*/ 4329113 w 5051160"/>
              <a:gd name="connsiteY362" fmla="*/ 285750 h 3364706"/>
              <a:gd name="connsiteX363" fmla="*/ 4250532 w 5051160"/>
              <a:gd name="connsiteY363" fmla="*/ 307181 h 3364706"/>
              <a:gd name="connsiteX364" fmla="*/ 4236244 w 5051160"/>
              <a:gd name="connsiteY364" fmla="*/ 328612 h 3364706"/>
              <a:gd name="connsiteX365" fmla="*/ 4236244 w 5051160"/>
              <a:gd name="connsiteY365" fmla="*/ 464344 h 3364706"/>
              <a:gd name="connsiteX366" fmla="*/ 4250532 w 5051160"/>
              <a:gd name="connsiteY366" fmla="*/ 485775 h 3364706"/>
              <a:gd name="connsiteX367" fmla="*/ 4293394 w 5051160"/>
              <a:gd name="connsiteY367" fmla="*/ 500062 h 3364706"/>
              <a:gd name="connsiteX368" fmla="*/ 4357688 w 5051160"/>
              <a:gd name="connsiteY368" fmla="*/ 485775 h 3364706"/>
              <a:gd name="connsiteX369" fmla="*/ 4364832 w 5051160"/>
              <a:gd name="connsiteY369" fmla="*/ 464344 h 3364706"/>
              <a:gd name="connsiteX370" fmla="*/ 4371975 w 5051160"/>
              <a:gd name="connsiteY370" fmla="*/ 407194 h 3364706"/>
              <a:gd name="connsiteX371" fmla="*/ 4364832 w 5051160"/>
              <a:gd name="connsiteY371" fmla="*/ 235744 h 3364706"/>
              <a:gd name="connsiteX372" fmla="*/ 4314825 w 5051160"/>
              <a:gd name="connsiteY372" fmla="*/ 200025 h 3364706"/>
              <a:gd name="connsiteX373" fmla="*/ 4293394 w 5051160"/>
              <a:gd name="connsiteY373" fmla="*/ 185737 h 3364706"/>
              <a:gd name="connsiteX374" fmla="*/ 4243388 w 5051160"/>
              <a:gd name="connsiteY374" fmla="*/ 171450 h 3364706"/>
              <a:gd name="connsiteX375" fmla="*/ 4186238 w 5051160"/>
              <a:gd name="connsiteY375" fmla="*/ 157162 h 3364706"/>
              <a:gd name="connsiteX376" fmla="*/ 4164807 w 5051160"/>
              <a:gd name="connsiteY376" fmla="*/ 171450 h 3364706"/>
              <a:gd name="connsiteX377" fmla="*/ 4136232 w 5051160"/>
              <a:gd name="connsiteY377" fmla="*/ 178594 h 3364706"/>
              <a:gd name="connsiteX378" fmla="*/ 4107657 w 5051160"/>
              <a:gd name="connsiteY378" fmla="*/ 192881 h 3364706"/>
              <a:gd name="connsiteX379" fmla="*/ 4079082 w 5051160"/>
              <a:gd name="connsiteY379" fmla="*/ 221456 h 3364706"/>
              <a:gd name="connsiteX380" fmla="*/ 4050507 w 5051160"/>
              <a:gd name="connsiteY380" fmla="*/ 228600 h 3364706"/>
              <a:gd name="connsiteX381" fmla="*/ 3800475 w 5051160"/>
              <a:gd name="connsiteY381" fmla="*/ 221456 h 3364706"/>
              <a:gd name="connsiteX382" fmla="*/ 3764757 w 5051160"/>
              <a:gd name="connsiteY382" fmla="*/ 214312 h 3364706"/>
              <a:gd name="connsiteX383" fmla="*/ 3721894 w 5051160"/>
              <a:gd name="connsiteY383" fmla="*/ 207169 h 3364706"/>
              <a:gd name="connsiteX384" fmla="*/ 3693319 w 5051160"/>
              <a:gd name="connsiteY384" fmla="*/ 200025 h 3364706"/>
              <a:gd name="connsiteX385" fmla="*/ 3643313 w 5051160"/>
              <a:gd name="connsiteY385" fmla="*/ 150019 h 3364706"/>
              <a:gd name="connsiteX386" fmla="*/ 3621882 w 5051160"/>
              <a:gd name="connsiteY386" fmla="*/ 128587 h 3364706"/>
              <a:gd name="connsiteX387" fmla="*/ 3593307 w 5051160"/>
              <a:gd name="connsiteY387" fmla="*/ 121444 h 3364706"/>
              <a:gd name="connsiteX388" fmla="*/ 3543300 w 5051160"/>
              <a:gd name="connsiteY388" fmla="*/ 85725 h 3364706"/>
              <a:gd name="connsiteX389" fmla="*/ 3514725 w 5051160"/>
              <a:gd name="connsiteY389" fmla="*/ 64294 h 3364706"/>
              <a:gd name="connsiteX390" fmla="*/ 3421857 w 5051160"/>
              <a:gd name="connsiteY390" fmla="*/ 35719 h 3364706"/>
              <a:gd name="connsiteX391" fmla="*/ 3364707 w 5051160"/>
              <a:gd name="connsiteY391" fmla="*/ 14287 h 3364706"/>
              <a:gd name="connsiteX392" fmla="*/ 3336132 w 5051160"/>
              <a:gd name="connsiteY392" fmla="*/ 0 h 3364706"/>
              <a:gd name="connsiteX393" fmla="*/ 3186113 w 5051160"/>
              <a:gd name="connsiteY393" fmla="*/ 28575 h 336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5051160" h="3364706">
                <a:moveTo>
                  <a:pt x="1735932" y="121444"/>
                </a:moveTo>
                <a:cubicBezTo>
                  <a:pt x="1684177" y="111093"/>
                  <a:pt x="1683782" y="107585"/>
                  <a:pt x="1614488" y="121444"/>
                </a:cubicBezTo>
                <a:cubicBezTo>
                  <a:pt x="1606069" y="123128"/>
                  <a:pt x="1601096" y="132716"/>
                  <a:pt x="1593057" y="135731"/>
                </a:cubicBezTo>
                <a:cubicBezTo>
                  <a:pt x="1581688" y="139994"/>
                  <a:pt x="1569244" y="140494"/>
                  <a:pt x="1557338" y="142875"/>
                </a:cubicBezTo>
                <a:cubicBezTo>
                  <a:pt x="1550194" y="147637"/>
                  <a:pt x="1543586" y="153322"/>
                  <a:pt x="1535907" y="157162"/>
                </a:cubicBezTo>
                <a:cubicBezTo>
                  <a:pt x="1529172" y="160530"/>
                  <a:pt x="1520603" y="159929"/>
                  <a:pt x="1514475" y="164306"/>
                </a:cubicBezTo>
                <a:cubicBezTo>
                  <a:pt x="1503514" y="172135"/>
                  <a:pt x="1496127" y="184115"/>
                  <a:pt x="1485900" y="192881"/>
                </a:cubicBezTo>
                <a:cubicBezTo>
                  <a:pt x="1467995" y="208228"/>
                  <a:pt x="1451238" y="213023"/>
                  <a:pt x="1428750" y="221456"/>
                </a:cubicBezTo>
                <a:cubicBezTo>
                  <a:pt x="1421699" y="224100"/>
                  <a:pt x="1414584" y="226619"/>
                  <a:pt x="1407319" y="228600"/>
                </a:cubicBezTo>
                <a:cubicBezTo>
                  <a:pt x="1378902" y="236350"/>
                  <a:pt x="1350169" y="242887"/>
                  <a:pt x="1321594" y="250031"/>
                </a:cubicBezTo>
                <a:lnTo>
                  <a:pt x="1293019" y="257175"/>
                </a:lnTo>
                <a:cubicBezTo>
                  <a:pt x="1269207" y="254794"/>
                  <a:pt x="1245103" y="254441"/>
                  <a:pt x="1221582" y="250031"/>
                </a:cubicBezTo>
                <a:cubicBezTo>
                  <a:pt x="1206779" y="247256"/>
                  <a:pt x="1178719" y="235744"/>
                  <a:pt x="1178719" y="235744"/>
                </a:cubicBezTo>
                <a:cubicBezTo>
                  <a:pt x="1171575" y="230981"/>
                  <a:pt x="1165179" y="224838"/>
                  <a:pt x="1157288" y="221456"/>
                </a:cubicBezTo>
                <a:cubicBezTo>
                  <a:pt x="1148264" y="217588"/>
                  <a:pt x="1138153" y="217009"/>
                  <a:pt x="1128713" y="214312"/>
                </a:cubicBezTo>
                <a:cubicBezTo>
                  <a:pt x="1121473" y="212243"/>
                  <a:pt x="1114426" y="209550"/>
                  <a:pt x="1107282" y="207169"/>
                </a:cubicBezTo>
                <a:cubicBezTo>
                  <a:pt x="1085757" y="192819"/>
                  <a:pt x="1082656" y="189471"/>
                  <a:pt x="1057275" y="178594"/>
                </a:cubicBezTo>
                <a:cubicBezTo>
                  <a:pt x="1050354" y="175628"/>
                  <a:pt x="1042579" y="174818"/>
                  <a:pt x="1035844" y="171450"/>
                </a:cubicBezTo>
                <a:cubicBezTo>
                  <a:pt x="1023425" y="165240"/>
                  <a:pt x="1012350" y="156602"/>
                  <a:pt x="1000125" y="150019"/>
                </a:cubicBezTo>
                <a:cubicBezTo>
                  <a:pt x="981372" y="139921"/>
                  <a:pt x="942975" y="121444"/>
                  <a:pt x="942975" y="121444"/>
                </a:cubicBezTo>
                <a:cubicBezTo>
                  <a:pt x="933450" y="111919"/>
                  <a:pt x="923166" y="103097"/>
                  <a:pt x="914400" y="92869"/>
                </a:cubicBezTo>
                <a:cubicBezTo>
                  <a:pt x="908812" y="86350"/>
                  <a:pt x="906632" y="77025"/>
                  <a:pt x="900113" y="71437"/>
                </a:cubicBezTo>
                <a:cubicBezTo>
                  <a:pt x="889571" y="62401"/>
                  <a:pt x="876532" y="56749"/>
                  <a:pt x="864394" y="50006"/>
                </a:cubicBezTo>
                <a:cubicBezTo>
                  <a:pt x="833830" y="33027"/>
                  <a:pt x="839887" y="36736"/>
                  <a:pt x="807244" y="28575"/>
                </a:cubicBezTo>
                <a:cubicBezTo>
                  <a:pt x="785813" y="30956"/>
                  <a:pt x="764220" y="32174"/>
                  <a:pt x="742950" y="35719"/>
                </a:cubicBezTo>
                <a:cubicBezTo>
                  <a:pt x="735522" y="36957"/>
                  <a:pt x="726844" y="37537"/>
                  <a:pt x="721519" y="42862"/>
                </a:cubicBezTo>
                <a:cubicBezTo>
                  <a:pt x="716194" y="48187"/>
                  <a:pt x="719079" y="58414"/>
                  <a:pt x="714375" y="64294"/>
                </a:cubicBezTo>
                <a:cubicBezTo>
                  <a:pt x="709012" y="70998"/>
                  <a:pt x="700088" y="73819"/>
                  <a:pt x="692944" y="78581"/>
                </a:cubicBezTo>
                <a:cubicBezTo>
                  <a:pt x="685800" y="90487"/>
                  <a:pt x="679844" y="103192"/>
                  <a:pt x="671513" y="114300"/>
                </a:cubicBezTo>
                <a:cubicBezTo>
                  <a:pt x="665451" y="122382"/>
                  <a:pt x="655094" y="126959"/>
                  <a:pt x="650082" y="135731"/>
                </a:cubicBezTo>
                <a:cubicBezTo>
                  <a:pt x="645211" y="144256"/>
                  <a:pt x="647329" y="155524"/>
                  <a:pt x="642938" y="164306"/>
                </a:cubicBezTo>
                <a:cubicBezTo>
                  <a:pt x="630519" y="189144"/>
                  <a:pt x="608856" y="209399"/>
                  <a:pt x="600075" y="235744"/>
                </a:cubicBezTo>
                <a:cubicBezTo>
                  <a:pt x="597694" y="242888"/>
                  <a:pt x="595001" y="249935"/>
                  <a:pt x="592932" y="257175"/>
                </a:cubicBezTo>
                <a:cubicBezTo>
                  <a:pt x="590235" y="266615"/>
                  <a:pt x="590179" y="276968"/>
                  <a:pt x="585788" y="285750"/>
                </a:cubicBezTo>
                <a:cubicBezTo>
                  <a:pt x="580463" y="296399"/>
                  <a:pt x="571501" y="304800"/>
                  <a:pt x="564357" y="314325"/>
                </a:cubicBezTo>
                <a:cubicBezTo>
                  <a:pt x="544246" y="374655"/>
                  <a:pt x="537028" y="386669"/>
                  <a:pt x="571500" y="485775"/>
                </a:cubicBezTo>
                <a:cubicBezTo>
                  <a:pt x="573156" y="490536"/>
                  <a:pt x="632688" y="504643"/>
                  <a:pt x="642938" y="507206"/>
                </a:cubicBezTo>
                <a:cubicBezTo>
                  <a:pt x="659607" y="504825"/>
                  <a:pt x="677557" y="506901"/>
                  <a:pt x="692944" y="500062"/>
                </a:cubicBezTo>
                <a:cubicBezTo>
                  <a:pt x="700790" y="496575"/>
                  <a:pt x="705740" y="487086"/>
                  <a:pt x="707232" y="478631"/>
                </a:cubicBezTo>
                <a:cubicBezTo>
                  <a:pt x="713040" y="445717"/>
                  <a:pt x="711994" y="411956"/>
                  <a:pt x="714375" y="378619"/>
                </a:cubicBezTo>
                <a:cubicBezTo>
                  <a:pt x="711994" y="359569"/>
                  <a:pt x="710666" y="340358"/>
                  <a:pt x="707232" y="321469"/>
                </a:cubicBezTo>
                <a:cubicBezTo>
                  <a:pt x="705885" y="314060"/>
                  <a:pt x="705413" y="305362"/>
                  <a:pt x="700088" y="300037"/>
                </a:cubicBezTo>
                <a:cubicBezTo>
                  <a:pt x="679618" y="279567"/>
                  <a:pt x="660948" y="271506"/>
                  <a:pt x="635794" y="264319"/>
                </a:cubicBezTo>
                <a:cubicBezTo>
                  <a:pt x="626354" y="261622"/>
                  <a:pt x="616744" y="259556"/>
                  <a:pt x="607219" y="257175"/>
                </a:cubicBezTo>
                <a:cubicBezTo>
                  <a:pt x="600075" y="264319"/>
                  <a:pt x="593459" y="272031"/>
                  <a:pt x="585788" y="278606"/>
                </a:cubicBezTo>
                <a:cubicBezTo>
                  <a:pt x="576748" y="286354"/>
                  <a:pt x="565632" y="291618"/>
                  <a:pt x="557213" y="300037"/>
                </a:cubicBezTo>
                <a:cubicBezTo>
                  <a:pt x="551142" y="306108"/>
                  <a:pt x="547688" y="314325"/>
                  <a:pt x="542925" y="321469"/>
                </a:cubicBezTo>
                <a:cubicBezTo>
                  <a:pt x="562520" y="419438"/>
                  <a:pt x="541870" y="306702"/>
                  <a:pt x="557213" y="521494"/>
                </a:cubicBezTo>
                <a:cubicBezTo>
                  <a:pt x="558078" y="533605"/>
                  <a:pt x="562640" y="545192"/>
                  <a:pt x="564357" y="557212"/>
                </a:cubicBezTo>
                <a:cubicBezTo>
                  <a:pt x="567406" y="578558"/>
                  <a:pt x="569119" y="600075"/>
                  <a:pt x="571500" y="621506"/>
                </a:cubicBezTo>
                <a:cubicBezTo>
                  <a:pt x="569119" y="659606"/>
                  <a:pt x="568155" y="697821"/>
                  <a:pt x="564357" y="735806"/>
                </a:cubicBezTo>
                <a:cubicBezTo>
                  <a:pt x="563380" y="745575"/>
                  <a:pt x="559343" y="754797"/>
                  <a:pt x="557213" y="764381"/>
                </a:cubicBezTo>
                <a:cubicBezTo>
                  <a:pt x="550557" y="794333"/>
                  <a:pt x="548095" y="811946"/>
                  <a:pt x="542925" y="842962"/>
                </a:cubicBezTo>
                <a:cubicBezTo>
                  <a:pt x="549275" y="852487"/>
                  <a:pt x="562769" y="878681"/>
                  <a:pt x="578644" y="878681"/>
                </a:cubicBezTo>
                <a:cubicBezTo>
                  <a:pt x="593704" y="878681"/>
                  <a:pt x="607219" y="869156"/>
                  <a:pt x="621507" y="864394"/>
                </a:cubicBezTo>
                <a:cubicBezTo>
                  <a:pt x="626269" y="857250"/>
                  <a:pt x="634940" y="851505"/>
                  <a:pt x="635794" y="842962"/>
                </a:cubicBezTo>
                <a:cubicBezTo>
                  <a:pt x="639864" y="802254"/>
                  <a:pt x="636323" y="793221"/>
                  <a:pt x="607219" y="778669"/>
                </a:cubicBezTo>
                <a:cubicBezTo>
                  <a:pt x="600484" y="775301"/>
                  <a:pt x="592932" y="773906"/>
                  <a:pt x="585788" y="771525"/>
                </a:cubicBezTo>
                <a:lnTo>
                  <a:pt x="542925" y="778669"/>
                </a:lnTo>
                <a:cubicBezTo>
                  <a:pt x="539828" y="791058"/>
                  <a:pt x="554731" y="974999"/>
                  <a:pt x="557213" y="1007269"/>
                </a:cubicBezTo>
                <a:cubicBezTo>
                  <a:pt x="554832" y="1104900"/>
                  <a:pt x="554504" y="1202603"/>
                  <a:pt x="550069" y="1300162"/>
                </a:cubicBezTo>
                <a:cubicBezTo>
                  <a:pt x="549727" y="1307685"/>
                  <a:pt x="544994" y="1314353"/>
                  <a:pt x="542925" y="1321594"/>
                </a:cubicBezTo>
                <a:cubicBezTo>
                  <a:pt x="540228" y="1331034"/>
                  <a:pt x="541915" y="1342502"/>
                  <a:pt x="535782" y="1350169"/>
                </a:cubicBezTo>
                <a:cubicBezTo>
                  <a:pt x="531078" y="1356049"/>
                  <a:pt x="521494" y="1354931"/>
                  <a:pt x="514350" y="1357312"/>
                </a:cubicBezTo>
                <a:cubicBezTo>
                  <a:pt x="509588" y="1366837"/>
                  <a:pt x="505346" y="1376641"/>
                  <a:pt x="500063" y="1385887"/>
                </a:cubicBezTo>
                <a:cubicBezTo>
                  <a:pt x="495803" y="1393342"/>
                  <a:pt x="488490" y="1399174"/>
                  <a:pt x="485775" y="1407319"/>
                </a:cubicBezTo>
                <a:cubicBezTo>
                  <a:pt x="481195" y="1421060"/>
                  <a:pt x="481774" y="1436042"/>
                  <a:pt x="478632" y="1450181"/>
                </a:cubicBezTo>
                <a:cubicBezTo>
                  <a:pt x="476999" y="1457532"/>
                  <a:pt x="473869" y="1464468"/>
                  <a:pt x="471488" y="1471612"/>
                </a:cubicBezTo>
                <a:cubicBezTo>
                  <a:pt x="473869" y="1519237"/>
                  <a:pt x="472465" y="1567203"/>
                  <a:pt x="478632" y="1614487"/>
                </a:cubicBezTo>
                <a:cubicBezTo>
                  <a:pt x="479742" y="1623001"/>
                  <a:pt x="485638" y="1631368"/>
                  <a:pt x="492919" y="1635919"/>
                </a:cubicBezTo>
                <a:cubicBezTo>
                  <a:pt x="504511" y="1643164"/>
                  <a:pt x="547630" y="1653168"/>
                  <a:pt x="564357" y="1657350"/>
                </a:cubicBezTo>
                <a:cubicBezTo>
                  <a:pt x="581026" y="1654969"/>
                  <a:pt x="597797" y="1653218"/>
                  <a:pt x="614363" y="1650206"/>
                </a:cubicBezTo>
                <a:cubicBezTo>
                  <a:pt x="624023" y="1648450"/>
                  <a:pt x="634769" y="1648508"/>
                  <a:pt x="642938" y="1643062"/>
                </a:cubicBezTo>
                <a:cubicBezTo>
                  <a:pt x="658292" y="1632826"/>
                  <a:pt x="657238" y="1614462"/>
                  <a:pt x="664369" y="1600200"/>
                </a:cubicBezTo>
                <a:cubicBezTo>
                  <a:pt x="668209" y="1592521"/>
                  <a:pt x="673894" y="1585913"/>
                  <a:pt x="678657" y="1578769"/>
                </a:cubicBezTo>
                <a:cubicBezTo>
                  <a:pt x="700973" y="1489494"/>
                  <a:pt x="672458" y="1600462"/>
                  <a:pt x="692944" y="1528762"/>
                </a:cubicBezTo>
                <a:cubicBezTo>
                  <a:pt x="710882" y="1465979"/>
                  <a:pt x="690105" y="1530134"/>
                  <a:pt x="707232" y="1478756"/>
                </a:cubicBezTo>
                <a:cubicBezTo>
                  <a:pt x="704851" y="1445419"/>
                  <a:pt x="705896" y="1411658"/>
                  <a:pt x="700088" y="1378744"/>
                </a:cubicBezTo>
                <a:cubicBezTo>
                  <a:pt x="698596" y="1370289"/>
                  <a:pt x="691297" y="1363908"/>
                  <a:pt x="685800" y="1357312"/>
                </a:cubicBezTo>
                <a:cubicBezTo>
                  <a:pt x="664967" y="1332313"/>
                  <a:pt x="658716" y="1332489"/>
                  <a:pt x="628650" y="1314450"/>
                </a:cubicBezTo>
                <a:cubicBezTo>
                  <a:pt x="600075" y="1321594"/>
                  <a:pt x="569998" y="1324278"/>
                  <a:pt x="542925" y="1335881"/>
                </a:cubicBezTo>
                <a:cubicBezTo>
                  <a:pt x="528620" y="1342012"/>
                  <a:pt x="524514" y="1375822"/>
                  <a:pt x="521494" y="1385887"/>
                </a:cubicBezTo>
                <a:cubicBezTo>
                  <a:pt x="506509" y="1435838"/>
                  <a:pt x="516182" y="1419776"/>
                  <a:pt x="485775" y="1450181"/>
                </a:cubicBezTo>
                <a:cubicBezTo>
                  <a:pt x="480338" y="1477368"/>
                  <a:pt x="471488" y="1517107"/>
                  <a:pt x="471488" y="1543050"/>
                </a:cubicBezTo>
                <a:cubicBezTo>
                  <a:pt x="471488" y="1566981"/>
                  <a:pt x="473251" y="1591169"/>
                  <a:pt x="478632" y="1614487"/>
                </a:cubicBezTo>
                <a:cubicBezTo>
                  <a:pt x="480563" y="1622853"/>
                  <a:pt x="488157" y="1628775"/>
                  <a:pt x="492919" y="1635919"/>
                </a:cubicBezTo>
                <a:cubicBezTo>
                  <a:pt x="504032" y="1735934"/>
                  <a:pt x="504008" y="1704484"/>
                  <a:pt x="492919" y="1843087"/>
                </a:cubicBezTo>
                <a:cubicBezTo>
                  <a:pt x="489949" y="1880211"/>
                  <a:pt x="483220" y="1879328"/>
                  <a:pt x="471488" y="1914525"/>
                </a:cubicBezTo>
                <a:cubicBezTo>
                  <a:pt x="468383" y="1923839"/>
                  <a:pt x="466725" y="1933575"/>
                  <a:pt x="464344" y="1943100"/>
                </a:cubicBezTo>
                <a:cubicBezTo>
                  <a:pt x="461963" y="1969294"/>
                  <a:pt x="460676" y="1995610"/>
                  <a:pt x="457200" y="2021681"/>
                </a:cubicBezTo>
                <a:cubicBezTo>
                  <a:pt x="454408" y="2042625"/>
                  <a:pt x="448425" y="2052397"/>
                  <a:pt x="442913" y="2071687"/>
                </a:cubicBezTo>
                <a:cubicBezTo>
                  <a:pt x="440216" y="2081127"/>
                  <a:pt x="439636" y="2091238"/>
                  <a:pt x="435769" y="2100262"/>
                </a:cubicBezTo>
                <a:cubicBezTo>
                  <a:pt x="432387" y="2108154"/>
                  <a:pt x="426244" y="2114550"/>
                  <a:pt x="421482" y="2121694"/>
                </a:cubicBezTo>
                <a:cubicBezTo>
                  <a:pt x="419101" y="2140744"/>
                  <a:pt x="417257" y="2159869"/>
                  <a:pt x="414338" y="2178844"/>
                </a:cubicBezTo>
                <a:cubicBezTo>
                  <a:pt x="411882" y="2194805"/>
                  <a:pt x="404791" y="2226544"/>
                  <a:pt x="400050" y="2243137"/>
                </a:cubicBezTo>
                <a:cubicBezTo>
                  <a:pt x="388550" y="2283391"/>
                  <a:pt x="397675" y="2245504"/>
                  <a:pt x="378619" y="2293144"/>
                </a:cubicBezTo>
                <a:cubicBezTo>
                  <a:pt x="373026" y="2307127"/>
                  <a:pt x="368659" y="2321581"/>
                  <a:pt x="364332" y="2336006"/>
                </a:cubicBezTo>
                <a:cubicBezTo>
                  <a:pt x="360898" y="2347453"/>
                  <a:pt x="356047" y="2374006"/>
                  <a:pt x="350044" y="2386012"/>
                </a:cubicBezTo>
                <a:cubicBezTo>
                  <a:pt x="346204" y="2393691"/>
                  <a:pt x="339244" y="2399598"/>
                  <a:pt x="335757" y="2407444"/>
                </a:cubicBezTo>
                <a:cubicBezTo>
                  <a:pt x="317403" y="2448741"/>
                  <a:pt x="322326" y="2462025"/>
                  <a:pt x="307182" y="2507456"/>
                </a:cubicBezTo>
                <a:cubicBezTo>
                  <a:pt x="290852" y="2556444"/>
                  <a:pt x="310136" y="2495642"/>
                  <a:pt x="292894" y="2564606"/>
                </a:cubicBezTo>
                <a:cubicBezTo>
                  <a:pt x="291068" y="2571911"/>
                  <a:pt x="287819" y="2578797"/>
                  <a:pt x="285750" y="2586037"/>
                </a:cubicBezTo>
                <a:cubicBezTo>
                  <a:pt x="283053" y="2595477"/>
                  <a:pt x="280988" y="2605087"/>
                  <a:pt x="278607" y="2614612"/>
                </a:cubicBezTo>
                <a:cubicBezTo>
                  <a:pt x="273844" y="2664618"/>
                  <a:pt x="270550" y="2714786"/>
                  <a:pt x="264319" y="2764631"/>
                </a:cubicBezTo>
                <a:cubicBezTo>
                  <a:pt x="261938" y="2783681"/>
                  <a:pt x="260609" y="2802892"/>
                  <a:pt x="257175" y="2821781"/>
                </a:cubicBezTo>
                <a:cubicBezTo>
                  <a:pt x="254171" y="2838302"/>
                  <a:pt x="242783" y="2857709"/>
                  <a:pt x="235744" y="2871787"/>
                </a:cubicBezTo>
                <a:cubicBezTo>
                  <a:pt x="238125" y="2881312"/>
                  <a:pt x="240191" y="2890922"/>
                  <a:pt x="242888" y="2900362"/>
                </a:cubicBezTo>
                <a:cubicBezTo>
                  <a:pt x="244957" y="2907603"/>
                  <a:pt x="250032" y="2914264"/>
                  <a:pt x="250032" y="2921794"/>
                </a:cubicBezTo>
                <a:cubicBezTo>
                  <a:pt x="250032" y="2933936"/>
                  <a:pt x="245833" y="2945733"/>
                  <a:pt x="242888" y="2957512"/>
                </a:cubicBezTo>
                <a:cubicBezTo>
                  <a:pt x="237645" y="2978483"/>
                  <a:pt x="234233" y="2987095"/>
                  <a:pt x="214313" y="3000375"/>
                </a:cubicBezTo>
                <a:cubicBezTo>
                  <a:pt x="208048" y="3004552"/>
                  <a:pt x="200026" y="3005138"/>
                  <a:pt x="192882" y="3007519"/>
                </a:cubicBezTo>
                <a:cubicBezTo>
                  <a:pt x="185738" y="3014663"/>
                  <a:pt x="180222" y="3023938"/>
                  <a:pt x="171450" y="3028950"/>
                </a:cubicBezTo>
                <a:cubicBezTo>
                  <a:pt x="162925" y="3033821"/>
                  <a:pt x="150864" y="3030387"/>
                  <a:pt x="142875" y="3036094"/>
                </a:cubicBezTo>
                <a:cubicBezTo>
                  <a:pt x="133187" y="3043014"/>
                  <a:pt x="129192" y="3055629"/>
                  <a:pt x="121444" y="3064669"/>
                </a:cubicBezTo>
                <a:cubicBezTo>
                  <a:pt x="114869" y="3072340"/>
                  <a:pt x="106481" y="3078339"/>
                  <a:pt x="100013" y="3086100"/>
                </a:cubicBezTo>
                <a:cubicBezTo>
                  <a:pt x="94516" y="3092696"/>
                  <a:pt x="91429" y="3101114"/>
                  <a:pt x="85725" y="3107531"/>
                </a:cubicBezTo>
                <a:cubicBezTo>
                  <a:pt x="72301" y="3122633"/>
                  <a:pt x="42863" y="3150394"/>
                  <a:pt x="42863" y="3150394"/>
                </a:cubicBezTo>
                <a:cubicBezTo>
                  <a:pt x="40482" y="3157538"/>
                  <a:pt x="38685" y="3164904"/>
                  <a:pt x="35719" y="3171825"/>
                </a:cubicBezTo>
                <a:cubicBezTo>
                  <a:pt x="31524" y="3181613"/>
                  <a:pt x="25171" y="3190429"/>
                  <a:pt x="21432" y="3200400"/>
                </a:cubicBezTo>
                <a:cubicBezTo>
                  <a:pt x="17985" y="3209593"/>
                  <a:pt x="17393" y="3219661"/>
                  <a:pt x="14288" y="3228975"/>
                </a:cubicBezTo>
                <a:cubicBezTo>
                  <a:pt x="10233" y="3241140"/>
                  <a:pt x="4763" y="3252788"/>
                  <a:pt x="0" y="3264694"/>
                </a:cubicBezTo>
                <a:cubicBezTo>
                  <a:pt x="4763" y="3281363"/>
                  <a:pt x="9190" y="3298131"/>
                  <a:pt x="14288" y="3314700"/>
                </a:cubicBezTo>
                <a:cubicBezTo>
                  <a:pt x="18717" y="3329094"/>
                  <a:pt x="28575" y="3357562"/>
                  <a:pt x="28575" y="3357562"/>
                </a:cubicBezTo>
                <a:cubicBezTo>
                  <a:pt x="64294" y="3350418"/>
                  <a:pt x="100393" y="3344966"/>
                  <a:pt x="135732" y="3336131"/>
                </a:cubicBezTo>
                <a:cubicBezTo>
                  <a:pt x="148172" y="3333021"/>
                  <a:pt x="161599" y="3330053"/>
                  <a:pt x="171450" y="3321844"/>
                </a:cubicBezTo>
                <a:cubicBezTo>
                  <a:pt x="177235" y="3317023"/>
                  <a:pt x="175628" y="3307334"/>
                  <a:pt x="178594" y="3300412"/>
                </a:cubicBezTo>
                <a:cubicBezTo>
                  <a:pt x="182789" y="3290624"/>
                  <a:pt x="188687" y="3281625"/>
                  <a:pt x="192882" y="3271837"/>
                </a:cubicBezTo>
                <a:cubicBezTo>
                  <a:pt x="195848" y="3264916"/>
                  <a:pt x="196368" y="3256988"/>
                  <a:pt x="200025" y="3250406"/>
                </a:cubicBezTo>
                <a:cubicBezTo>
                  <a:pt x="208364" y="3235396"/>
                  <a:pt x="219075" y="3221831"/>
                  <a:pt x="228600" y="3207544"/>
                </a:cubicBezTo>
                <a:cubicBezTo>
                  <a:pt x="226219" y="3169444"/>
                  <a:pt x="227411" y="3130951"/>
                  <a:pt x="221457" y="3093244"/>
                </a:cubicBezTo>
                <a:cubicBezTo>
                  <a:pt x="220118" y="3084763"/>
                  <a:pt x="207946" y="3080363"/>
                  <a:pt x="207169" y="3071812"/>
                </a:cubicBezTo>
                <a:cubicBezTo>
                  <a:pt x="205668" y="3055298"/>
                  <a:pt x="211256" y="3003431"/>
                  <a:pt x="228600" y="2986087"/>
                </a:cubicBezTo>
                <a:cubicBezTo>
                  <a:pt x="238418" y="2976269"/>
                  <a:pt x="252544" y="2972015"/>
                  <a:pt x="264319" y="2964656"/>
                </a:cubicBezTo>
                <a:cubicBezTo>
                  <a:pt x="298944" y="2943016"/>
                  <a:pt x="272959" y="2952927"/>
                  <a:pt x="321469" y="2943225"/>
                </a:cubicBezTo>
                <a:cubicBezTo>
                  <a:pt x="326232" y="2936081"/>
                  <a:pt x="328613" y="2926556"/>
                  <a:pt x="335757" y="2921794"/>
                </a:cubicBezTo>
                <a:cubicBezTo>
                  <a:pt x="343926" y="2916348"/>
                  <a:pt x="355308" y="2918518"/>
                  <a:pt x="364332" y="2914650"/>
                </a:cubicBezTo>
                <a:cubicBezTo>
                  <a:pt x="372223" y="2911268"/>
                  <a:pt x="378619" y="2905125"/>
                  <a:pt x="385763" y="2900362"/>
                </a:cubicBezTo>
                <a:cubicBezTo>
                  <a:pt x="390525" y="2893218"/>
                  <a:pt x="396210" y="2886610"/>
                  <a:pt x="400050" y="2878931"/>
                </a:cubicBezTo>
                <a:cubicBezTo>
                  <a:pt x="403418" y="2872196"/>
                  <a:pt x="403458" y="2864038"/>
                  <a:pt x="407194" y="2857500"/>
                </a:cubicBezTo>
                <a:cubicBezTo>
                  <a:pt x="413101" y="2847163"/>
                  <a:pt x="421481" y="2838450"/>
                  <a:pt x="428625" y="2828925"/>
                </a:cubicBezTo>
                <a:cubicBezTo>
                  <a:pt x="451627" y="2759922"/>
                  <a:pt x="414737" y="2867220"/>
                  <a:pt x="450057" y="2778919"/>
                </a:cubicBezTo>
                <a:cubicBezTo>
                  <a:pt x="455650" y="2764936"/>
                  <a:pt x="461390" y="2750824"/>
                  <a:pt x="464344" y="2736056"/>
                </a:cubicBezTo>
                <a:cubicBezTo>
                  <a:pt x="473414" y="2690710"/>
                  <a:pt x="468543" y="2712117"/>
                  <a:pt x="478632" y="2671762"/>
                </a:cubicBezTo>
                <a:cubicBezTo>
                  <a:pt x="476251" y="2650331"/>
                  <a:pt x="481131" y="2626755"/>
                  <a:pt x="471488" y="2607469"/>
                </a:cubicBezTo>
                <a:cubicBezTo>
                  <a:pt x="467097" y="2598687"/>
                  <a:pt x="451937" y="2604193"/>
                  <a:pt x="442913" y="2600325"/>
                </a:cubicBezTo>
                <a:cubicBezTo>
                  <a:pt x="435022" y="2596943"/>
                  <a:pt x="428626" y="2590800"/>
                  <a:pt x="421482" y="2586037"/>
                </a:cubicBezTo>
                <a:cubicBezTo>
                  <a:pt x="400051" y="2590800"/>
                  <a:pt x="377453" y="2591881"/>
                  <a:pt x="357188" y="2600325"/>
                </a:cubicBezTo>
                <a:cubicBezTo>
                  <a:pt x="342872" y="2606290"/>
                  <a:pt x="308630" y="2660276"/>
                  <a:pt x="307182" y="2664619"/>
                </a:cubicBezTo>
                <a:cubicBezTo>
                  <a:pt x="304801" y="2671763"/>
                  <a:pt x="304859" y="2680265"/>
                  <a:pt x="300038" y="2686050"/>
                </a:cubicBezTo>
                <a:cubicBezTo>
                  <a:pt x="292416" y="2695197"/>
                  <a:pt x="280988" y="2700337"/>
                  <a:pt x="271463" y="2707481"/>
                </a:cubicBezTo>
                <a:cubicBezTo>
                  <a:pt x="269082" y="2726531"/>
                  <a:pt x="268975" y="2746006"/>
                  <a:pt x="264319" y="2764631"/>
                </a:cubicBezTo>
                <a:cubicBezTo>
                  <a:pt x="261736" y="2774962"/>
                  <a:pt x="253092" y="2783006"/>
                  <a:pt x="250032" y="2793206"/>
                </a:cubicBezTo>
                <a:cubicBezTo>
                  <a:pt x="245870" y="2807080"/>
                  <a:pt x="246030" y="2821929"/>
                  <a:pt x="242888" y="2836069"/>
                </a:cubicBezTo>
                <a:cubicBezTo>
                  <a:pt x="241254" y="2843420"/>
                  <a:pt x="238125" y="2850356"/>
                  <a:pt x="235744" y="2857500"/>
                </a:cubicBezTo>
                <a:cubicBezTo>
                  <a:pt x="240507" y="2886075"/>
                  <a:pt x="235659" y="2918073"/>
                  <a:pt x="250032" y="2943225"/>
                </a:cubicBezTo>
                <a:cubicBezTo>
                  <a:pt x="257504" y="2956301"/>
                  <a:pt x="292894" y="2957512"/>
                  <a:pt x="292894" y="2957512"/>
                </a:cubicBezTo>
                <a:cubicBezTo>
                  <a:pt x="307182" y="2955131"/>
                  <a:pt x="322016" y="2954949"/>
                  <a:pt x="335757" y="2950369"/>
                </a:cubicBezTo>
                <a:cubicBezTo>
                  <a:pt x="343902" y="2947654"/>
                  <a:pt x="349907" y="2940631"/>
                  <a:pt x="357188" y="2936081"/>
                </a:cubicBezTo>
                <a:cubicBezTo>
                  <a:pt x="368962" y="2928722"/>
                  <a:pt x="381001" y="2921794"/>
                  <a:pt x="392907" y="2914650"/>
                </a:cubicBezTo>
                <a:cubicBezTo>
                  <a:pt x="412657" y="2855394"/>
                  <a:pt x="379506" y="2948591"/>
                  <a:pt x="428625" y="2850356"/>
                </a:cubicBezTo>
                <a:cubicBezTo>
                  <a:pt x="447431" y="2812745"/>
                  <a:pt x="435383" y="2829311"/>
                  <a:pt x="464344" y="2800350"/>
                </a:cubicBezTo>
                <a:cubicBezTo>
                  <a:pt x="466725" y="2790825"/>
                  <a:pt x="466617" y="2780300"/>
                  <a:pt x="471488" y="2771775"/>
                </a:cubicBezTo>
                <a:cubicBezTo>
                  <a:pt x="479950" y="2756967"/>
                  <a:pt x="500695" y="2745160"/>
                  <a:pt x="514350" y="2736056"/>
                </a:cubicBezTo>
                <a:cubicBezTo>
                  <a:pt x="519113" y="2728912"/>
                  <a:pt x="522567" y="2720696"/>
                  <a:pt x="528638" y="2714625"/>
                </a:cubicBezTo>
                <a:cubicBezTo>
                  <a:pt x="537496" y="2705767"/>
                  <a:pt x="566478" y="2687017"/>
                  <a:pt x="578644" y="2678906"/>
                </a:cubicBezTo>
                <a:cubicBezTo>
                  <a:pt x="592552" y="2637185"/>
                  <a:pt x="574907" y="2675499"/>
                  <a:pt x="607219" y="2643187"/>
                </a:cubicBezTo>
                <a:cubicBezTo>
                  <a:pt x="659325" y="2591081"/>
                  <a:pt x="617106" y="2625609"/>
                  <a:pt x="650082" y="2586037"/>
                </a:cubicBezTo>
                <a:cubicBezTo>
                  <a:pt x="667271" y="2565410"/>
                  <a:pt x="671871" y="2564367"/>
                  <a:pt x="692944" y="2550319"/>
                </a:cubicBezTo>
                <a:cubicBezTo>
                  <a:pt x="698545" y="2539117"/>
                  <a:pt x="711425" y="2510407"/>
                  <a:pt x="721519" y="2500312"/>
                </a:cubicBezTo>
                <a:cubicBezTo>
                  <a:pt x="787672" y="2434157"/>
                  <a:pt x="694144" y="2546537"/>
                  <a:pt x="764382" y="2464594"/>
                </a:cubicBezTo>
                <a:cubicBezTo>
                  <a:pt x="772131" y="2455554"/>
                  <a:pt x="777394" y="2444438"/>
                  <a:pt x="785813" y="2436019"/>
                </a:cubicBezTo>
                <a:cubicBezTo>
                  <a:pt x="822115" y="2399716"/>
                  <a:pt x="793565" y="2447112"/>
                  <a:pt x="828675" y="2400300"/>
                </a:cubicBezTo>
                <a:cubicBezTo>
                  <a:pt x="837006" y="2389192"/>
                  <a:pt x="842405" y="2376134"/>
                  <a:pt x="850107" y="2364581"/>
                </a:cubicBezTo>
                <a:cubicBezTo>
                  <a:pt x="856711" y="2354674"/>
                  <a:pt x="865228" y="2346102"/>
                  <a:pt x="871538" y="2336006"/>
                </a:cubicBezTo>
                <a:cubicBezTo>
                  <a:pt x="877182" y="2326975"/>
                  <a:pt x="878295" y="2314961"/>
                  <a:pt x="885825" y="2307431"/>
                </a:cubicBezTo>
                <a:cubicBezTo>
                  <a:pt x="893355" y="2299901"/>
                  <a:pt x="904875" y="2297906"/>
                  <a:pt x="914400" y="2293144"/>
                </a:cubicBezTo>
                <a:cubicBezTo>
                  <a:pt x="986622" y="2184810"/>
                  <a:pt x="908450" y="2295997"/>
                  <a:pt x="964407" y="2228850"/>
                </a:cubicBezTo>
                <a:cubicBezTo>
                  <a:pt x="994175" y="2193129"/>
                  <a:pt x="960832" y="2219328"/>
                  <a:pt x="1000125" y="2193131"/>
                </a:cubicBezTo>
                <a:cubicBezTo>
                  <a:pt x="1009650" y="2178844"/>
                  <a:pt x="1019599" y="2164830"/>
                  <a:pt x="1028700" y="2150269"/>
                </a:cubicBezTo>
                <a:cubicBezTo>
                  <a:pt x="1040606" y="2131219"/>
                  <a:pt x="1043107" y="2100223"/>
                  <a:pt x="1064419" y="2093119"/>
                </a:cubicBezTo>
                <a:lnTo>
                  <a:pt x="1085850" y="2085975"/>
                </a:lnTo>
                <a:cubicBezTo>
                  <a:pt x="1090613" y="2074069"/>
                  <a:pt x="1094403" y="2061726"/>
                  <a:pt x="1100138" y="2050256"/>
                </a:cubicBezTo>
                <a:cubicBezTo>
                  <a:pt x="1112771" y="2024991"/>
                  <a:pt x="1116895" y="2029516"/>
                  <a:pt x="1135857" y="2007394"/>
                </a:cubicBezTo>
                <a:cubicBezTo>
                  <a:pt x="1143606" y="1998354"/>
                  <a:pt x="1150144" y="1988344"/>
                  <a:pt x="1157288" y="1978819"/>
                </a:cubicBezTo>
                <a:cubicBezTo>
                  <a:pt x="1159669" y="1969294"/>
                  <a:pt x="1160565" y="1959268"/>
                  <a:pt x="1164432" y="1950244"/>
                </a:cubicBezTo>
                <a:cubicBezTo>
                  <a:pt x="1173823" y="1928331"/>
                  <a:pt x="1185003" y="1925557"/>
                  <a:pt x="1200150" y="1907381"/>
                </a:cubicBezTo>
                <a:cubicBezTo>
                  <a:pt x="1225715" y="1876704"/>
                  <a:pt x="1221134" y="1850529"/>
                  <a:pt x="1264444" y="1821656"/>
                </a:cubicBezTo>
                <a:lnTo>
                  <a:pt x="1285875" y="1807369"/>
                </a:lnTo>
                <a:cubicBezTo>
                  <a:pt x="1302255" y="1758230"/>
                  <a:pt x="1279852" y="1817909"/>
                  <a:pt x="1314450" y="1757362"/>
                </a:cubicBezTo>
                <a:cubicBezTo>
                  <a:pt x="1318186" y="1750824"/>
                  <a:pt x="1316890" y="1741811"/>
                  <a:pt x="1321594" y="1735931"/>
                </a:cubicBezTo>
                <a:cubicBezTo>
                  <a:pt x="1326957" y="1729227"/>
                  <a:pt x="1336954" y="1727715"/>
                  <a:pt x="1343025" y="1721644"/>
                </a:cubicBezTo>
                <a:cubicBezTo>
                  <a:pt x="1353807" y="1710862"/>
                  <a:pt x="1362451" y="1698123"/>
                  <a:pt x="1371600" y="1685925"/>
                </a:cubicBezTo>
                <a:cubicBezTo>
                  <a:pt x="1376751" y="1679056"/>
                  <a:pt x="1379817" y="1670565"/>
                  <a:pt x="1385888" y="1664494"/>
                </a:cubicBezTo>
                <a:cubicBezTo>
                  <a:pt x="1391959" y="1658423"/>
                  <a:pt x="1400175" y="1654969"/>
                  <a:pt x="1407319" y="1650206"/>
                </a:cubicBezTo>
                <a:cubicBezTo>
                  <a:pt x="1412082" y="1638300"/>
                  <a:pt x="1415872" y="1625957"/>
                  <a:pt x="1421607" y="1614487"/>
                </a:cubicBezTo>
                <a:cubicBezTo>
                  <a:pt x="1425447" y="1606808"/>
                  <a:pt x="1431634" y="1600510"/>
                  <a:pt x="1435894" y="1593056"/>
                </a:cubicBezTo>
                <a:cubicBezTo>
                  <a:pt x="1441178" y="1583810"/>
                  <a:pt x="1444898" y="1573727"/>
                  <a:pt x="1450182" y="1564481"/>
                </a:cubicBezTo>
                <a:cubicBezTo>
                  <a:pt x="1454442" y="1557027"/>
                  <a:pt x="1460209" y="1550504"/>
                  <a:pt x="1464469" y="1543050"/>
                </a:cubicBezTo>
                <a:cubicBezTo>
                  <a:pt x="1469753" y="1533804"/>
                  <a:pt x="1472567" y="1523141"/>
                  <a:pt x="1478757" y="1514475"/>
                </a:cubicBezTo>
                <a:cubicBezTo>
                  <a:pt x="1484629" y="1506254"/>
                  <a:pt x="1493721" y="1500805"/>
                  <a:pt x="1500188" y="1493044"/>
                </a:cubicBezTo>
                <a:cubicBezTo>
                  <a:pt x="1505684" y="1486448"/>
                  <a:pt x="1508014" y="1477266"/>
                  <a:pt x="1514475" y="1471612"/>
                </a:cubicBezTo>
                <a:cubicBezTo>
                  <a:pt x="1527398" y="1460304"/>
                  <a:pt x="1545196" y="1455179"/>
                  <a:pt x="1557338" y="1443037"/>
                </a:cubicBezTo>
                <a:cubicBezTo>
                  <a:pt x="1564482" y="1435893"/>
                  <a:pt x="1569340" y="1425233"/>
                  <a:pt x="1578769" y="1421606"/>
                </a:cubicBezTo>
                <a:cubicBezTo>
                  <a:pt x="1601435" y="1412889"/>
                  <a:pt x="1626648" y="1413209"/>
                  <a:pt x="1650207" y="1407319"/>
                </a:cubicBezTo>
                <a:cubicBezTo>
                  <a:pt x="1721409" y="1389518"/>
                  <a:pt x="1687988" y="1396259"/>
                  <a:pt x="1750219" y="1385887"/>
                </a:cubicBezTo>
                <a:cubicBezTo>
                  <a:pt x="1751681" y="1386033"/>
                  <a:pt x="1901355" y="1398970"/>
                  <a:pt x="1943100" y="1407319"/>
                </a:cubicBezTo>
                <a:cubicBezTo>
                  <a:pt x="1950484" y="1408796"/>
                  <a:pt x="1957227" y="1412636"/>
                  <a:pt x="1964532" y="1414462"/>
                </a:cubicBezTo>
                <a:cubicBezTo>
                  <a:pt x="1985830" y="1419787"/>
                  <a:pt x="2007433" y="1423813"/>
                  <a:pt x="2028825" y="1428750"/>
                </a:cubicBezTo>
                <a:cubicBezTo>
                  <a:pt x="2038392" y="1430958"/>
                  <a:pt x="2047681" y="1434506"/>
                  <a:pt x="2057400" y="1435894"/>
                </a:cubicBezTo>
                <a:cubicBezTo>
                  <a:pt x="2104224" y="1442583"/>
                  <a:pt x="2195062" y="1447452"/>
                  <a:pt x="2235994" y="1450181"/>
                </a:cubicBezTo>
                <a:cubicBezTo>
                  <a:pt x="2252663" y="1452562"/>
                  <a:pt x="2269434" y="1454313"/>
                  <a:pt x="2286000" y="1457325"/>
                </a:cubicBezTo>
                <a:cubicBezTo>
                  <a:pt x="2340958" y="1467318"/>
                  <a:pt x="2287623" y="1465199"/>
                  <a:pt x="2364582" y="1471612"/>
                </a:cubicBezTo>
                <a:cubicBezTo>
                  <a:pt x="2404993" y="1474979"/>
                  <a:pt x="2445544" y="1476375"/>
                  <a:pt x="2486025" y="1478756"/>
                </a:cubicBezTo>
                <a:cubicBezTo>
                  <a:pt x="2508164" y="1481919"/>
                  <a:pt x="2582320" y="1493044"/>
                  <a:pt x="2600325" y="1493044"/>
                </a:cubicBezTo>
                <a:cubicBezTo>
                  <a:pt x="2617163" y="1493044"/>
                  <a:pt x="2633624" y="1487989"/>
                  <a:pt x="2650332" y="1485900"/>
                </a:cubicBezTo>
                <a:cubicBezTo>
                  <a:pt x="2671728" y="1483225"/>
                  <a:pt x="2693251" y="1481606"/>
                  <a:pt x="2714625" y="1478756"/>
                </a:cubicBezTo>
                <a:cubicBezTo>
                  <a:pt x="2778938" y="1470181"/>
                  <a:pt x="2751223" y="1467671"/>
                  <a:pt x="2836069" y="1464469"/>
                </a:cubicBezTo>
                <a:cubicBezTo>
                  <a:pt x="2936039" y="1460697"/>
                  <a:pt x="3036094" y="1459706"/>
                  <a:pt x="3136107" y="1457325"/>
                </a:cubicBezTo>
                <a:cubicBezTo>
                  <a:pt x="3167361" y="1446907"/>
                  <a:pt x="3180505" y="1440862"/>
                  <a:pt x="3221832" y="1443037"/>
                </a:cubicBezTo>
                <a:cubicBezTo>
                  <a:pt x="3270199" y="1445583"/>
                  <a:pt x="3289544" y="1455835"/>
                  <a:pt x="3328988" y="1471612"/>
                </a:cubicBezTo>
                <a:cubicBezTo>
                  <a:pt x="3363984" y="1541606"/>
                  <a:pt x="3320910" y="1472293"/>
                  <a:pt x="3364707" y="1507331"/>
                </a:cubicBezTo>
                <a:cubicBezTo>
                  <a:pt x="3371411" y="1512694"/>
                  <a:pt x="3372923" y="1522691"/>
                  <a:pt x="3378994" y="1528762"/>
                </a:cubicBezTo>
                <a:cubicBezTo>
                  <a:pt x="3389776" y="1539544"/>
                  <a:pt x="3403238" y="1547296"/>
                  <a:pt x="3414713" y="1557337"/>
                </a:cubicBezTo>
                <a:cubicBezTo>
                  <a:pt x="3422316" y="1563990"/>
                  <a:pt x="3429676" y="1571008"/>
                  <a:pt x="3436144" y="1578769"/>
                </a:cubicBezTo>
                <a:cubicBezTo>
                  <a:pt x="3441640" y="1585365"/>
                  <a:pt x="3444361" y="1594129"/>
                  <a:pt x="3450432" y="1600200"/>
                </a:cubicBezTo>
                <a:cubicBezTo>
                  <a:pt x="3456503" y="1606271"/>
                  <a:pt x="3464719" y="1609725"/>
                  <a:pt x="3471863" y="1614487"/>
                </a:cubicBezTo>
                <a:cubicBezTo>
                  <a:pt x="3505530" y="1664991"/>
                  <a:pt x="3461565" y="1604191"/>
                  <a:pt x="3514725" y="1657350"/>
                </a:cubicBezTo>
                <a:cubicBezTo>
                  <a:pt x="3520796" y="1663421"/>
                  <a:pt x="3522942" y="1672710"/>
                  <a:pt x="3529013" y="1678781"/>
                </a:cubicBezTo>
                <a:cubicBezTo>
                  <a:pt x="3537432" y="1687200"/>
                  <a:pt x="3548063" y="1693068"/>
                  <a:pt x="3557588" y="1700212"/>
                </a:cubicBezTo>
                <a:cubicBezTo>
                  <a:pt x="3570143" y="1737876"/>
                  <a:pt x="3556434" y="1707400"/>
                  <a:pt x="3586163" y="1743075"/>
                </a:cubicBezTo>
                <a:cubicBezTo>
                  <a:pt x="3591659" y="1749671"/>
                  <a:pt x="3593746" y="1759143"/>
                  <a:pt x="3600450" y="1764506"/>
                </a:cubicBezTo>
                <a:cubicBezTo>
                  <a:pt x="3606330" y="1769210"/>
                  <a:pt x="3614738" y="1769269"/>
                  <a:pt x="3621882" y="1771650"/>
                </a:cubicBezTo>
                <a:cubicBezTo>
                  <a:pt x="3624263" y="1778794"/>
                  <a:pt x="3625289" y="1786543"/>
                  <a:pt x="3629025" y="1793081"/>
                </a:cubicBezTo>
                <a:cubicBezTo>
                  <a:pt x="3641243" y="1814462"/>
                  <a:pt x="3655000" y="1826199"/>
                  <a:pt x="3671888" y="1843087"/>
                </a:cubicBezTo>
                <a:cubicBezTo>
                  <a:pt x="3696798" y="1892909"/>
                  <a:pt x="3672853" y="1852547"/>
                  <a:pt x="3707607" y="1893094"/>
                </a:cubicBezTo>
                <a:cubicBezTo>
                  <a:pt x="3715355" y="1902134"/>
                  <a:pt x="3722118" y="1911980"/>
                  <a:pt x="3729038" y="1921669"/>
                </a:cubicBezTo>
                <a:cubicBezTo>
                  <a:pt x="3734028" y="1928655"/>
                  <a:pt x="3737254" y="1937029"/>
                  <a:pt x="3743325" y="1943100"/>
                </a:cubicBezTo>
                <a:cubicBezTo>
                  <a:pt x="3754107" y="1953882"/>
                  <a:pt x="3767138" y="1962150"/>
                  <a:pt x="3779044" y="1971675"/>
                </a:cubicBezTo>
                <a:cubicBezTo>
                  <a:pt x="3787342" y="1996569"/>
                  <a:pt x="3791088" y="2011172"/>
                  <a:pt x="3807619" y="2035969"/>
                </a:cubicBezTo>
                <a:cubicBezTo>
                  <a:pt x="3813223" y="2044375"/>
                  <a:pt x="3821906" y="2050256"/>
                  <a:pt x="3829050" y="2057400"/>
                </a:cubicBezTo>
                <a:cubicBezTo>
                  <a:pt x="3831431" y="2066925"/>
                  <a:pt x="3831803" y="2077193"/>
                  <a:pt x="3836194" y="2085975"/>
                </a:cubicBezTo>
                <a:cubicBezTo>
                  <a:pt x="3849573" y="2112733"/>
                  <a:pt x="3861182" y="2114531"/>
                  <a:pt x="3879057" y="2135981"/>
                </a:cubicBezTo>
                <a:cubicBezTo>
                  <a:pt x="3908825" y="2171702"/>
                  <a:pt x="3875482" y="2145503"/>
                  <a:pt x="3914775" y="2171700"/>
                </a:cubicBezTo>
                <a:cubicBezTo>
                  <a:pt x="3919538" y="2183606"/>
                  <a:pt x="3921950" y="2196749"/>
                  <a:pt x="3929063" y="2207419"/>
                </a:cubicBezTo>
                <a:cubicBezTo>
                  <a:pt x="3964218" y="2260150"/>
                  <a:pt x="3949842" y="2213259"/>
                  <a:pt x="3971925" y="2257425"/>
                </a:cubicBezTo>
                <a:cubicBezTo>
                  <a:pt x="3975293" y="2264160"/>
                  <a:pt x="3975412" y="2272273"/>
                  <a:pt x="3979069" y="2278856"/>
                </a:cubicBezTo>
                <a:cubicBezTo>
                  <a:pt x="4000432" y="2317309"/>
                  <a:pt x="4003042" y="2317117"/>
                  <a:pt x="4029075" y="2343150"/>
                </a:cubicBezTo>
                <a:cubicBezTo>
                  <a:pt x="4036519" y="2365482"/>
                  <a:pt x="4043740" y="2393409"/>
                  <a:pt x="4064794" y="2407444"/>
                </a:cubicBezTo>
                <a:lnTo>
                  <a:pt x="4086225" y="2421731"/>
                </a:lnTo>
                <a:cubicBezTo>
                  <a:pt x="4116877" y="2483032"/>
                  <a:pt x="4081555" y="2424205"/>
                  <a:pt x="4121944" y="2464594"/>
                </a:cubicBezTo>
                <a:cubicBezTo>
                  <a:pt x="4169565" y="2512215"/>
                  <a:pt x="4100518" y="2462216"/>
                  <a:pt x="4157663" y="2500312"/>
                </a:cubicBezTo>
                <a:cubicBezTo>
                  <a:pt x="4192468" y="2552524"/>
                  <a:pt x="4146147" y="2490718"/>
                  <a:pt x="4200525" y="2536031"/>
                </a:cubicBezTo>
                <a:cubicBezTo>
                  <a:pt x="4207121" y="2541527"/>
                  <a:pt x="4208352" y="2551808"/>
                  <a:pt x="4214813" y="2557462"/>
                </a:cubicBezTo>
                <a:cubicBezTo>
                  <a:pt x="4227736" y="2568769"/>
                  <a:pt x="4243388" y="2576512"/>
                  <a:pt x="4257675" y="2586037"/>
                </a:cubicBezTo>
                <a:cubicBezTo>
                  <a:pt x="4264819" y="2590800"/>
                  <a:pt x="4273036" y="2594254"/>
                  <a:pt x="4279107" y="2600325"/>
                </a:cubicBezTo>
                <a:cubicBezTo>
                  <a:pt x="4286251" y="2607469"/>
                  <a:pt x="4292132" y="2616152"/>
                  <a:pt x="4300538" y="2621756"/>
                </a:cubicBezTo>
                <a:cubicBezTo>
                  <a:pt x="4306803" y="2625933"/>
                  <a:pt x="4315048" y="2625934"/>
                  <a:pt x="4321969" y="2628900"/>
                </a:cubicBezTo>
                <a:cubicBezTo>
                  <a:pt x="4331757" y="2633095"/>
                  <a:pt x="4341019" y="2638425"/>
                  <a:pt x="4350544" y="2643187"/>
                </a:cubicBezTo>
                <a:cubicBezTo>
                  <a:pt x="4357688" y="2652712"/>
                  <a:pt x="4362828" y="2664140"/>
                  <a:pt x="4371975" y="2671762"/>
                </a:cubicBezTo>
                <a:cubicBezTo>
                  <a:pt x="4376367" y="2675422"/>
                  <a:pt x="4420462" y="2685670"/>
                  <a:pt x="4421982" y="2686050"/>
                </a:cubicBezTo>
                <a:cubicBezTo>
                  <a:pt x="4431507" y="2693194"/>
                  <a:pt x="4440220" y="2701574"/>
                  <a:pt x="4450557" y="2707481"/>
                </a:cubicBezTo>
                <a:cubicBezTo>
                  <a:pt x="4457095" y="2711217"/>
                  <a:pt x="4464937" y="2711981"/>
                  <a:pt x="4471988" y="2714625"/>
                </a:cubicBezTo>
                <a:cubicBezTo>
                  <a:pt x="4525786" y="2734799"/>
                  <a:pt x="4488404" y="2724086"/>
                  <a:pt x="4536282" y="2736056"/>
                </a:cubicBezTo>
                <a:cubicBezTo>
                  <a:pt x="4545807" y="2743200"/>
                  <a:pt x="4554761" y="2751177"/>
                  <a:pt x="4564857" y="2757487"/>
                </a:cubicBezTo>
                <a:cubicBezTo>
                  <a:pt x="4573888" y="2763131"/>
                  <a:pt x="4583492" y="2767952"/>
                  <a:pt x="4593432" y="2771775"/>
                </a:cubicBezTo>
                <a:cubicBezTo>
                  <a:pt x="4638995" y="2789299"/>
                  <a:pt x="4647998" y="2790774"/>
                  <a:pt x="4686300" y="2800350"/>
                </a:cubicBezTo>
                <a:cubicBezTo>
                  <a:pt x="4703190" y="2817239"/>
                  <a:pt x="4714924" y="2830993"/>
                  <a:pt x="4736307" y="2843212"/>
                </a:cubicBezTo>
                <a:cubicBezTo>
                  <a:pt x="4763421" y="2858706"/>
                  <a:pt x="4754280" y="2839754"/>
                  <a:pt x="4779169" y="2864644"/>
                </a:cubicBezTo>
                <a:cubicBezTo>
                  <a:pt x="4797715" y="2883191"/>
                  <a:pt x="4803570" y="2899160"/>
                  <a:pt x="4814888" y="2921794"/>
                </a:cubicBezTo>
                <a:cubicBezTo>
                  <a:pt x="4812507" y="2947988"/>
                  <a:pt x="4812315" y="2974474"/>
                  <a:pt x="4807744" y="3000375"/>
                </a:cubicBezTo>
                <a:cubicBezTo>
                  <a:pt x="4805127" y="3015206"/>
                  <a:pt x="4797110" y="3028627"/>
                  <a:pt x="4793457" y="3043237"/>
                </a:cubicBezTo>
                <a:lnTo>
                  <a:pt x="4786313" y="3071812"/>
                </a:lnTo>
                <a:cubicBezTo>
                  <a:pt x="4794270" y="3095684"/>
                  <a:pt x="4794618" y="3094901"/>
                  <a:pt x="4800600" y="3121819"/>
                </a:cubicBezTo>
                <a:cubicBezTo>
                  <a:pt x="4804934" y="3141322"/>
                  <a:pt x="4806563" y="3160654"/>
                  <a:pt x="4814888" y="3178969"/>
                </a:cubicBezTo>
                <a:cubicBezTo>
                  <a:pt x="4840964" y="3236337"/>
                  <a:pt x="4835057" y="3224911"/>
                  <a:pt x="4864894" y="3264694"/>
                </a:cubicBezTo>
                <a:cubicBezTo>
                  <a:pt x="4867275" y="3274219"/>
                  <a:pt x="4866408" y="3285226"/>
                  <a:pt x="4872038" y="3293269"/>
                </a:cubicBezTo>
                <a:cubicBezTo>
                  <a:pt x="4917536" y="3358267"/>
                  <a:pt x="4896733" y="3323476"/>
                  <a:pt x="4936332" y="3343275"/>
                </a:cubicBezTo>
                <a:cubicBezTo>
                  <a:pt x="4991729" y="3370973"/>
                  <a:pt x="4925323" y="3346748"/>
                  <a:pt x="4979194" y="3364706"/>
                </a:cubicBezTo>
                <a:cubicBezTo>
                  <a:pt x="4993051" y="3362974"/>
                  <a:pt x="5057634" y="3370999"/>
                  <a:pt x="5050632" y="3328987"/>
                </a:cubicBezTo>
                <a:cubicBezTo>
                  <a:pt x="5049220" y="3320518"/>
                  <a:pt x="5036344" y="3319462"/>
                  <a:pt x="5029200" y="3314700"/>
                </a:cubicBezTo>
                <a:cubicBezTo>
                  <a:pt x="5005642" y="3244020"/>
                  <a:pt x="5035020" y="3338493"/>
                  <a:pt x="5014913" y="3157537"/>
                </a:cubicBezTo>
                <a:cubicBezTo>
                  <a:pt x="5012374" y="3134685"/>
                  <a:pt x="5005470" y="3098088"/>
                  <a:pt x="4986338" y="3078956"/>
                </a:cubicBezTo>
                <a:cubicBezTo>
                  <a:pt x="4980267" y="3072885"/>
                  <a:pt x="4972051" y="3069431"/>
                  <a:pt x="4964907" y="3064669"/>
                </a:cubicBezTo>
                <a:cubicBezTo>
                  <a:pt x="4949320" y="3017907"/>
                  <a:pt x="4970969" y="3063803"/>
                  <a:pt x="4936332" y="3036094"/>
                </a:cubicBezTo>
                <a:cubicBezTo>
                  <a:pt x="4929627" y="3030730"/>
                  <a:pt x="4929031" y="3019652"/>
                  <a:pt x="4922044" y="3014662"/>
                </a:cubicBezTo>
                <a:cubicBezTo>
                  <a:pt x="4911609" y="3007209"/>
                  <a:pt x="4897795" y="3006110"/>
                  <a:pt x="4886325" y="3000375"/>
                </a:cubicBezTo>
                <a:cubicBezTo>
                  <a:pt x="4830932" y="2972679"/>
                  <a:pt x="4897330" y="2996898"/>
                  <a:pt x="4843463" y="2978944"/>
                </a:cubicBezTo>
                <a:cubicBezTo>
                  <a:pt x="4841082" y="2971800"/>
                  <a:pt x="4841023" y="2963392"/>
                  <a:pt x="4836319" y="2957512"/>
                </a:cubicBezTo>
                <a:cubicBezTo>
                  <a:pt x="4830956" y="2950808"/>
                  <a:pt x="4815459" y="2951792"/>
                  <a:pt x="4814888" y="2943225"/>
                </a:cubicBezTo>
                <a:cubicBezTo>
                  <a:pt x="4811887" y="2898210"/>
                  <a:pt x="4823702" y="2866775"/>
                  <a:pt x="4836319" y="2828925"/>
                </a:cubicBezTo>
                <a:cubicBezTo>
                  <a:pt x="4833938" y="2764631"/>
                  <a:pt x="4833188" y="2700256"/>
                  <a:pt x="4829175" y="2636044"/>
                </a:cubicBezTo>
                <a:cubicBezTo>
                  <a:pt x="4828418" y="2623926"/>
                  <a:pt x="4826295" y="2611694"/>
                  <a:pt x="4822032" y="2600325"/>
                </a:cubicBezTo>
                <a:cubicBezTo>
                  <a:pt x="4810141" y="2568614"/>
                  <a:pt x="4807105" y="2583390"/>
                  <a:pt x="4779169" y="2571750"/>
                </a:cubicBezTo>
                <a:cubicBezTo>
                  <a:pt x="4759509" y="2563558"/>
                  <a:pt x="4722019" y="2543175"/>
                  <a:pt x="4722019" y="2543175"/>
                </a:cubicBezTo>
                <a:cubicBezTo>
                  <a:pt x="4695825" y="2545556"/>
                  <a:pt x="4668728" y="2543093"/>
                  <a:pt x="4643438" y="2550319"/>
                </a:cubicBezTo>
                <a:cubicBezTo>
                  <a:pt x="4633724" y="2553094"/>
                  <a:pt x="4623260" y="2561725"/>
                  <a:pt x="4622007" y="2571750"/>
                </a:cubicBezTo>
                <a:cubicBezTo>
                  <a:pt x="4618156" y="2602558"/>
                  <a:pt x="4623754" y="2634044"/>
                  <a:pt x="4629150" y="2664619"/>
                </a:cubicBezTo>
                <a:cubicBezTo>
                  <a:pt x="4631001" y="2675106"/>
                  <a:pt x="4639483" y="2683306"/>
                  <a:pt x="4643438" y="2693194"/>
                </a:cubicBezTo>
                <a:cubicBezTo>
                  <a:pt x="4649031" y="2707177"/>
                  <a:pt x="4652963" y="2721769"/>
                  <a:pt x="4657725" y="2736056"/>
                </a:cubicBezTo>
                <a:cubicBezTo>
                  <a:pt x="4659374" y="2741003"/>
                  <a:pt x="4674256" y="2783819"/>
                  <a:pt x="4672013" y="2786062"/>
                </a:cubicBezTo>
                <a:cubicBezTo>
                  <a:pt x="4665071" y="2793005"/>
                  <a:pt x="4652963" y="2781300"/>
                  <a:pt x="4643438" y="2778919"/>
                </a:cubicBezTo>
                <a:cubicBezTo>
                  <a:pt x="4641057" y="2762250"/>
                  <a:pt x="4639596" y="2745423"/>
                  <a:pt x="4636294" y="2728912"/>
                </a:cubicBezTo>
                <a:cubicBezTo>
                  <a:pt x="4622661" y="2660746"/>
                  <a:pt x="4580649" y="2736572"/>
                  <a:pt x="4643438" y="2571750"/>
                </a:cubicBezTo>
                <a:cubicBezTo>
                  <a:pt x="4648799" y="2557676"/>
                  <a:pt x="4672830" y="2564197"/>
                  <a:pt x="4686300" y="2557462"/>
                </a:cubicBezTo>
                <a:cubicBezTo>
                  <a:pt x="4695825" y="2552700"/>
                  <a:pt x="4705087" y="2547370"/>
                  <a:pt x="4714875" y="2543175"/>
                </a:cubicBezTo>
                <a:cubicBezTo>
                  <a:pt x="4729223" y="2537026"/>
                  <a:pt x="4750381" y="2532512"/>
                  <a:pt x="4764882" y="2528887"/>
                </a:cubicBezTo>
                <a:cubicBezTo>
                  <a:pt x="4762501" y="2507456"/>
                  <a:pt x="4760527" y="2485976"/>
                  <a:pt x="4757738" y="2464594"/>
                </a:cubicBezTo>
                <a:cubicBezTo>
                  <a:pt x="4753382" y="2431201"/>
                  <a:pt x="4751617" y="2397252"/>
                  <a:pt x="4743450" y="2364581"/>
                </a:cubicBezTo>
                <a:cubicBezTo>
                  <a:pt x="4741069" y="2355056"/>
                  <a:pt x="4740175" y="2345030"/>
                  <a:pt x="4736307" y="2336006"/>
                </a:cubicBezTo>
                <a:cubicBezTo>
                  <a:pt x="4732925" y="2328114"/>
                  <a:pt x="4726782" y="2321719"/>
                  <a:pt x="4722019" y="2314575"/>
                </a:cubicBezTo>
                <a:cubicBezTo>
                  <a:pt x="4704596" y="2244887"/>
                  <a:pt x="4725870" y="2331905"/>
                  <a:pt x="4707732" y="2250281"/>
                </a:cubicBezTo>
                <a:cubicBezTo>
                  <a:pt x="4705602" y="2240697"/>
                  <a:pt x="4702718" y="2231290"/>
                  <a:pt x="4700588" y="2221706"/>
                </a:cubicBezTo>
                <a:cubicBezTo>
                  <a:pt x="4698119" y="2210594"/>
                  <a:pt x="4691052" y="2170084"/>
                  <a:pt x="4686300" y="2157412"/>
                </a:cubicBezTo>
                <a:cubicBezTo>
                  <a:pt x="4682561" y="2147441"/>
                  <a:pt x="4676775" y="2138362"/>
                  <a:pt x="4672013" y="2128837"/>
                </a:cubicBezTo>
                <a:cubicBezTo>
                  <a:pt x="4669632" y="2116931"/>
                  <a:pt x="4667599" y="2104950"/>
                  <a:pt x="4664869" y="2093119"/>
                </a:cubicBezTo>
                <a:cubicBezTo>
                  <a:pt x="4660454" y="2073986"/>
                  <a:pt x="4654433" y="2055224"/>
                  <a:pt x="4650582" y="2035969"/>
                </a:cubicBezTo>
                <a:cubicBezTo>
                  <a:pt x="4648201" y="2024063"/>
                  <a:pt x="4646383" y="2012030"/>
                  <a:pt x="4643438" y="2000250"/>
                </a:cubicBezTo>
                <a:cubicBezTo>
                  <a:pt x="4641612" y="1992945"/>
                  <a:pt x="4638120" y="1986124"/>
                  <a:pt x="4636294" y="1978819"/>
                </a:cubicBezTo>
                <a:cubicBezTo>
                  <a:pt x="4622624" y="1924140"/>
                  <a:pt x="4635021" y="1955361"/>
                  <a:pt x="4622007" y="1885950"/>
                </a:cubicBezTo>
                <a:cubicBezTo>
                  <a:pt x="4602939" y="1784255"/>
                  <a:pt x="4617692" y="1864918"/>
                  <a:pt x="4593432" y="1800225"/>
                </a:cubicBezTo>
                <a:cubicBezTo>
                  <a:pt x="4586619" y="1782057"/>
                  <a:pt x="4582231" y="1745250"/>
                  <a:pt x="4579144" y="1728787"/>
                </a:cubicBezTo>
                <a:cubicBezTo>
                  <a:pt x="4574669" y="1704919"/>
                  <a:pt x="4564857" y="1657350"/>
                  <a:pt x="4564857" y="1657350"/>
                </a:cubicBezTo>
                <a:cubicBezTo>
                  <a:pt x="4562476" y="1628775"/>
                  <a:pt x="4561270" y="1600078"/>
                  <a:pt x="4557713" y="1571625"/>
                </a:cubicBezTo>
                <a:cubicBezTo>
                  <a:pt x="4556495" y="1561883"/>
                  <a:pt x="4551867" y="1552782"/>
                  <a:pt x="4550569" y="1543050"/>
                </a:cubicBezTo>
                <a:cubicBezTo>
                  <a:pt x="4539508" y="1460097"/>
                  <a:pt x="4547330" y="1441127"/>
                  <a:pt x="4529138" y="1350169"/>
                </a:cubicBezTo>
                <a:cubicBezTo>
                  <a:pt x="4524878" y="1328868"/>
                  <a:pt x="4512226" y="1257931"/>
                  <a:pt x="4500563" y="1250156"/>
                </a:cubicBezTo>
                <a:cubicBezTo>
                  <a:pt x="4493419" y="1245394"/>
                  <a:pt x="4487023" y="1239251"/>
                  <a:pt x="4479132" y="1235869"/>
                </a:cubicBezTo>
                <a:cubicBezTo>
                  <a:pt x="4470108" y="1232001"/>
                  <a:pt x="4459997" y="1231422"/>
                  <a:pt x="4450557" y="1228725"/>
                </a:cubicBezTo>
                <a:cubicBezTo>
                  <a:pt x="4443316" y="1226656"/>
                  <a:pt x="4436269" y="1223962"/>
                  <a:pt x="4429125" y="1221581"/>
                </a:cubicBezTo>
                <a:cubicBezTo>
                  <a:pt x="4421981" y="1226344"/>
                  <a:pt x="4413765" y="1229798"/>
                  <a:pt x="4407694" y="1235869"/>
                </a:cubicBezTo>
                <a:cubicBezTo>
                  <a:pt x="4389148" y="1254416"/>
                  <a:pt x="4383293" y="1270385"/>
                  <a:pt x="4371975" y="1293019"/>
                </a:cubicBezTo>
                <a:cubicBezTo>
                  <a:pt x="4354800" y="1361720"/>
                  <a:pt x="4369470" y="1334460"/>
                  <a:pt x="4336257" y="1378744"/>
                </a:cubicBezTo>
                <a:cubicBezTo>
                  <a:pt x="4323103" y="1431358"/>
                  <a:pt x="4323330" y="1411402"/>
                  <a:pt x="4350544" y="1493044"/>
                </a:cubicBezTo>
                <a:cubicBezTo>
                  <a:pt x="4353259" y="1501189"/>
                  <a:pt x="4358128" y="1509112"/>
                  <a:pt x="4364832" y="1514475"/>
                </a:cubicBezTo>
                <a:cubicBezTo>
                  <a:pt x="4370712" y="1519179"/>
                  <a:pt x="4379681" y="1517962"/>
                  <a:pt x="4386263" y="1521619"/>
                </a:cubicBezTo>
                <a:cubicBezTo>
                  <a:pt x="4401273" y="1529958"/>
                  <a:pt x="4429125" y="1550194"/>
                  <a:pt x="4429125" y="1550194"/>
                </a:cubicBezTo>
                <a:cubicBezTo>
                  <a:pt x="4448175" y="1547813"/>
                  <a:pt x="4467386" y="1546484"/>
                  <a:pt x="4486275" y="1543050"/>
                </a:cubicBezTo>
                <a:cubicBezTo>
                  <a:pt x="4493684" y="1541703"/>
                  <a:pt x="4501827" y="1540610"/>
                  <a:pt x="4507707" y="1535906"/>
                </a:cubicBezTo>
                <a:cubicBezTo>
                  <a:pt x="4514411" y="1530543"/>
                  <a:pt x="4518507" y="1522321"/>
                  <a:pt x="4521994" y="1514475"/>
                </a:cubicBezTo>
                <a:cubicBezTo>
                  <a:pt x="4528111" y="1500712"/>
                  <a:pt x="4536282" y="1471612"/>
                  <a:pt x="4536282" y="1471612"/>
                </a:cubicBezTo>
                <a:cubicBezTo>
                  <a:pt x="4533901" y="1454943"/>
                  <a:pt x="4533977" y="1437734"/>
                  <a:pt x="4529138" y="1421606"/>
                </a:cubicBezTo>
                <a:cubicBezTo>
                  <a:pt x="4526671" y="1413382"/>
                  <a:pt x="4517565" y="1408320"/>
                  <a:pt x="4514850" y="1400175"/>
                </a:cubicBezTo>
                <a:cubicBezTo>
                  <a:pt x="4510270" y="1386434"/>
                  <a:pt x="4510548" y="1371515"/>
                  <a:pt x="4507707" y="1357312"/>
                </a:cubicBezTo>
                <a:cubicBezTo>
                  <a:pt x="4505782" y="1347684"/>
                  <a:pt x="4502693" y="1338321"/>
                  <a:pt x="4500563" y="1328737"/>
                </a:cubicBezTo>
                <a:cubicBezTo>
                  <a:pt x="4493906" y="1298781"/>
                  <a:pt x="4491445" y="1281177"/>
                  <a:pt x="4486275" y="1250156"/>
                </a:cubicBezTo>
                <a:cubicBezTo>
                  <a:pt x="4483894" y="1188244"/>
                  <a:pt x="4482305" y="1126296"/>
                  <a:pt x="4479132" y="1064419"/>
                </a:cubicBezTo>
                <a:cubicBezTo>
                  <a:pt x="4475924" y="1001861"/>
                  <a:pt x="4472495" y="971779"/>
                  <a:pt x="4464844" y="914400"/>
                </a:cubicBezTo>
                <a:cubicBezTo>
                  <a:pt x="4462619" y="897710"/>
                  <a:pt x="4460468" y="881003"/>
                  <a:pt x="4457700" y="864394"/>
                </a:cubicBezTo>
                <a:cubicBezTo>
                  <a:pt x="4455704" y="852417"/>
                  <a:pt x="4456581" y="839217"/>
                  <a:pt x="4450557" y="828675"/>
                </a:cubicBezTo>
                <a:cubicBezTo>
                  <a:pt x="4446297" y="821220"/>
                  <a:pt x="4436269" y="819150"/>
                  <a:pt x="4429125" y="814387"/>
                </a:cubicBezTo>
                <a:cubicBezTo>
                  <a:pt x="4412456" y="816768"/>
                  <a:pt x="4394179" y="814001"/>
                  <a:pt x="4379119" y="821531"/>
                </a:cubicBezTo>
                <a:cubicBezTo>
                  <a:pt x="4355721" y="833230"/>
                  <a:pt x="4354600" y="865547"/>
                  <a:pt x="4350544" y="885825"/>
                </a:cubicBezTo>
                <a:cubicBezTo>
                  <a:pt x="4353426" y="900232"/>
                  <a:pt x="4351790" y="935831"/>
                  <a:pt x="4379119" y="935831"/>
                </a:cubicBezTo>
                <a:cubicBezTo>
                  <a:pt x="4394179" y="935831"/>
                  <a:pt x="4421982" y="921544"/>
                  <a:pt x="4421982" y="921544"/>
                </a:cubicBezTo>
                <a:cubicBezTo>
                  <a:pt x="4426744" y="914400"/>
                  <a:pt x="4432887" y="908004"/>
                  <a:pt x="4436269" y="900112"/>
                </a:cubicBezTo>
                <a:cubicBezTo>
                  <a:pt x="4440136" y="891088"/>
                  <a:pt x="4443413" y="881355"/>
                  <a:pt x="4443413" y="871537"/>
                </a:cubicBezTo>
                <a:cubicBezTo>
                  <a:pt x="4443413" y="807199"/>
                  <a:pt x="4439838" y="742895"/>
                  <a:pt x="4436269" y="678656"/>
                </a:cubicBezTo>
                <a:cubicBezTo>
                  <a:pt x="4434991" y="655656"/>
                  <a:pt x="4429295" y="605460"/>
                  <a:pt x="4421982" y="578644"/>
                </a:cubicBezTo>
                <a:cubicBezTo>
                  <a:pt x="4397721" y="489686"/>
                  <a:pt x="4415356" y="581753"/>
                  <a:pt x="4400550" y="492919"/>
                </a:cubicBezTo>
                <a:cubicBezTo>
                  <a:pt x="4398169" y="461963"/>
                  <a:pt x="4396836" y="430908"/>
                  <a:pt x="4393407" y="400050"/>
                </a:cubicBezTo>
                <a:cubicBezTo>
                  <a:pt x="4392068" y="387997"/>
                  <a:pt x="4382957" y="349189"/>
                  <a:pt x="4379119" y="335756"/>
                </a:cubicBezTo>
                <a:cubicBezTo>
                  <a:pt x="4377050" y="328516"/>
                  <a:pt x="4377300" y="319650"/>
                  <a:pt x="4371975" y="314325"/>
                </a:cubicBezTo>
                <a:cubicBezTo>
                  <a:pt x="4359833" y="302183"/>
                  <a:pt x="4329113" y="285750"/>
                  <a:pt x="4329113" y="285750"/>
                </a:cubicBezTo>
                <a:cubicBezTo>
                  <a:pt x="4295307" y="289976"/>
                  <a:pt x="4273688" y="284026"/>
                  <a:pt x="4250532" y="307181"/>
                </a:cubicBezTo>
                <a:cubicBezTo>
                  <a:pt x="4244461" y="313252"/>
                  <a:pt x="4241007" y="321468"/>
                  <a:pt x="4236244" y="328612"/>
                </a:cubicBezTo>
                <a:cubicBezTo>
                  <a:pt x="4226601" y="386469"/>
                  <a:pt x="4222405" y="390538"/>
                  <a:pt x="4236244" y="464344"/>
                </a:cubicBezTo>
                <a:cubicBezTo>
                  <a:pt x="4237826" y="472783"/>
                  <a:pt x="4243251" y="481225"/>
                  <a:pt x="4250532" y="485775"/>
                </a:cubicBezTo>
                <a:cubicBezTo>
                  <a:pt x="4263303" y="493757"/>
                  <a:pt x="4293394" y="500062"/>
                  <a:pt x="4293394" y="500062"/>
                </a:cubicBezTo>
                <a:cubicBezTo>
                  <a:pt x="4314825" y="495300"/>
                  <a:pt x="4338052" y="495593"/>
                  <a:pt x="4357688" y="485775"/>
                </a:cubicBezTo>
                <a:cubicBezTo>
                  <a:pt x="4364423" y="482408"/>
                  <a:pt x="4363485" y="471753"/>
                  <a:pt x="4364832" y="464344"/>
                </a:cubicBezTo>
                <a:cubicBezTo>
                  <a:pt x="4368266" y="445455"/>
                  <a:pt x="4369594" y="426244"/>
                  <a:pt x="4371975" y="407194"/>
                </a:cubicBezTo>
                <a:cubicBezTo>
                  <a:pt x="4369594" y="350044"/>
                  <a:pt x="4373214" y="292326"/>
                  <a:pt x="4364832" y="235744"/>
                </a:cubicBezTo>
                <a:cubicBezTo>
                  <a:pt x="4362410" y="219398"/>
                  <a:pt x="4324462" y="205532"/>
                  <a:pt x="4314825" y="200025"/>
                </a:cubicBezTo>
                <a:cubicBezTo>
                  <a:pt x="4307370" y="195765"/>
                  <a:pt x="4301073" y="189577"/>
                  <a:pt x="4293394" y="185737"/>
                </a:cubicBezTo>
                <a:cubicBezTo>
                  <a:pt x="4281980" y="180030"/>
                  <a:pt x="4254062" y="174500"/>
                  <a:pt x="4243388" y="171450"/>
                </a:cubicBezTo>
                <a:cubicBezTo>
                  <a:pt x="4192132" y="156805"/>
                  <a:pt x="4258859" y="171687"/>
                  <a:pt x="4186238" y="157162"/>
                </a:cubicBezTo>
                <a:cubicBezTo>
                  <a:pt x="4179094" y="161925"/>
                  <a:pt x="4172698" y="168068"/>
                  <a:pt x="4164807" y="171450"/>
                </a:cubicBezTo>
                <a:cubicBezTo>
                  <a:pt x="4155783" y="175318"/>
                  <a:pt x="4145425" y="175147"/>
                  <a:pt x="4136232" y="178594"/>
                </a:cubicBezTo>
                <a:cubicBezTo>
                  <a:pt x="4126261" y="182333"/>
                  <a:pt x="4117182" y="188119"/>
                  <a:pt x="4107657" y="192881"/>
                </a:cubicBezTo>
                <a:cubicBezTo>
                  <a:pt x="4098132" y="202406"/>
                  <a:pt x="4090505" y="214317"/>
                  <a:pt x="4079082" y="221456"/>
                </a:cubicBezTo>
                <a:cubicBezTo>
                  <a:pt x="4070756" y="226660"/>
                  <a:pt x="4060325" y="228600"/>
                  <a:pt x="4050507" y="228600"/>
                </a:cubicBezTo>
                <a:cubicBezTo>
                  <a:pt x="3967129" y="228600"/>
                  <a:pt x="3883819" y="223837"/>
                  <a:pt x="3800475" y="221456"/>
                </a:cubicBezTo>
                <a:lnTo>
                  <a:pt x="3764757" y="214312"/>
                </a:lnTo>
                <a:cubicBezTo>
                  <a:pt x="3750506" y="211721"/>
                  <a:pt x="3736097" y="210010"/>
                  <a:pt x="3721894" y="207169"/>
                </a:cubicBezTo>
                <a:cubicBezTo>
                  <a:pt x="3712266" y="205244"/>
                  <a:pt x="3702844" y="202406"/>
                  <a:pt x="3693319" y="200025"/>
                </a:cubicBezTo>
                <a:lnTo>
                  <a:pt x="3643313" y="150019"/>
                </a:lnTo>
                <a:cubicBezTo>
                  <a:pt x="3636169" y="142875"/>
                  <a:pt x="3631683" y="131037"/>
                  <a:pt x="3621882" y="128587"/>
                </a:cubicBezTo>
                <a:lnTo>
                  <a:pt x="3593307" y="121444"/>
                </a:lnTo>
                <a:cubicBezTo>
                  <a:pt x="3499976" y="51444"/>
                  <a:pt x="3616382" y="137924"/>
                  <a:pt x="3543300" y="85725"/>
                </a:cubicBezTo>
                <a:cubicBezTo>
                  <a:pt x="3533611" y="78805"/>
                  <a:pt x="3525374" y="69619"/>
                  <a:pt x="3514725" y="64294"/>
                </a:cubicBezTo>
                <a:cubicBezTo>
                  <a:pt x="3500832" y="57348"/>
                  <a:pt x="3434067" y="39382"/>
                  <a:pt x="3421857" y="35719"/>
                </a:cubicBezTo>
                <a:cubicBezTo>
                  <a:pt x="3403727" y="30280"/>
                  <a:pt x="3381078" y="21563"/>
                  <a:pt x="3364707" y="14287"/>
                </a:cubicBezTo>
                <a:cubicBezTo>
                  <a:pt x="3354976" y="9962"/>
                  <a:pt x="3345657" y="4762"/>
                  <a:pt x="3336132" y="0"/>
                </a:cubicBezTo>
                <a:cubicBezTo>
                  <a:pt x="3189927" y="21931"/>
                  <a:pt x="3227310" y="-12622"/>
                  <a:pt x="3186113" y="28575"/>
                </a:cubicBezTo>
              </a:path>
            </a:pathLst>
          </a:cu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030C191-9B79-4216-8934-621AB8C5BB6D}"/>
              </a:ext>
            </a:extLst>
          </p:cNvPr>
          <p:cNvSpPr/>
          <p:nvPr/>
        </p:nvSpPr>
        <p:spPr>
          <a:xfrm>
            <a:off x="3871913" y="1485900"/>
            <a:ext cx="5207793" cy="3521869"/>
          </a:xfrm>
          <a:custGeom>
            <a:avLst/>
            <a:gdLst>
              <a:gd name="connsiteX0" fmla="*/ 0 w 5207793"/>
              <a:gd name="connsiteY0" fmla="*/ 3464719 h 3521869"/>
              <a:gd name="connsiteX1" fmla="*/ 7143 w 5207793"/>
              <a:gd name="connsiteY1" fmla="*/ 3386138 h 3521869"/>
              <a:gd name="connsiteX2" fmla="*/ 14287 w 5207793"/>
              <a:gd name="connsiteY2" fmla="*/ 3364706 h 3521869"/>
              <a:gd name="connsiteX3" fmla="*/ 21431 w 5207793"/>
              <a:gd name="connsiteY3" fmla="*/ 3328988 h 3521869"/>
              <a:gd name="connsiteX4" fmla="*/ 28575 w 5207793"/>
              <a:gd name="connsiteY4" fmla="*/ 3300413 h 3521869"/>
              <a:gd name="connsiteX5" fmla="*/ 35718 w 5207793"/>
              <a:gd name="connsiteY5" fmla="*/ 3250406 h 3521869"/>
              <a:gd name="connsiteX6" fmla="*/ 57150 w 5207793"/>
              <a:gd name="connsiteY6" fmla="*/ 3200400 h 3521869"/>
              <a:gd name="connsiteX7" fmla="*/ 64293 w 5207793"/>
              <a:gd name="connsiteY7" fmla="*/ 3178969 h 3521869"/>
              <a:gd name="connsiteX8" fmla="*/ 92868 w 5207793"/>
              <a:gd name="connsiteY8" fmla="*/ 3157538 h 3521869"/>
              <a:gd name="connsiteX9" fmla="*/ 121443 w 5207793"/>
              <a:gd name="connsiteY9" fmla="*/ 3107531 h 3521869"/>
              <a:gd name="connsiteX10" fmla="*/ 150018 w 5207793"/>
              <a:gd name="connsiteY10" fmla="*/ 3086100 h 3521869"/>
              <a:gd name="connsiteX11" fmla="*/ 171450 w 5207793"/>
              <a:gd name="connsiteY11" fmla="*/ 3057525 h 3521869"/>
              <a:gd name="connsiteX12" fmla="*/ 242887 w 5207793"/>
              <a:gd name="connsiteY12" fmla="*/ 3014663 h 3521869"/>
              <a:gd name="connsiteX13" fmla="*/ 264318 w 5207793"/>
              <a:gd name="connsiteY13" fmla="*/ 2957513 h 3521869"/>
              <a:gd name="connsiteX14" fmla="*/ 292893 w 5207793"/>
              <a:gd name="connsiteY14" fmla="*/ 2900363 h 3521869"/>
              <a:gd name="connsiteX15" fmla="*/ 307181 w 5207793"/>
              <a:gd name="connsiteY15" fmla="*/ 2664619 h 3521869"/>
              <a:gd name="connsiteX16" fmla="*/ 328612 w 5207793"/>
              <a:gd name="connsiteY16" fmla="*/ 2564606 h 3521869"/>
              <a:gd name="connsiteX17" fmla="*/ 335756 w 5207793"/>
              <a:gd name="connsiteY17" fmla="*/ 2521744 h 3521869"/>
              <a:gd name="connsiteX18" fmla="*/ 350043 w 5207793"/>
              <a:gd name="connsiteY18" fmla="*/ 2500313 h 3521869"/>
              <a:gd name="connsiteX19" fmla="*/ 364331 w 5207793"/>
              <a:gd name="connsiteY19" fmla="*/ 2450306 h 3521869"/>
              <a:gd name="connsiteX20" fmla="*/ 371475 w 5207793"/>
              <a:gd name="connsiteY20" fmla="*/ 2407444 h 3521869"/>
              <a:gd name="connsiteX21" fmla="*/ 385762 w 5207793"/>
              <a:gd name="connsiteY21" fmla="*/ 2357438 h 3521869"/>
              <a:gd name="connsiteX22" fmla="*/ 392906 w 5207793"/>
              <a:gd name="connsiteY22" fmla="*/ 2328863 h 3521869"/>
              <a:gd name="connsiteX23" fmla="*/ 407193 w 5207793"/>
              <a:gd name="connsiteY23" fmla="*/ 2307431 h 3521869"/>
              <a:gd name="connsiteX24" fmla="*/ 421481 w 5207793"/>
              <a:gd name="connsiteY24" fmla="*/ 2257425 h 3521869"/>
              <a:gd name="connsiteX25" fmla="*/ 428625 w 5207793"/>
              <a:gd name="connsiteY25" fmla="*/ 2228850 h 3521869"/>
              <a:gd name="connsiteX26" fmla="*/ 442912 w 5207793"/>
              <a:gd name="connsiteY26" fmla="*/ 2207419 h 3521869"/>
              <a:gd name="connsiteX27" fmla="*/ 464343 w 5207793"/>
              <a:gd name="connsiteY27" fmla="*/ 2150269 h 3521869"/>
              <a:gd name="connsiteX28" fmla="*/ 478631 w 5207793"/>
              <a:gd name="connsiteY28" fmla="*/ 2078831 h 3521869"/>
              <a:gd name="connsiteX29" fmla="*/ 485775 w 5207793"/>
              <a:gd name="connsiteY29" fmla="*/ 2050256 h 3521869"/>
              <a:gd name="connsiteX30" fmla="*/ 492918 w 5207793"/>
              <a:gd name="connsiteY30" fmla="*/ 2014538 h 3521869"/>
              <a:gd name="connsiteX31" fmla="*/ 500062 w 5207793"/>
              <a:gd name="connsiteY31" fmla="*/ 1993106 h 3521869"/>
              <a:gd name="connsiteX32" fmla="*/ 507206 w 5207793"/>
              <a:gd name="connsiteY32" fmla="*/ 1957388 h 3521869"/>
              <a:gd name="connsiteX33" fmla="*/ 514350 w 5207793"/>
              <a:gd name="connsiteY33" fmla="*/ 1935956 h 3521869"/>
              <a:gd name="connsiteX34" fmla="*/ 528637 w 5207793"/>
              <a:gd name="connsiteY34" fmla="*/ 1878806 h 3521869"/>
              <a:gd name="connsiteX35" fmla="*/ 535781 w 5207793"/>
              <a:gd name="connsiteY35" fmla="*/ 1785938 h 3521869"/>
              <a:gd name="connsiteX36" fmla="*/ 542925 w 5207793"/>
              <a:gd name="connsiteY36" fmla="*/ 1721644 h 3521869"/>
              <a:gd name="connsiteX37" fmla="*/ 535781 w 5207793"/>
              <a:gd name="connsiteY37" fmla="*/ 1578769 h 3521869"/>
              <a:gd name="connsiteX38" fmla="*/ 521493 w 5207793"/>
              <a:gd name="connsiteY38" fmla="*/ 1535906 h 3521869"/>
              <a:gd name="connsiteX39" fmla="*/ 528637 w 5207793"/>
              <a:gd name="connsiteY39" fmla="*/ 1400175 h 3521869"/>
              <a:gd name="connsiteX40" fmla="*/ 542925 w 5207793"/>
              <a:gd name="connsiteY40" fmla="*/ 1371600 h 3521869"/>
              <a:gd name="connsiteX41" fmla="*/ 564356 w 5207793"/>
              <a:gd name="connsiteY41" fmla="*/ 1293019 h 3521869"/>
              <a:gd name="connsiteX42" fmla="*/ 578643 w 5207793"/>
              <a:gd name="connsiteY42" fmla="*/ 964406 h 3521869"/>
              <a:gd name="connsiteX43" fmla="*/ 585787 w 5207793"/>
              <a:gd name="connsiteY43" fmla="*/ 907256 h 3521869"/>
              <a:gd name="connsiteX44" fmla="*/ 578643 w 5207793"/>
              <a:gd name="connsiteY44" fmla="*/ 385763 h 3521869"/>
              <a:gd name="connsiteX45" fmla="*/ 607218 w 5207793"/>
              <a:gd name="connsiteY45" fmla="*/ 278606 h 3521869"/>
              <a:gd name="connsiteX46" fmla="*/ 628650 w 5207793"/>
              <a:gd name="connsiteY46" fmla="*/ 228600 h 3521869"/>
              <a:gd name="connsiteX47" fmla="*/ 650081 w 5207793"/>
              <a:gd name="connsiteY47" fmla="*/ 200025 h 3521869"/>
              <a:gd name="connsiteX48" fmla="*/ 664368 w 5207793"/>
              <a:gd name="connsiteY48" fmla="*/ 171450 h 3521869"/>
              <a:gd name="connsiteX49" fmla="*/ 678656 w 5207793"/>
              <a:gd name="connsiteY49" fmla="*/ 150019 h 3521869"/>
              <a:gd name="connsiteX50" fmla="*/ 685800 w 5207793"/>
              <a:gd name="connsiteY50" fmla="*/ 128588 h 3521869"/>
              <a:gd name="connsiteX51" fmla="*/ 714375 w 5207793"/>
              <a:gd name="connsiteY51" fmla="*/ 100013 h 3521869"/>
              <a:gd name="connsiteX52" fmla="*/ 735806 w 5207793"/>
              <a:gd name="connsiteY52" fmla="*/ 71438 h 3521869"/>
              <a:gd name="connsiteX53" fmla="*/ 757237 w 5207793"/>
              <a:gd name="connsiteY53" fmla="*/ 50006 h 3521869"/>
              <a:gd name="connsiteX54" fmla="*/ 778668 w 5207793"/>
              <a:gd name="connsiteY54" fmla="*/ 21431 h 3521869"/>
              <a:gd name="connsiteX55" fmla="*/ 800100 w 5207793"/>
              <a:gd name="connsiteY55" fmla="*/ 14288 h 3521869"/>
              <a:gd name="connsiteX56" fmla="*/ 935831 w 5207793"/>
              <a:gd name="connsiteY56" fmla="*/ 28575 h 3521869"/>
              <a:gd name="connsiteX57" fmla="*/ 964406 w 5207793"/>
              <a:gd name="connsiteY57" fmla="*/ 50006 h 3521869"/>
              <a:gd name="connsiteX58" fmla="*/ 1014412 w 5207793"/>
              <a:gd name="connsiteY58" fmla="*/ 78581 h 3521869"/>
              <a:gd name="connsiteX59" fmla="*/ 1035843 w 5207793"/>
              <a:gd name="connsiteY59" fmla="*/ 100013 h 3521869"/>
              <a:gd name="connsiteX60" fmla="*/ 1064418 w 5207793"/>
              <a:gd name="connsiteY60" fmla="*/ 114300 h 3521869"/>
              <a:gd name="connsiteX61" fmla="*/ 1085850 w 5207793"/>
              <a:gd name="connsiteY61" fmla="*/ 128588 h 3521869"/>
              <a:gd name="connsiteX62" fmla="*/ 1128712 w 5207793"/>
              <a:gd name="connsiteY62" fmla="*/ 150019 h 3521869"/>
              <a:gd name="connsiteX63" fmla="*/ 1185862 w 5207793"/>
              <a:gd name="connsiteY63" fmla="*/ 178594 h 3521869"/>
              <a:gd name="connsiteX64" fmla="*/ 1207293 w 5207793"/>
              <a:gd name="connsiteY64" fmla="*/ 192881 h 3521869"/>
              <a:gd name="connsiteX65" fmla="*/ 1228725 w 5207793"/>
              <a:gd name="connsiteY65" fmla="*/ 200025 h 3521869"/>
              <a:gd name="connsiteX66" fmla="*/ 1257300 w 5207793"/>
              <a:gd name="connsiteY66" fmla="*/ 221456 h 3521869"/>
              <a:gd name="connsiteX67" fmla="*/ 1278731 w 5207793"/>
              <a:gd name="connsiteY67" fmla="*/ 235744 h 3521869"/>
              <a:gd name="connsiteX68" fmla="*/ 1350168 w 5207793"/>
              <a:gd name="connsiteY68" fmla="*/ 242888 h 3521869"/>
              <a:gd name="connsiteX69" fmla="*/ 1464468 w 5207793"/>
              <a:gd name="connsiteY69" fmla="*/ 235744 h 3521869"/>
              <a:gd name="connsiteX70" fmla="*/ 1485900 w 5207793"/>
              <a:gd name="connsiteY70" fmla="*/ 228600 h 3521869"/>
              <a:gd name="connsiteX71" fmla="*/ 1528762 w 5207793"/>
              <a:gd name="connsiteY71" fmla="*/ 192881 h 3521869"/>
              <a:gd name="connsiteX72" fmla="*/ 1535906 w 5207793"/>
              <a:gd name="connsiteY72" fmla="*/ 171450 h 3521869"/>
              <a:gd name="connsiteX73" fmla="*/ 1557337 w 5207793"/>
              <a:gd name="connsiteY73" fmla="*/ 164306 h 3521869"/>
              <a:gd name="connsiteX74" fmla="*/ 1585912 w 5207793"/>
              <a:gd name="connsiteY74" fmla="*/ 150019 h 3521869"/>
              <a:gd name="connsiteX75" fmla="*/ 1635918 w 5207793"/>
              <a:gd name="connsiteY75" fmla="*/ 135731 h 3521869"/>
              <a:gd name="connsiteX76" fmla="*/ 1714500 w 5207793"/>
              <a:gd name="connsiteY76" fmla="*/ 128588 h 3521869"/>
              <a:gd name="connsiteX77" fmla="*/ 1807368 w 5207793"/>
              <a:gd name="connsiteY77" fmla="*/ 114300 h 3521869"/>
              <a:gd name="connsiteX78" fmla="*/ 1835943 w 5207793"/>
              <a:gd name="connsiteY78" fmla="*/ 121444 h 3521869"/>
              <a:gd name="connsiteX79" fmla="*/ 1814512 w 5207793"/>
              <a:gd name="connsiteY79" fmla="*/ 142875 h 3521869"/>
              <a:gd name="connsiteX80" fmla="*/ 1807368 w 5207793"/>
              <a:gd name="connsiteY80" fmla="*/ 164306 h 3521869"/>
              <a:gd name="connsiteX81" fmla="*/ 1785937 w 5207793"/>
              <a:gd name="connsiteY81" fmla="*/ 171450 h 3521869"/>
              <a:gd name="connsiteX82" fmla="*/ 1750218 w 5207793"/>
              <a:gd name="connsiteY82" fmla="*/ 214313 h 3521869"/>
              <a:gd name="connsiteX83" fmla="*/ 1743075 w 5207793"/>
              <a:gd name="connsiteY83" fmla="*/ 235744 h 3521869"/>
              <a:gd name="connsiteX84" fmla="*/ 1714500 w 5207793"/>
              <a:gd name="connsiteY84" fmla="*/ 285750 h 3521869"/>
              <a:gd name="connsiteX85" fmla="*/ 1693068 w 5207793"/>
              <a:gd name="connsiteY85" fmla="*/ 314325 h 3521869"/>
              <a:gd name="connsiteX86" fmla="*/ 1664493 w 5207793"/>
              <a:gd name="connsiteY86" fmla="*/ 357188 h 3521869"/>
              <a:gd name="connsiteX87" fmla="*/ 1643062 w 5207793"/>
              <a:gd name="connsiteY87" fmla="*/ 378619 h 3521869"/>
              <a:gd name="connsiteX88" fmla="*/ 1614487 w 5207793"/>
              <a:gd name="connsiteY88" fmla="*/ 421481 h 3521869"/>
              <a:gd name="connsiteX89" fmla="*/ 1578768 w 5207793"/>
              <a:gd name="connsiteY89" fmla="*/ 464344 h 3521869"/>
              <a:gd name="connsiteX90" fmla="*/ 1564481 w 5207793"/>
              <a:gd name="connsiteY90" fmla="*/ 514350 h 3521869"/>
              <a:gd name="connsiteX91" fmla="*/ 1550193 w 5207793"/>
              <a:gd name="connsiteY91" fmla="*/ 578644 h 3521869"/>
              <a:gd name="connsiteX92" fmla="*/ 1557337 w 5207793"/>
              <a:gd name="connsiteY92" fmla="*/ 621506 h 3521869"/>
              <a:gd name="connsiteX93" fmla="*/ 1571625 w 5207793"/>
              <a:gd name="connsiteY93" fmla="*/ 700088 h 3521869"/>
              <a:gd name="connsiteX94" fmla="*/ 1593056 w 5207793"/>
              <a:gd name="connsiteY94" fmla="*/ 742950 h 3521869"/>
              <a:gd name="connsiteX95" fmla="*/ 1600200 w 5207793"/>
              <a:gd name="connsiteY95" fmla="*/ 785813 h 3521869"/>
              <a:gd name="connsiteX96" fmla="*/ 1607343 w 5207793"/>
              <a:gd name="connsiteY96" fmla="*/ 807244 h 3521869"/>
              <a:gd name="connsiteX97" fmla="*/ 1621631 w 5207793"/>
              <a:gd name="connsiteY97" fmla="*/ 871538 h 3521869"/>
              <a:gd name="connsiteX98" fmla="*/ 1635918 w 5207793"/>
              <a:gd name="connsiteY98" fmla="*/ 957263 h 3521869"/>
              <a:gd name="connsiteX99" fmla="*/ 1643062 w 5207793"/>
              <a:gd name="connsiteY99" fmla="*/ 978694 h 3521869"/>
              <a:gd name="connsiteX100" fmla="*/ 1657350 w 5207793"/>
              <a:gd name="connsiteY100" fmla="*/ 1000125 h 3521869"/>
              <a:gd name="connsiteX101" fmla="*/ 1664493 w 5207793"/>
              <a:gd name="connsiteY101" fmla="*/ 1028700 h 3521869"/>
              <a:gd name="connsiteX102" fmla="*/ 1678781 w 5207793"/>
              <a:gd name="connsiteY102" fmla="*/ 1050131 h 3521869"/>
              <a:gd name="connsiteX103" fmla="*/ 1685925 w 5207793"/>
              <a:gd name="connsiteY103" fmla="*/ 1085850 h 3521869"/>
              <a:gd name="connsiteX104" fmla="*/ 1728787 w 5207793"/>
              <a:gd name="connsiteY104" fmla="*/ 1135856 h 3521869"/>
              <a:gd name="connsiteX105" fmla="*/ 1743075 w 5207793"/>
              <a:gd name="connsiteY105" fmla="*/ 1157288 h 3521869"/>
              <a:gd name="connsiteX106" fmla="*/ 1750218 w 5207793"/>
              <a:gd name="connsiteY106" fmla="*/ 1185863 h 3521869"/>
              <a:gd name="connsiteX107" fmla="*/ 1793081 w 5207793"/>
              <a:gd name="connsiteY107" fmla="*/ 1235869 h 3521869"/>
              <a:gd name="connsiteX108" fmla="*/ 1828800 w 5207793"/>
              <a:gd name="connsiteY108" fmla="*/ 1278731 h 3521869"/>
              <a:gd name="connsiteX109" fmla="*/ 1864518 w 5207793"/>
              <a:gd name="connsiteY109" fmla="*/ 1314450 h 3521869"/>
              <a:gd name="connsiteX110" fmla="*/ 1921668 w 5207793"/>
              <a:gd name="connsiteY110" fmla="*/ 1378744 h 3521869"/>
              <a:gd name="connsiteX111" fmla="*/ 1978818 w 5207793"/>
              <a:gd name="connsiteY111" fmla="*/ 1393031 h 3521869"/>
              <a:gd name="connsiteX112" fmla="*/ 2007393 w 5207793"/>
              <a:gd name="connsiteY112" fmla="*/ 1400175 h 3521869"/>
              <a:gd name="connsiteX113" fmla="*/ 2028825 w 5207793"/>
              <a:gd name="connsiteY113" fmla="*/ 1407319 h 3521869"/>
              <a:gd name="connsiteX114" fmla="*/ 2078831 w 5207793"/>
              <a:gd name="connsiteY114" fmla="*/ 1414463 h 3521869"/>
              <a:gd name="connsiteX115" fmla="*/ 2135981 w 5207793"/>
              <a:gd name="connsiteY115" fmla="*/ 1428750 h 3521869"/>
              <a:gd name="connsiteX116" fmla="*/ 2228850 w 5207793"/>
              <a:gd name="connsiteY116" fmla="*/ 1443038 h 3521869"/>
              <a:gd name="connsiteX117" fmla="*/ 2257425 w 5207793"/>
              <a:gd name="connsiteY117" fmla="*/ 1450181 h 3521869"/>
              <a:gd name="connsiteX118" fmla="*/ 2300287 w 5207793"/>
              <a:gd name="connsiteY118" fmla="*/ 1464469 h 3521869"/>
              <a:gd name="connsiteX119" fmla="*/ 2507456 w 5207793"/>
              <a:gd name="connsiteY119" fmla="*/ 1471613 h 3521869"/>
              <a:gd name="connsiteX120" fmla="*/ 2543175 w 5207793"/>
              <a:gd name="connsiteY120" fmla="*/ 1478756 h 3521869"/>
              <a:gd name="connsiteX121" fmla="*/ 2878931 w 5207793"/>
              <a:gd name="connsiteY121" fmla="*/ 1478756 h 3521869"/>
              <a:gd name="connsiteX122" fmla="*/ 2914650 w 5207793"/>
              <a:gd name="connsiteY122" fmla="*/ 1471613 h 3521869"/>
              <a:gd name="connsiteX123" fmla="*/ 2964656 w 5207793"/>
              <a:gd name="connsiteY123" fmla="*/ 1450181 h 3521869"/>
              <a:gd name="connsiteX124" fmla="*/ 2986087 w 5207793"/>
              <a:gd name="connsiteY124" fmla="*/ 1443038 h 3521869"/>
              <a:gd name="connsiteX125" fmla="*/ 3043237 w 5207793"/>
              <a:gd name="connsiteY125" fmla="*/ 1421606 h 3521869"/>
              <a:gd name="connsiteX126" fmla="*/ 3071812 w 5207793"/>
              <a:gd name="connsiteY126" fmla="*/ 1400175 h 3521869"/>
              <a:gd name="connsiteX127" fmla="*/ 3093243 w 5207793"/>
              <a:gd name="connsiteY127" fmla="*/ 1378744 h 3521869"/>
              <a:gd name="connsiteX128" fmla="*/ 3128962 w 5207793"/>
              <a:gd name="connsiteY128" fmla="*/ 1357313 h 3521869"/>
              <a:gd name="connsiteX129" fmla="*/ 3186112 w 5207793"/>
              <a:gd name="connsiteY129" fmla="*/ 1300163 h 3521869"/>
              <a:gd name="connsiteX130" fmla="*/ 3214687 w 5207793"/>
              <a:gd name="connsiteY130" fmla="*/ 1243013 h 3521869"/>
              <a:gd name="connsiteX131" fmla="*/ 3236118 w 5207793"/>
              <a:gd name="connsiteY131" fmla="*/ 1228725 h 3521869"/>
              <a:gd name="connsiteX132" fmla="*/ 3271837 w 5207793"/>
              <a:gd name="connsiteY132" fmla="*/ 1178719 h 3521869"/>
              <a:gd name="connsiteX133" fmla="*/ 3293268 w 5207793"/>
              <a:gd name="connsiteY133" fmla="*/ 1164431 h 3521869"/>
              <a:gd name="connsiteX134" fmla="*/ 3300412 w 5207793"/>
              <a:gd name="connsiteY134" fmla="*/ 1143000 h 3521869"/>
              <a:gd name="connsiteX135" fmla="*/ 3321843 w 5207793"/>
              <a:gd name="connsiteY135" fmla="*/ 1135856 h 3521869"/>
              <a:gd name="connsiteX136" fmla="*/ 3343275 w 5207793"/>
              <a:gd name="connsiteY136" fmla="*/ 1114425 h 3521869"/>
              <a:gd name="connsiteX137" fmla="*/ 3357562 w 5207793"/>
              <a:gd name="connsiteY137" fmla="*/ 1085850 h 3521869"/>
              <a:gd name="connsiteX138" fmla="*/ 3393281 w 5207793"/>
              <a:gd name="connsiteY138" fmla="*/ 1028700 h 3521869"/>
              <a:gd name="connsiteX139" fmla="*/ 3400425 w 5207793"/>
              <a:gd name="connsiteY139" fmla="*/ 1007269 h 3521869"/>
              <a:gd name="connsiteX140" fmla="*/ 3436143 w 5207793"/>
              <a:gd name="connsiteY140" fmla="*/ 928688 h 3521869"/>
              <a:gd name="connsiteX141" fmla="*/ 3450431 w 5207793"/>
              <a:gd name="connsiteY141" fmla="*/ 842963 h 3521869"/>
              <a:gd name="connsiteX142" fmla="*/ 3464718 w 5207793"/>
              <a:gd name="connsiteY142" fmla="*/ 700088 h 3521869"/>
              <a:gd name="connsiteX143" fmla="*/ 3471862 w 5207793"/>
              <a:gd name="connsiteY143" fmla="*/ 664369 h 3521869"/>
              <a:gd name="connsiteX144" fmla="*/ 3479006 w 5207793"/>
              <a:gd name="connsiteY144" fmla="*/ 492919 h 3521869"/>
              <a:gd name="connsiteX145" fmla="*/ 3457575 w 5207793"/>
              <a:gd name="connsiteY145" fmla="*/ 321469 h 3521869"/>
              <a:gd name="connsiteX146" fmla="*/ 3443287 w 5207793"/>
              <a:gd name="connsiteY146" fmla="*/ 300038 h 3521869"/>
              <a:gd name="connsiteX147" fmla="*/ 3414712 w 5207793"/>
              <a:gd name="connsiteY147" fmla="*/ 242888 h 3521869"/>
              <a:gd name="connsiteX148" fmla="*/ 3407568 w 5207793"/>
              <a:gd name="connsiteY148" fmla="*/ 221456 h 3521869"/>
              <a:gd name="connsiteX149" fmla="*/ 3364706 w 5207793"/>
              <a:gd name="connsiteY149" fmla="*/ 192881 h 3521869"/>
              <a:gd name="connsiteX150" fmla="*/ 3328987 w 5207793"/>
              <a:gd name="connsiteY150" fmla="*/ 150019 h 3521869"/>
              <a:gd name="connsiteX151" fmla="*/ 3286125 w 5207793"/>
              <a:gd name="connsiteY151" fmla="*/ 121444 h 3521869"/>
              <a:gd name="connsiteX152" fmla="*/ 3264693 w 5207793"/>
              <a:gd name="connsiteY152" fmla="*/ 92869 h 3521869"/>
              <a:gd name="connsiteX153" fmla="*/ 3236118 w 5207793"/>
              <a:gd name="connsiteY153" fmla="*/ 50006 h 3521869"/>
              <a:gd name="connsiteX154" fmla="*/ 3250406 w 5207793"/>
              <a:gd name="connsiteY154" fmla="*/ 14288 h 3521869"/>
              <a:gd name="connsiteX155" fmla="*/ 3328987 w 5207793"/>
              <a:gd name="connsiteY155" fmla="*/ 7144 h 3521869"/>
              <a:gd name="connsiteX156" fmla="*/ 3350418 w 5207793"/>
              <a:gd name="connsiteY156" fmla="*/ 0 h 3521869"/>
              <a:gd name="connsiteX157" fmla="*/ 3414712 w 5207793"/>
              <a:gd name="connsiteY157" fmla="*/ 21431 h 3521869"/>
              <a:gd name="connsiteX158" fmla="*/ 3457575 w 5207793"/>
              <a:gd name="connsiteY158" fmla="*/ 35719 h 3521869"/>
              <a:gd name="connsiteX159" fmla="*/ 3479006 w 5207793"/>
              <a:gd name="connsiteY159" fmla="*/ 42863 h 3521869"/>
              <a:gd name="connsiteX160" fmla="*/ 3543300 w 5207793"/>
              <a:gd name="connsiteY160" fmla="*/ 57150 h 3521869"/>
              <a:gd name="connsiteX161" fmla="*/ 3579018 w 5207793"/>
              <a:gd name="connsiteY161" fmla="*/ 71438 h 3521869"/>
              <a:gd name="connsiteX162" fmla="*/ 3636168 w 5207793"/>
              <a:gd name="connsiteY162" fmla="*/ 85725 h 3521869"/>
              <a:gd name="connsiteX163" fmla="*/ 3657600 w 5207793"/>
              <a:gd name="connsiteY163" fmla="*/ 100013 h 3521869"/>
              <a:gd name="connsiteX164" fmla="*/ 3686175 w 5207793"/>
              <a:gd name="connsiteY164" fmla="*/ 114300 h 3521869"/>
              <a:gd name="connsiteX165" fmla="*/ 3700462 w 5207793"/>
              <a:gd name="connsiteY165" fmla="*/ 142875 h 3521869"/>
              <a:gd name="connsiteX166" fmla="*/ 3757612 w 5207793"/>
              <a:gd name="connsiteY166" fmla="*/ 171450 h 3521869"/>
              <a:gd name="connsiteX167" fmla="*/ 3807618 w 5207793"/>
              <a:gd name="connsiteY167" fmla="*/ 192881 h 3521869"/>
              <a:gd name="connsiteX168" fmla="*/ 3829050 w 5207793"/>
              <a:gd name="connsiteY168" fmla="*/ 207169 h 3521869"/>
              <a:gd name="connsiteX169" fmla="*/ 3871912 w 5207793"/>
              <a:gd name="connsiteY169" fmla="*/ 214313 h 3521869"/>
              <a:gd name="connsiteX170" fmla="*/ 4150518 w 5207793"/>
              <a:gd name="connsiteY170" fmla="*/ 207169 h 3521869"/>
              <a:gd name="connsiteX171" fmla="*/ 4186237 w 5207793"/>
              <a:gd name="connsiteY171" fmla="*/ 178594 h 3521869"/>
              <a:gd name="connsiteX172" fmla="*/ 4214812 w 5207793"/>
              <a:gd name="connsiteY172" fmla="*/ 171450 h 3521869"/>
              <a:gd name="connsiteX173" fmla="*/ 4236243 w 5207793"/>
              <a:gd name="connsiteY173" fmla="*/ 164306 h 3521869"/>
              <a:gd name="connsiteX174" fmla="*/ 4386262 w 5207793"/>
              <a:gd name="connsiteY174" fmla="*/ 185738 h 3521869"/>
              <a:gd name="connsiteX175" fmla="*/ 4421981 w 5207793"/>
              <a:gd name="connsiteY175" fmla="*/ 221456 h 3521869"/>
              <a:gd name="connsiteX176" fmla="*/ 4457700 w 5207793"/>
              <a:gd name="connsiteY176" fmla="*/ 285750 h 3521869"/>
              <a:gd name="connsiteX177" fmla="*/ 4471987 w 5207793"/>
              <a:gd name="connsiteY177" fmla="*/ 364331 h 3521869"/>
              <a:gd name="connsiteX178" fmla="*/ 4486275 w 5207793"/>
              <a:gd name="connsiteY178" fmla="*/ 428625 h 3521869"/>
              <a:gd name="connsiteX179" fmla="*/ 4514850 w 5207793"/>
              <a:gd name="connsiteY179" fmla="*/ 485775 h 3521869"/>
              <a:gd name="connsiteX180" fmla="*/ 4521993 w 5207793"/>
              <a:gd name="connsiteY180" fmla="*/ 521494 h 3521869"/>
              <a:gd name="connsiteX181" fmla="*/ 4529137 w 5207793"/>
              <a:gd name="connsiteY181" fmla="*/ 550069 h 3521869"/>
              <a:gd name="connsiteX182" fmla="*/ 4543425 w 5207793"/>
              <a:gd name="connsiteY182" fmla="*/ 771525 h 3521869"/>
              <a:gd name="connsiteX183" fmla="*/ 4557712 w 5207793"/>
              <a:gd name="connsiteY183" fmla="*/ 850106 h 3521869"/>
              <a:gd name="connsiteX184" fmla="*/ 4564856 w 5207793"/>
              <a:gd name="connsiteY184" fmla="*/ 892969 h 3521869"/>
              <a:gd name="connsiteX185" fmla="*/ 4593431 w 5207793"/>
              <a:gd name="connsiteY185" fmla="*/ 1021556 h 3521869"/>
              <a:gd name="connsiteX186" fmla="*/ 4600575 w 5207793"/>
              <a:gd name="connsiteY186" fmla="*/ 1078706 h 3521869"/>
              <a:gd name="connsiteX187" fmla="*/ 4607718 w 5207793"/>
              <a:gd name="connsiteY187" fmla="*/ 1321594 h 3521869"/>
              <a:gd name="connsiteX188" fmla="*/ 4614862 w 5207793"/>
              <a:gd name="connsiteY188" fmla="*/ 1357313 h 3521869"/>
              <a:gd name="connsiteX189" fmla="*/ 4636293 w 5207793"/>
              <a:gd name="connsiteY189" fmla="*/ 1378744 h 3521869"/>
              <a:gd name="connsiteX190" fmla="*/ 4643437 w 5207793"/>
              <a:gd name="connsiteY190" fmla="*/ 1421606 h 3521869"/>
              <a:gd name="connsiteX191" fmla="*/ 4650581 w 5207793"/>
              <a:gd name="connsiteY191" fmla="*/ 1471613 h 3521869"/>
              <a:gd name="connsiteX192" fmla="*/ 4657725 w 5207793"/>
              <a:gd name="connsiteY192" fmla="*/ 1493044 h 3521869"/>
              <a:gd name="connsiteX193" fmla="*/ 4664868 w 5207793"/>
              <a:gd name="connsiteY193" fmla="*/ 1585913 h 3521869"/>
              <a:gd name="connsiteX194" fmla="*/ 4672012 w 5207793"/>
              <a:gd name="connsiteY194" fmla="*/ 1650206 h 3521869"/>
              <a:gd name="connsiteX195" fmla="*/ 4686300 w 5207793"/>
              <a:gd name="connsiteY195" fmla="*/ 1778794 h 3521869"/>
              <a:gd name="connsiteX196" fmla="*/ 4700587 w 5207793"/>
              <a:gd name="connsiteY196" fmla="*/ 1921669 h 3521869"/>
              <a:gd name="connsiteX197" fmla="*/ 4714875 w 5207793"/>
              <a:gd name="connsiteY197" fmla="*/ 2000250 h 3521869"/>
              <a:gd name="connsiteX198" fmla="*/ 4722018 w 5207793"/>
              <a:gd name="connsiteY198" fmla="*/ 2050256 h 3521869"/>
              <a:gd name="connsiteX199" fmla="*/ 4736306 w 5207793"/>
              <a:gd name="connsiteY199" fmla="*/ 2071688 h 3521869"/>
              <a:gd name="connsiteX200" fmla="*/ 4764881 w 5207793"/>
              <a:gd name="connsiteY200" fmla="*/ 2121694 h 3521869"/>
              <a:gd name="connsiteX201" fmla="*/ 4779168 w 5207793"/>
              <a:gd name="connsiteY201" fmla="*/ 2164556 h 3521869"/>
              <a:gd name="connsiteX202" fmla="*/ 4793456 w 5207793"/>
              <a:gd name="connsiteY202" fmla="*/ 2235994 h 3521869"/>
              <a:gd name="connsiteX203" fmla="*/ 4800600 w 5207793"/>
              <a:gd name="connsiteY203" fmla="*/ 2257425 h 3521869"/>
              <a:gd name="connsiteX204" fmla="*/ 4807743 w 5207793"/>
              <a:gd name="connsiteY204" fmla="*/ 2286000 h 3521869"/>
              <a:gd name="connsiteX205" fmla="*/ 4814887 w 5207793"/>
              <a:gd name="connsiteY205" fmla="*/ 2307431 h 3521869"/>
              <a:gd name="connsiteX206" fmla="*/ 4836318 w 5207793"/>
              <a:gd name="connsiteY206" fmla="*/ 2407444 h 3521869"/>
              <a:gd name="connsiteX207" fmla="*/ 4864893 w 5207793"/>
              <a:gd name="connsiteY207" fmla="*/ 2514600 h 3521869"/>
              <a:gd name="connsiteX208" fmla="*/ 4872037 w 5207793"/>
              <a:gd name="connsiteY208" fmla="*/ 2543175 h 3521869"/>
              <a:gd name="connsiteX209" fmla="*/ 4886325 w 5207793"/>
              <a:gd name="connsiteY209" fmla="*/ 2614613 h 3521869"/>
              <a:gd name="connsiteX210" fmla="*/ 4900612 w 5207793"/>
              <a:gd name="connsiteY210" fmla="*/ 2657475 h 3521869"/>
              <a:gd name="connsiteX211" fmla="*/ 4922043 w 5207793"/>
              <a:gd name="connsiteY211" fmla="*/ 2678906 h 3521869"/>
              <a:gd name="connsiteX212" fmla="*/ 4929187 w 5207793"/>
              <a:gd name="connsiteY212" fmla="*/ 2728913 h 3521869"/>
              <a:gd name="connsiteX213" fmla="*/ 4936331 w 5207793"/>
              <a:gd name="connsiteY213" fmla="*/ 2757488 h 3521869"/>
              <a:gd name="connsiteX214" fmla="*/ 4943475 w 5207793"/>
              <a:gd name="connsiteY214" fmla="*/ 2914650 h 3521869"/>
              <a:gd name="connsiteX215" fmla="*/ 4950618 w 5207793"/>
              <a:gd name="connsiteY215" fmla="*/ 2943225 h 3521869"/>
              <a:gd name="connsiteX216" fmla="*/ 4957762 w 5207793"/>
              <a:gd name="connsiteY216" fmla="*/ 2986088 h 3521869"/>
              <a:gd name="connsiteX217" fmla="*/ 5000625 w 5207793"/>
              <a:gd name="connsiteY217" fmla="*/ 3021806 h 3521869"/>
              <a:gd name="connsiteX218" fmla="*/ 5064918 w 5207793"/>
              <a:gd name="connsiteY218" fmla="*/ 3043238 h 3521869"/>
              <a:gd name="connsiteX219" fmla="*/ 5093493 w 5207793"/>
              <a:gd name="connsiteY219" fmla="*/ 3064669 h 3521869"/>
              <a:gd name="connsiteX220" fmla="*/ 5114925 w 5207793"/>
              <a:gd name="connsiteY220" fmla="*/ 3114675 h 3521869"/>
              <a:gd name="connsiteX221" fmla="*/ 5129212 w 5207793"/>
              <a:gd name="connsiteY221" fmla="*/ 3143250 h 3521869"/>
              <a:gd name="connsiteX222" fmla="*/ 5143500 w 5207793"/>
              <a:gd name="connsiteY222" fmla="*/ 3207544 h 3521869"/>
              <a:gd name="connsiteX223" fmla="*/ 5157787 w 5207793"/>
              <a:gd name="connsiteY223" fmla="*/ 3250406 h 3521869"/>
              <a:gd name="connsiteX224" fmla="*/ 5172075 w 5207793"/>
              <a:gd name="connsiteY224" fmla="*/ 3307556 h 3521869"/>
              <a:gd name="connsiteX225" fmla="*/ 5179218 w 5207793"/>
              <a:gd name="connsiteY225" fmla="*/ 3386138 h 3521869"/>
              <a:gd name="connsiteX226" fmla="*/ 5200650 w 5207793"/>
              <a:gd name="connsiteY226" fmla="*/ 3464719 h 3521869"/>
              <a:gd name="connsiteX227" fmla="*/ 5207793 w 5207793"/>
              <a:gd name="connsiteY227" fmla="*/ 3521869 h 3521869"/>
              <a:gd name="connsiteX0" fmla="*/ 0 w 5207793"/>
              <a:gd name="connsiteY0" fmla="*/ 3464719 h 3521869"/>
              <a:gd name="connsiteX1" fmla="*/ 7143 w 5207793"/>
              <a:gd name="connsiteY1" fmla="*/ 3386138 h 3521869"/>
              <a:gd name="connsiteX2" fmla="*/ 14287 w 5207793"/>
              <a:gd name="connsiteY2" fmla="*/ 3364706 h 3521869"/>
              <a:gd name="connsiteX3" fmla="*/ 21431 w 5207793"/>
              <a:gd name="connsiteY3" fmla="*/ 3328988 h 3521869"/>
              <a:gd name="connsiteX4" fmla="*/ 28575 w 5207793"/>
              <a:gd name="connsiteY4" fmla="*/ 3300413 h 3521869"/>
              <a:gd name="connsiteX5" fmla="*/ 35718 w 5207793"/>
              <a:gd name="connsiteY5" fmla="*/ 3250406 h 3521869"/>
              <a:gd name="connsiteX6" fmla="*/ 57150 w 5207793"/>
              <a:gd name="connsiteY6" fmla="*/ 3200400 h 3521869"/>
              <a:gd name="connsiteX7" fmla="*/ 64293 w 5207793"/>
              <a:gd name="connsiteY7" fmla="*/ 3178969 h 3521869"/>
              <a:gd name="connsiteX8" fmla="*/ 92868 w 5207793"/>
              <a:gd name="connsiteY8" fmla="*/ 3157538 h 3521869"/>
              <a:gd name="connsiteX9" fmla="*/ 121443 w 5207793"/>
              <a:gd name="connsiteY9" fmla="*/ 3107531 h 3521869"/>
              <a:gd name="connsiteX10" fmla="*/ 150018 w 5207793"/>
              <a:gd name="connsiteY10" fmla="*/ 3086100 h 3521869"/>
              <a:gd name="connsiteX11" fmla="*/ 171450 w 5207793"/>
              <a:gd name="connsiteY11" fmla="*/ 3057525 h 3521869"/>
              <a:gd name="connsiteX12" fmla="*/ 242887 w 5207793"/>
              <a:gd name="connsiteY12" fmla="*/ 3014663 h 3521869"/>
              <a:gd name="connsiteX13" fmla="*/ 264318 w 5207793"/>
              <a:gd name="connsiteY13" fmla="*/ 2957513 h 3521869"/>
              <a:gd name="connsiteX14" fmla="*/ 292893 w 5207793"/>
              <a:gd name="connsiteY14" fmla="*/ 2900363 h 3521869"/>
              <a:gd name="connsiteX15" fmla="*/ 307181 w 5207793"/>
              <a:gd name="connsiteY15" fmla="*/ 2664619 h 3521869"/>
              <a:gd name="connsiteX16" fmla="*/ 328612 w 5207793"/>
              <a:gd name="connsiteY16" fmla="*/ 2564606 h 3521869"/>
              <a:gd name="connsiteX17" fmla="*/ 335756 w 5207793"/>
              <a:gd name="connsiteY17" fmla="*/ 2521744 h 3521869"/>
              <a:gd name="connsiteX18" fmla="*/ 350043 w 5207793"/>
              <a:gd name="connsiteY18" fmla="*/ 2500313 h 3521869"/>
              <a:gd name="connsiteX19" fmla="*/ 364331 w 5207793"/>
              <a:gd name="connsiteY19" fmla="*/ 2450306 h 3521869"/>
              <a:gd name="connsiteX20" fmla="*/ 371475 w 5207793"/>
              <a:gd name="connsiteY20" fmla="*/ 2407444 h 3521869"/>
              <a:gd name="connsiteX21" fmla="*/ 385762 w 5207793"/>
              <a:gd name="connsiteY21" fmla="*/ 2357438 h 3521869"/>
              <a:gd name="connsiteX22" fmla="*/ 392906 w 5207793"/>
              <a:gd name="connsiteY22" fmla="*/ 2328863 h 3521869"/>
              <a:gd name="connsiteX23" fmla="*/ 407193 w 5207793"/>
              <a:gd name="connsiteY23" fmla="*/ 2307431 h 3521869"/>
              <a:gd name="connsiteX24" fmla="*/ 421481 w 5207793"/>
              <a:gd name="connsiteY24" fmla="*/ 2257425 h 3521869"/>
              <a:gd name="connsiteX25" fmla="*/ 428625 w 5207793"/>
              <a:gd name="connsiteY25" fmla="*/ 2228850 h 3521869"/>
              <a:gd name="connsiteX26" fmla="*/ 442912 w 5207793"/>
              <a:gd name="connsiteY26" fmla="*/ 2207419 h 3521869"/>
              <a:gd name="connsiteX27" fmla="*/ 464343 w 5207793"/>
              <a:gd name="connsiteY27" fmla="*/ 2150269 h 3521869"/>
              <a:gd name="connsiteX28" fmla="*/ 478631 w 5207793"/>
              <a:gd name="connsiteY28" fmla="*/ 2078831 h 3521869"/>
              <a:gd name="connsiteX29" fmla="*/ 485775 w 5207793"/>
              <a:gd name="connsiteY29" fmla="*/ 2050256 h 3521869"/>
              <a:gd name="connsiteX30" fmla="*/ 492918 w 5207793"/>
              <a:gd name="connsiteY30" fmla="*/ 2014538 h 3521869"/>
              <a:gd name="connsiteX31" fmla="*/ 500062 w 5207793"/>
              <a:gd name="connsiteY31" fmla="*/ 1993106 h 3521869"/>
              <a:gd name="connsiteX32" fmla="*/ 507206 w 5207793"/>
              <a:gd name="connsiteY32" fmla="*/ 1957388 h 3521869"/>
              <a:gd name="connsiteX33" fmla="*/ 514350 w 5207793"/>
              <a:gd name="connsiteY33" fmla="*/ 1935956 h 3521869"/>
              <a:gd name="connsiteX34" fmla="*/ 528637 w 5207793"/>
              <a:gd name="connsiteY34" fmla="*/ 1878806 h 3521869"/>
              <a:gd name="connsiteX35" fmla="*/ 535781 w 5207793"/>
              <a:gd name="connsiteY35" fmla="*/ 1785938 h 3521869"/>
              <a:gd name="connsiteX36" fmla="*/ 542925 w 5207793"/>
              <a:gd name="connsiteY36" fmla="*/ 1721644 h 3521869"/>
              <a:gd name="connsiteX37" fmla="*/ 535781 w 5207793"/>
              <a:gd name="connsiteY37" fmla="*/ 1578769 h 3521869"/>
              <a:gd name="connsiteX38" fmla="*/ 521493 w 5207793"/>
              <a:gd name="connsiteY38" fmla="*/ 1535906 h 3521869"/>
              <a:gd name="connsiteX39" fmla="*/ 528637 w 5207793"/>
              <a:gd name="connsiteY39" fmla="*/ 1400175 h 3521869"/>
              <a:gd name="connsiteX40" fmla="*/ 542925 w 5207793"/>
              <a:gd name="connsiteY40" fmla="*/ 1371600 h 3521869"/>
              <a:gd name="connsiteX41" fmla="*/ 564356 w 5207793"/>
              <a:gd name="connsiteY41" fmla="*/ 1293019 h 3521869"/>
              <a:gd name="connsiteX42" fmla="*/ 578643 w 5207793"/>
              <a:gd name="connsiteY42" fmla="*/ 964406 h 3521869"/>
              <a:gd name="connsiteX43" fmla="*/ 585787 w 5207793"/>
              <a:gd name="connsiteY43" fmla="*/ 907256 h 3521869"/>
              <a:gd name="connsiteX44" fmla="*/ 578643 w 5207793"/>
              <a:gd name="connsiteY44" fmla="*/ 385763 h 3521869"/>
              <a:gd name="connsiteX45" fmla="*/ 607218 w 5207793"/>
              <a:gd name="connsiteY45" fmla="*/ 278606 h 3521869"/>
              <a:gd name="connsiteX46" fmla="*/ 628650 w 5207793"/>
              <a:gd name="connsiteY46" fmla="*/ 228600 h 3521869"/>
              <a:gd name="connsiteX47" fmla="*/ 650081 w 5207793"/>
              <a:gd name="connsiteY47" fmla="*/ 200025 h 3521869"/>
              <a:gd name="connsiteX48" fmla="*/ 664368 w 5207793"/>
              <a:gd name="connsiteY48" fmla="*/ 171450 h 3521869"/>
              <a:gd name="connsiteX49" fmla="*/ 678656 w 5207793"/>
              <a:gd name="connsiteY49" fmla="*/ 150019 h 3521869"/>
              <a:gd name="connsiteX50" fmla="*/ 685800 w 5207793"/>
              <a:gd name="connsiteY50" fmla="*/ 128588 h 3521869"/>
              <a:gd name="connsiteX51" fmla="*/ 714375 w 5207793"/>
              <a:gd name="connsiteY51" fmla="*/ 100013 h 3521869"/>
              <a:gd name="connsiteX52" fmla="*/ 735806 w 5207793"/>
              <a:gd name="connsiteY52" fmla="*/ 71438 h 3521869"/>
              <a:gd name="connsiteX53" fmla="*/ 757237 w 5207793"/>
              <a:gd name="connsiteY53" fmla="*/ 50006 h 3521869"/>
              <a:gd name="connsiteX54" fmla="*/ 778668 w 5207793"/>
              <a:gd name="connsiteY54" fmla="*/ 21431 h 3521869"/>
              <a:gd name="connsiteX55" fmla="*/ 800100 w 5207793"/>
              <a:gd name="connsiteY55" fmla="*/ 14288 h 3521869"/>
              <a:gd name="connsiteX56" fmla="*/ 935831 w 5207793"/>
              <a:gd name="connsiteY56" fmla="*/ 28575 h 3521869"/>
              <a:gd name="connsiteX57" fmla="*/ 964406 w 5207793"/>
              <a:gd name="connsiteY57" fmla="*/ 50006 h 3521869"/>
              <a:gd name="connsiteX58" fmla="*/ 1014412 w 5207793"/>
              <a:gd name="connsiteY58" fmla="*/ 78581 h 3521869"/>
              <a:gd name="connsiteX59" fmla="*/ 1035843 w 5207793"/>
              <a:gd name="connsiteY59" fmla="*/ 100013 h 3521869"/>
              <a:gd name="connsiteX60" fmla="*/ 1064418 w 5207793"/>
              <a:gd name="connsiteY60" fmla="*/ 114300 h 3521869"/>
              <a:gd name="connsiteX61" fmla="*/ 1085850 w 5207793"/>
              <a:gd name="connsiteY61" fmla="*/ 128588 h 3521869"/>
              <a:gd name="connsiteX62" fmla="*/ 1128712 w 5207793"/>
              <a:gd name="connsiteY62" fmla="*/ 150019 h 3521869"/>
              <a:gd name="connsiteX63" fmla="*/ 1185862 w 5207793"/>
              <a:gd name="connsiteY63" fmla="*/ 178594 h 3521869"/>
              <a:gd name="connsiteX64" fmla="*/ 1207293 w 5207793"/>
              <a:gd name="connsiteY64" fmla="*/ 192881 h 3521869"/>
              <a:gd name="connsiteX65" fmla="*/ 1228725 w 5207793"/>
              <a:gd name="connsiteY65" fmla="*/ 200025 h 3521869"/>
              <a:gd name="connsiteX66" fmla="*/ 1257300 w 5207793"/>
              <a:gd name="connsiteY66" fmla="*/ 221456 h 3521869"/>
              <a:gd name="connsiteX67" fmla="*/ 1278731 w 5207793"/>
              <a:gd name="connsiteY67" fmla="*/ 235744 h 3521869"/>
              <a:gd name="connsiteX68" fmla="*/ 1350168 w 5207793"/>
              <a:gd name="connsiteY68" fmla="*/ 242888 h 3521869"/>
              <a:gd name="connsiteX69" fmla="*/ 1464468 w 5207793"/>
              <a:gd name="connsiteY69" fmla="*/ 235744 h 3521869"/>
              <a:gd name="connsiteX70" fmla="*/ 1485900 w 5207793"/>
              <a:gd name="connsiteY70" fmla="*/ 228600 h 3521869"/>
              <a:gd name="connsiteX71" fmla="*/ 1528762 w 5207793"/>
              <a:gd name="connsiteY71" fmla="*/ 192881 h 3521869"/>
              <a:gd name="connsiteX72" fmla="*/ 1535906 w 5207793"/>
              <a:gd name="connsiteY72" fmla="*/ 171450 h 3521869"/>
              <a:gd name="connsiteX73" fmla="*/ 1557337 w 5207793"/>
              <a:gd name="connsiteY73" fmla="*/ 164306 h 3521869"/>
              <a:gd name="connsiteX74" fmla="*/ 1585912 w 5207793"/>
              <a:gd name="connsiteY74" fmla="*/ 150019 h 3521869"/>
              <a:gd name="connsiteX75" fmla="*/ 1635918 w 5207793"/>
              <a:gd name="connsiteY75" fmla="*/ 135731 h 3521869"/>
              <a:gd name="connsiteX76" fmla="*/ 1714500 w 5207793"/>
              <a:gd name="connsiteY76" fmla="*/ 128588 h 3521869"/>
              <a:gd name="connsiteX77" fmla="*/ 1807368 w 5207793"/>
              <a:gd name="connsiteY77" fmla="*/ 114300 h 3521869"/>
              <a:gd name="connsiteX78" fmla="*/ 1835943 w 5207793"/>
              <a:gd name="connsiteY78" fmla="*/ 121444 h 3521869"/>
              <a:gd name="connsiteX79" fmla="*/ 1814512 w 5207793"/>
              <a:gd name="connsiteY79" fmla="*/ 142875 h 3521869"/>
              <a:gd name="connsiteX80" fmla="*/ 1807368 w 5207793"/>
              <a:gd name="connsiteY80" fmla="*/ 164306 h 3521869"/>
              <a:gd name="connsiteX81" fmla="*/ 1785937 w 5207793"/>
              <a:gd name="connsiteY81" fmla="*/ 171450 h 3521869"/>
              <a:gd name="connsiteX82" fmla="*/ 1750218 w 5207793"/>
              <a:gd name="connsiteY82" fmla="*/ 214313 h 3521869"/>
              <a:gd name="connsiteX83" fmla="*/ 1743075 w 5207793"/>
              <a:gd name="connsiteY83" fmla="*/ 235744 h 3521869"/>
              <a:gd name="connsiteX84" fmla="*/ 1714500 w 5207793"/>
              <a:gd name="connsiteY84" fmla="*/ 285750 h 3521869"/>
              <a:gd name="connsiteX85" fmla="*/ 1693068 w 5207793"/>
              <a:gd name="connsiteY85" fmla="*/ 314325 h 3521869"/>
              <a:gd name="connsiteX86" fmla="*/ 1664493 w 5207793"/>
              <a:gd name="connsiteY86" fmla="*/ 357188 h 3521869"/>
              <a:gd name="connsiteX87" fmla="*/ 1643062 w 5207793"/>
              <a:gd name="connsiteY87" fmla="*/ 378619 h 3521869"/>
              <a:gd name="connsiteX88" fmla="*/ 1614487 w 5207793"/>
              <a:gd name="connsiteY88" fmla="*/ 421481 h 3521869"/>
              <a:gd name="connsiteX89" fmla="*/ 1578768 w 5207793"/>
              <a:gd name="connsiteY89" fmla="*/ 464344 h 3521869"/>
              <a:gd name="connsiteX90" fmla="*/ 1564481 w 5207793"/>
              <a:gd name="connsiteY90" fmla="*/ 514350 h 3521869"/>
              <a:gd name="connsiteX91" fmla="*/ 1550193 w 5207793"/>
              <a:gd name="connsiteY91" fmla="*/ 578644 h 3521869"/>
              <a:gd name="connsiteX92" fmla="*/ 1557337 w 5207793"/>
              <a:gd name="connsiteY92" fmla="*/ 621506 h 3521869"/>
              <a:gd name="connsiteX93" fmla="*/ 1571625 w 5207793"/>
              <a:gd name="connsiteY93" fmla="*/ 700088 h 3521869"/>
              <a:gd name="connsiteX94" fmla="*/ 1593056 w 5207793"/>
              <a:gd name="connsiteY94" fmla="*/ 742950 h 3521869"/>
              <a:gd name="connsiteX95" fmla="*/ 1600200 w 5207793"/>
              <a:gd name="connsiteY95" fmla="*/ 785813 h 3521869"/>
              <a:gd name="connsiteX96" fmla="*/ 1607343 w 5207793"/>
              <a:gd name="connsiteY96" fmla="*/ 807244 h 3521869"/>
              <a:gd name="connsiteX97" fmla="*/ 1621631 w 5207793"/>
              <a:gd name="connsiteY97" fmla="*/ 871538 h 3521869"/>
              <a:gd name="connsiteX98" fmla="*/ 1635918 w 5207793"/>
              <a:gd name="connsiteY98" fmla="*/ 957263 h 3521869"/>
              <a:gd name="connsiteX99" fmla="*/ 1643062 w 5207793"/>
              <a:gd name="connsiteY99" fmla="*/ 978694 h 3521869"/>
              <a:gd name="connsiteX100" fmla="*/ 1657350 w 5207793"/>
              <a:gd name="connsiteY100" fmla="*/ 1000125 h 3521869"/>
              <a:gd name="connsiteX101" fmla="*/ 1664493 w 5207793"/>
              <a:gd name="connsiteY101" fmla="*/ 1028700 h 3521869"/>
              <a:gd name="connsiteX102" fmla="*/ 1678781 w 5207793"/>
              <a:gd name="connsiteY102" fmla="*/ 1050131 h 3521869"/>
              <a:gd name="connsiteX103" fmla="*/ 1685925 w 5207793"/>
              <a:gd name="connsiteY103" fmla="*/ 1085850 h 3521869"/>
              <a:gd name="connsiteX104" fmla="*/ 1728787 w 5207793"/>
              <a:gd name="connsiteY104" fmla="*/ 1135856 h 3521869"/>
              <a:gd name="connsiteX105" fmla="*/ 1743075 w 5207793"/>
              <a:gd name="connsiteY105" fmla="*/ 1157288 h 3521869"/>
              <a:gd name="connsiteX106" fmla="*/ 1750218 w 5207793"/>
              <a:gd name="connsiteY106" fmla="*/ 1185863 h 3521869"/>
              <a:gd name="connsiteX107" fmla="*/ 1793081 w 5207793"/>
              <a:gd name="connsiteY107" fmla="*/ 1235869 h 3521869"/>
              <a:gd name="connsiteX108" fmla="*/ 1828800 w 5207793"/>
              <a:gd name="connsiteY108" fmla="*/ 1278731 h 3521869"/>
              <a:gd name="connsiteX109" fmla="*/ 1864518 w 5207793"/>
              <a:gd name="connsiteY109" fmla="*/ 1314450 h 3521869"/>
              <a:gd name="connsiteX110" fmla="*/ 1921668 w 5207793"/>
              <a:gd name="connsiteY110" fmla="*/ 1378744 h 3521869"/>
              <a:gd name="connsiteX111" fmla="*/ 1978818 w 5207793"/>
              <a:gd name="connsiteY111" fmla="*/ 1393031 h 3521869"/>
              <a:gd name="connsiteX112" fmla="*/ 2007393 w 5207793"/>
              <a:gd name="connsiteY112" fmla="*/ 1400175 h 3521869"/>
              <a:gd name="connsiteX113" fmla="*/ 2028825 w 5207793"/>
              <a:gd name="connsiteY113" fmla="*/ 1407319 h 3521869"/>
              <a:gd name="connsiteX114" fmla="*/ 2078831 w 5207793"/>
              <a:gd name="connsiteY114" fmla="*/ 1414463 h 3521869"/>
              <a:gd name="connsiteX115" fmla="*/ 2135981 w 5207793"/>
              <a:gd name="connsiteY115" fmla="*/ 1428750 h 3521869"/>
              <a:gd name="connsiteX116" fmla="*/ 2228850 w 5207793"/>
              <a:gd name="connsiteY116" fmla="*/ 1443038 h 3521869"/>
              <a:gd name="connsiteX117" fmla="*/ 2257425 w 5207793"/>
              <a:gd name="connsiteY117" fmla="*/ 1450181 h 3521869"/>
              <a:gd name="connsiteX118" fmla="*/ 2300287 w 5207793"/>
              <a:gd name="connsiteY118" fmla="*/ 1464469 h 3521869"/>
              <a:gd name="connsiteX119" fmla="*/ 2507456 w 5207793"/>
              <a:gd name="connsiteY119" fmla="*/ 1471613 h 3521869"/>
              <a:gd name="connsiteX120" fmla="*/ 2543175 w 5207793"/>
              <a:gd name="connsiteY120" fmla="*/ 1478756 h 3521869"/>
              <a:gd name="connsiteX121" fmla="*/ 2878931 w 5207793"/>
              <a:gd name="connsiteY121" fmla="*/ 1478756 h 3521869"/>
              <a:gd name="connsiteX122" fmla="*/ 2914650 w 5207793"/>
              <a:gd name="connsiteY122" fmla="*/ 1471613 h 3521869"/>
              <a:gd name="connsiteX123" fmla="*/ 2964656 w 5207793"/>
              <a:gd name="connsiteY123" fmla="*/ 1450181 h 3521869"/>
              <a:gd name="connsiteX124" fmla="*/ 2986087 w 5207793"/>
              <a:gd name="connsiteY124" fmla="*/ 1443038 h 3521869"/>
              <a:gd name="connsiteX125" fmla="*/ 3043237 w 5207793"/>
              <a:gd name="connsiteY125" fmla="*/ 1421606 h 3521869"/>
              <a:gd name="connsiteX126" fmla="*/ 3071812 w 5207793"/>
              <a:gd name="connsiteY126" fmla="*/ 1400175 h 3521869"/>
              <a:gd name="connsiteX127" fmla="*/ 3093243 w 5207793"/>
              <a:gd name="connsiteY127" fmla="*/ 1378744 h 3521869"/>
              <a:gd name="connsiteX128" fmla="*/ 3128962 w 5207793"/>
              <a:gd name="connsiteY128" fmla="*/ 1357313 h 3521869"/>
              <a:gd name="connsiteX129" fmla="*/ 3186112 w 5207793"/>
              <a:gd name="connsiteY129" fmla="*/ 1300163 h 3521869"/>
              <a:gd name="connsiteX130" fmla="*/ 3214687 w 5207793"/>
              <a:gd name="connsiteY130" fmla="*/ 1243013 h 3521869"/>
              <a:gd name="connsiteX131" fmla="*/ 3236118 w 5207793"/>
              <a:gd name="connsiteY131" fmla="*/ 1228725 h 3521869"/>
              <a:gd name="connsiteX132" fmla="*/ 3271837 w 5207793"/>
              <a:gd name="connsiteY132" fmla="*/ 1178719 h 3521869"/>
              <a:gd name="connsiteX133" fmla="*/ 3293268 w 5207793"/>
              <a:gd name="connsiteY133" fmla="*/ 1164431 h 3521869"/>
              <a:gd name="connsiteX134" fmla="*/ 3300412 w 5207793"/>
              <a:gd name="connsiteY134" fmla="*/ 1143000 h 3521869"/>
              <a:gd name="connsiteX135" fmla="*/ 3321843 w 5207793"/>
              <a:gd name="connsiteY135" fmla="*/ 1135856 h 3521869"/>
              <a:gd name="connsiteX136" fmla="*/ 3343275 w 5207793"/>
              <a:gd name="connsiteY136" fmla="*/ 1114425 h 3521869"/>
              <a:gd name="connsiteX137" fmla="*/ 3357562 w 5207793"/>
              <a:gd name="connsiteY137" fmla="*/ 1085850 h 3521869"/>
              <a:gd name="connsiteX138" fmla="*/ 3393281 w 5207793"/>
              <a:gd name="connsiteY138" fmla="*/ 1028700 h 3521869"/>
              <a:gd name="connsiteX139" fmla="*/ 3400425 w 5207793"/>
              <a:gd name="connsiteY139" fmla="*/ 1007269 h 3521869"/>
              <a:gd name="connsiteX140" fmla="*/ 3436143 w 5207793"/>
              <a:gd name="connsiteY140" fmla="*/ 928688 h 3521869"/>
              <a:gd name="connsiteX141" fmla="*/ 3450431 w 5207793"/>
              <a:gd name="connsiteY141" fmla="*/ 842963 h 3521869"/>
              <a:gd name="connsiteX142" fmla="*/ 3464718 w 5207793"/>
              <a:gd name="connsiteY142" fmla="*/ 700088 h 3521869"/>
              <a:gd name="connsiteX143" fmla="*/ 3471862 w 5207793"/>
              <a:gd name="connsiteY143" fmla="*/ 664369 h 3521869"/>
              <a:gd name="connsiteX144" fmla="*/ 3479006 w 5207793"/>
              <a:gd name="connsiteY144" fmla="*/ 492919 h 3521869"/>
              <a:gd name="connsiteX145" fmla="*/ 3457575 w 5207793"/>
              <a:gd name="connsiteY145" fmla="*/ 321469 h 3521869"/>
              <a:gd name="connsiteX146" fmla="*/ 3443287 w 5207793"/>
              <a:gd name="connsiteY146" fmla="*/ 300038 h 3521869"/>
              <a:gd name="connsiteX147" fmla="*/ 3414712 w 5207793"/>
              <a:gd name="connsiteY147" fmla="*/ 242888 h 3521869"/>
              <a:gd name="connsiteX148" fmla="*/ 3407568 w 5207793"/>
              <a:gd name="connsiteY148" fmla="*/ 221456 h 3521869"/>
              <a:gd name="connsiteX149" fmla="*/ 3364706 w 5207793"/>
              <a:gd name="connsiteY149" fmla="*/ 192881 h 3521869"/>
              <a:gd name="connsiteX150" fmla="*/ 3328987 w 5207793"/>
              <a:gd name="connsiteY150" fmla="*/ 150019 h 3521869"/>
              <a:gd name="connsiteX151" fmla="*/ 3286125 w 5207793"/>
              <a:gd name="connsiteY151" fmla="*/ 121444 h 3521869"/>
              <a:gd name="connsiteX152" fmla="*/ 3264693 w 5207793"/>
              <a:gd name="connsiteY152" fmla="*/ 92869 h 3521869"/>
              <a:gd name="connsiteX153" fmla="*/ 3236118 w 5207793"/>
              <a:gd name="connsiteY153" fmla="*/ 50006 h 3521869"/>
              <a:gd name="connsiteX154" fmla="*/ 3250406 w 5207793"/>
              <a:gd name="connsiteY154" fmla="*/ 14288 h 3521869"/>
              <a:gd name="connsiteX155" fmla="*/ 3328987 w 5207793"/>
              <a:gd name="connsiteY155" fmla="*/ 7144 h 3521869"/>
              <a:gd name="connsiteX156" fmla="*/ 3350418 w 5207793"/>
              <a:gd name="connsiteY156" fmla="*/ 0 h 3521869"/>
              <a:gd name="connsiteX157" fmla="*/ 3414712 w 5207793"/>
              <a:gd name="connsiteY157" fmla="*/ 21431 h 3521869"/>
              <a:gd name="connsiteX158" fmla="*/ 3457575 w 5207793"/>
              <a:gd name="connsiteY158" fmla="*/ 35719 h 3521869"/>
              <a:gd name="connsiteX159" fmla="*/ 3479006 w 5207793"/>
              <a:gd name="connsiteY159" fmla="*/ 42863 h 3521869"/>
              <a:gd name="connsiteX160" fmla="*/ 3543300 w 5207793"/>
              <a:gd name="connsiteY160" fmla="*/ 57150 h 3521869"/>
              <a:gd name="connsiteX161" fmla="*/ 3579018 w 5207793"/>
              <a:gd name="connsiteY161" fmla="*/ 71438 h 3521869"/>
              <a:gd name="connsiteX162" fmla="*/ 3636168 w 5207793"/>
              <a:gd name="connsiteY162" fmla="*/ 85725 h 3521869"/>
              <a:gd name="connsiteX163" fmla="*/ 3657600 w 5207793"/>
              <a:gd name="connsiteY163" fmla="*/ 100013 h 3521869"/>
              <a:gd name="connsiteX164" fmla="*/ 3686175 w 5207793"/>
              <a:gd name="connsiteY164" fmla="*/ 114300 h 3521869"/>
              <a:gd name="connsiteX165" fmla="*/ 3700462 w 5207793"/>
              <a:gd name="connsiteY165" fmla="*/ 142875 h 3521869"/>
              <a:gd name="connsiteX166" fmla="*/ 3757612 w 5207793"/>
              <a:gd name="connsiteY166" fmla="*/ 171450 h 3521869"/>
              <a:gd name="connsiteX167" fmla="*/ 3807618 w 5207793"/>
              <a:gd name="connsiteY167" fmla="*/ 192881 h 3521869"/>
              <a:gd name="connsiteX168" fmla="*/ 3829050 w 5207793"/>
              <a:gd name="connsiteY168" fmla="*/ 207169 h 3521869"/>
              <a:gd name="connsiteX169" fmla="*/ 3871912 w 5207793"/>
              <a:gd name="connsiteY169" fmla="*/ 214313 h 3521869"/>
              <a:gd name="connsiteX170" fmla="*/ 4150518 w 5207793"/>
              <a:gd name="connsiteY170" fmla="*/ 207169 h 3521869"/>
              <a:gd name="connsiteX171" fmla="*/ 4186237 w 5207793"/>
              <a:gd name="connsiteY171" fmla="*/ 178594 h 3521869"/>
              <a:gd name="connsiteX172" fmla="*/ 4214812 w 5207793"/>
              <a:gd name="connsiteY172" fmla="*/ 171450 h 3521869"/>
              <a:gd name="connsiteX173" fmla="*/ 4236243 w 5207793"/>
              <a:gd name="connsiteY173" fmla="*/ 164306 h 3521869"/>
              <a:gd name="connsiteX174" fmla="*/ 4386262 w 5207793"/>
              <a:gd name="connsiteY174" fmla="*/ 185738 h 3521869"/>
              <a:gd name="connsiteX175" fmla="*/ 4421981 w 5207793"/>
              <a:gd name="connsiteY175" fmla="*/ 221456 h 3521869"/>
              <a:gd name="connsiteX176" fmla="*/ 4457700 w 5207793"/>
              <a:gd name="connsiteY176" fmla="*/ 285750 h 3521869"/>
              <a:gd name="connsiteX177" fmla="*/ 4471987 w 5207793"/>
              <a:gd name="connsiteY177" fmla="*/ 364331 h 3521869"/>
              <a:gd name="connsiteX178" fmla="*/ 4486275 w 5207793"/>
              <a:gd name="connsiteY178" fmla="*/ 428625 h 3521869"/>
              <a:gd name="connsiteX179" fmla="*/ 4514850 w 5207793"/>
              <a:gd name="connsiteY179" fmla="*/ 485775 h 3521869"/>
              <a:gd name="connsiteX180" fmla="*/ 4521993 w 5207793"/>
              <a:gd name="connsiteY180" fmla="*/ 521494 h 3521869"/>
              <a:gd name="connsiteX181" fmla="*/ 4529137 w 5207793"/>
              <a:gd name="connsiteY181" fmla="*/ 550069 h 3521869"/>
              <a:gd name="connsiteX182" fmla="*/ 4543425 w 5207793"/>
              <a:gd name="connsiteY182" fmla="*/ 771525 h 3521869"/>
              <a:gd name="connsiteX183" fmla="*/ 4557712 w 5207793"/>
              <a:gd name="connsiteY183" fmla="*/ 850106 h 3521869"/>
              <a:gd name="connsiteX184" fmla="*/ 4564856 w 5207793"/>
              <a:gd name="connsiteY184" fmla="*/ 892969 h 3521869"/>
              <a:gd name="connsiteX185" fmla="*/ 4593431 w 5207793"/>
              <a:gd name="connsiteY185" fmla="*/ 1021556 h 3521869"/>
              <a:gd name="connsiteX186" fmla="*/ 4600575 w 5207793"/>
              <a:gd name="connsiteY186" fmla="*/ 1078706 h 3521869"/>
              <a:gd name="connsiteX187" fmla="*/ 4607718 w 5207793"/>
              <a:gd name="connsiteY187" fmla="*/ 1321594 h 3521869"/>
              <a:gd name="connsiteX188" fmla="*/ 4614862 w 5207793"/>
              <a:gd name="connsiteY188" fmla="*/ 1357313 h 3521869"/>
              <a:gd name="connsiteX189" fmla="*/ 4636293 w 5207793"/>
              <a:gd name="connsiteY189" fmla="*/ 1378744 h 3521869"/>
              <a:gd name="connsiteX190" fmla="*/ 4643437 w 5207793"/>
              <a:gd name="connsiteY190" fmla="*/ 1421606 h 3521869"/>
              <a:gd name="connsiteX191" fmla="*/ 4650581 w 5207793"/>
              <a:gd name="connsiteY191" fmla="*/ 1471613 h 3521869"/>
              <a:gd name="connsiteX192" fmla="*/ 4657725 w 5207793"/>
              <a:gd name="connsiteY192" fmla="*/ 1493044 h 3521869"/>
              <a:gd name="connsiteX193" fmla="*/ 4664868 w 5207793"/>
              <a:gd name="connsiteY193" fmla="*/ 1585913 h 3521869"/>
              <a:gd name="connsiteX194" fmla="*/ 4672012 w 5207793"/>
              <a:gd name="connsiteY194" fmla="*/ 1650206 h 3521869"/>
              <a:gd name="connsiteX195" fmla="*/ 4686300 w 5207793"/>
              <a:gd name="connsiteY195" fmla="*/ 1778794 h 3521869"/>
              <a:gd name="connsiteX196" fmla="*/ 4700587 w 5207793"/>
              <a:gd name="connsiteY196" fmla="*/ 1921669 h 3521869"/>
              <a:gd name="connsiteX197" fmla="*/ 4714875 w 5207793"/>
              <a:gd name="connsiteY197" fmla="*/ 2000250 h 3521869"/>
              <a:gd name="connsiteX198" fmla="*/ 4722018 w 5207793"/>
              <a:gd name="connsiteY198" fmla="*/ 2050256 h 3521869"/>
              <a:gd name="connsiteX199" fmla="*/ 4736306 w 5207793"/>
              <a:gd name="connsiteY199" fmla="*/ 2071688 h 3521869"/>
              <a:gd name="connsiteX200" fmla="*/ 4764881 w 5207793"/>
              <a:gd name="connsiteY200" fmla="*/ 2121694 h 3521869"/>
              <a:gd name="connsiteX201" fmla="*/ 4779168 w 5207793"/>
              <a:gd name="connsiteY201" fmla="*/ 2164556 h 3521869"/>
              <a:gd name="connsiteX202" fmla="*/ 4793456 w 5207793"/>
              <a:gd name="connsiteY202" fmla="*/ 2235994 h 3521869"/>
              <a:gd name="connsiteX203" fmla="*/ 4800600 w 5207793"/>
              <a:gd name="connsiteY203" fmla="*/ 2257425 h 3521869"/>
              <a:gd name="connsiteX204" fmla="*/ 4807743 w 5207793"/>
              <a:gd name="connsiteY204" fmla="*/ 2286000 h 3521869"/>
              <a:gd name="connsiteX205" fmla="*/ 4814887 w 5207793"/>
              <a:gd name="connsiteY205" fmla="*/ 2307431 h 3521869"/>
              <a:gd name="connsiteX206" fmla="*/ 4836318 w 5207793"/>
              <a:gd name="connsiteY206" fmla="*/ 2407444 h 3521869"/>
              <a:gd name="connsiteX207" fmla="*/ 4864893 w 5207793"/>
              <a:gd name="connsiteY207" fmla="*/ 2514600 h 3521869"/>
              <a:gd name="connsiteX208" fmla="*/ 4872037 w 5207793"/>
              <a:gd name="connsiteY208" fmla="*/ 2543175 h 3521869"/>
              <a:gd name="connsiteX209" fmla="*/ 4886325 w 5207793"/>
              <a:gd name="connsiteY209" fmla="*/ 2614613 h 3521869"/>
              <a:gd name="connsiteX210" fmla="*/ 4900612 w 5207793"/>
              <a:gd name="connsiteY210" fmla="*/ 2657475 h 3521869"/>
              <a:gd name="connsiteX211" fmla="*/ 4922043 w 5207793"/>
              <a:gd name="connsiteY211" fmla="*/ 2678906 h 3521869"/>
              <a:gd name="connsiteX212" fmla="*/ 4929187 w 5207793"/>
              <a:gd name="connsiteY212" fmla="*/ 2728913 h 3521869"/>
              <a:gd name="connsiteX213" fmla="*/ 4936331 w 5207793"/>
              <a:gd name="connsiteY213" fmla="*/ 2757488 h 3521869"/>
              <a:gd name="connsiteX214" fmla="*/ 4943475 w 5207793"/>
              <a:gd name="connsiteY214" fmla="*/ 2914650 h 3521869"/>
              <a:gd name="connsiteX215" fmla="*/ 4950618 w 5207793"/>
              <a:gd name="connsiteY215" fmla="*/ 2943225 h 3521869"/>
              <a:gd name="connsiteX216" fmla="*/ 4936331 w 5207793"/>
              <a:gd name="connsiteY216" fmla="*/ 2986088 h 3521869"/>
              <a:gd name="connsiteX217" fmla="*/ 5000625 w 5207793"/>
              <a:gd name="connsiteY217" fmla="*/ 3021806 h 3521869"/>
              <a:gd name="connsiteX218" fmla="*/ 5064918 w 5207793"/>
              <a:gd name="connsiteY218" fmla="*/ 3043238 h 3521869"/>
              <a:gd name="connsiteX219" fmla="*/ 5093493 w 5207793"/>
              <a:gd name="connsiteY219" fmla="*/ 3064669 h 3521869"/>
              <a:gd name="connsiteX220" fmla="*/ 5114925 w 5207793"/>
              <a:gd name="connsiteY220" fmla="*/ 3114675 h 3521869"/>
              <a:gd name="connsiteX221" fmla="*/ 5129212 w 5207793"/>
              <a:gd name="connsiteY221" fmla="*/ 3143250 h 3521869"/>
              <a:gd name="connsiteX222" fmla="*/ 5143500 w 5207793"/>
              <a:gd name="connsiteY222" fmla="*/ 3207544 h 3521869"/>
              <a:gd name="connsiteX223" fmla="*/ 5157787 w 5207793"/>
              <a:gd name="connsiteY223" fmla="*/ 3250406 h 3521869"/>
              <a:gd name="connsiteX224" fmla="*/ 5172075 w 5207793"/>
              <a:gd name="connsiteY224" fmla="*/ 3307556 h 3521869"/>
              <a:gd name="connsiteX225" fmla="*/ 5179218 w 5207793"/>
              <a:gd name="connsiteY225" fmla="*/ 3386138 h 3521869"/>
              <a:gd name="connsiteX226" fmla="*/ 5200650 w 5207793"/>
              <a:gd name="connsiteY226" fmla="*/ 3464719 h 3521869"/>
              <a:gd name="connsiteX227" fmla="*/ 5207793 w 5207793"/>
              <a:gd name="connsiteY227" fmla="*/ 3521869 h 3521869"/>
              <a:gd name="connsiteX0" fmla="*/ 0 w 5207793"/>
              <a:gd name="connsiteY0" fmla="*/ 3464719 h 3521869"/>
              <a:gd name="connsiteX1" fmla="*/ 7143 w 5207793"/>
              <a:gd name="connsiteY1" fmla="*/ 3386138 h 3521869"/>
              <a:gd name="connsiteX2" fmla="*/ 14287 w 5207793"/>
              <a:gd name="connsiteY2" fmla="*/ 3364706 h 3521869"/>
              <a:gd name="connsiteX3" fmla="*/ 21431 w 5207793"/>
              <a:gd name="connsiteY3" fmla="*/ 3328988 h 3521869"/>
              <a:gd name="connsiteX4" fmla="*/ 28575 w 5207793"/>
              <a:gd name="connsiteY4" fmla="*/ 3300413 h 3521869"/>
              <a:gd name="connsiteX5" fmla="*/ 35718 w 5207793"/>
              <a:gd name="connsiteY5" fmla="*/ 3250406 h 3521869"/>
              <a:gd name="connsiteX6" fmla="*/ 57150 w 5207793"/>
              <a:gd name="connsiteY6" fmla="*/ 3200400 h 3521869"/>
              <a:gd name="connsiteX7" fmla="*/ 64293 w 5207793"/>
              <a:gd name="connsiteY7" fmla="*/ 3178969 h 3521869"/>
              <a:gd name="connsiteX8" fmla="*/ 92868 w 5207793"/>
              <a:gd name="connsiteY8" fmla="*/ 3157538 h 3521869"/>
              <a:gd name="connsiteX9" fmla="*/ 121443 w 5207793"/>
              <a:gd name="connsiteY9" fmla="*/ 3107531 h 3521869"/>
              <a:gd name="connsiteX10" fmla="*/ 150018 w 5207793"/>
              <a:gd name="connsiteY10" fmla="*/ 3086100 h 3521869"/>
              <a:gd name="connsiteX11" fmla="*/ 171450 w 5207793"/>
              <a:gd name="connsiteY11" fmla="*/ 3057525 h 3521869"/>
              <a:gd name="connsiteX12" fmla="*/ 242887 w 5207793"/>
              <a:gd name="connsiteY12" fmla="*/ 3014663 h 3521869"/>
              <a:gd name="connsiteX13" fmla="*/ 264318 w 5207793"/>
              <a:gd name="connsiteY13" fmla="*/ 2957513 h 3521869"/>
              <a:gd name="connsiteX14" fmla="*/ 292893 w 5207793"/>
              <a:gd name="connsiteY14" fmla="*/ 2900363 h 3521869"/>
              <a:gd name="connsiteX15" fmla="*/ 307181 w 5207793"/>
              <a:gd name="connsiteY15" fmla="*/ 2664619 h 3521869"/>
              <a:gd name="connsiteX16" fmla="*/ 328612 w 5207793"/>
              <a:gd name="connsiteY16" fmla="*/ 2564606 h 3521869"/>
              <a:gd name="connsiteX17" fmla="*/ 335756 w 5207793"/>
              <a:gd name="connsiteY17" fmla="*/ 2521744 h 3521869"/>
              <a:gd name="connsiteX18" fmla="*/ 350043 w 5207793"/>
              <a:gd name="connsiteY18" fmla="*/ 2500313 h 3521869"/>
              <a:gd name="connsiteX19" fmla="*/ 364331 w 5207793"/>
              <a:gd name="connsiteY19" fmla="*/ 2450306 h 3521869"/>
              <a:gd name="connsiteX20" fmla="*/ 371475 w 5207793"/>
              <a:gd name="connsiteY20" fmla="*/ 2407444 h 3521869"/>
              <a:gd name="connsiteX21" fmla="*/ 385762 w 5207793"/>
              <a:gd name="connsiteY21" fmla="*/ 2357438 h 3521869"/>
              <a:gd name="connsiteX22" fmla="*/ 392906 w 5207793"/>
              <a:gd name="connsiteY22" fmla="*/ 2328863 h 3521869"/>
              <a:gd name="connsiteX23" fmla="*/ 407193 w 5207793"/>
              <a:gd name="connsiteY23" fmla="*/ 2307431 h 3521869"/>
              <a:gd name="connsiteX24" fmla="*/ 421481 w 5207793"/>
              <a:gd name="connsiteY24" fmla="*/ 2257425 h 3521869"/>
              <a:gd name="connsiteX25" fmla="*/ 428625 w 5207793"/>
              <a:gd name="connsiteY25" fmla="*/ 2228850 h 3521869"/>
              <a:gd name="connsiteX26" fmla="*/ 442912 w 5207793"/>
              <a:gd name="connsiteY26" fmla="*/ 2207419 h 3521869"/>
              <a:gd name="connsiteX27" fmla="*/ 464343 w 5207793"/>
              <a:gd name="connsiteY27" fmla="*/ 2150269 h 3521869"/>
              <a:gd name="connsiteX28" fmla="*/ 478631 w 5207793"/>
              <a:gd name="connsiteY28" fmla="*/ 2078831 h 3521869"/>
              <a:gd name="connsiteX29" fmla="*/ 485775 w 5207793"/>
              <a:gd name="connsiteY29" fmla="*/ 2050256 h 3521869"/>
              <a:gd name="connsiteX30" fmla="*/ 492918 w 5207793"/>
              <a:gd name="connsiteY30" fmla="*/ 2014538 h 3521869"/>
              <a:gd name="connsiteX31" fmla="*/ 500062 w 5207793"/>
              <a:gd name="connsiteY31" fmla="*/ 1993106 h 3521869"/>
              <a:gd name="connsiteX32" fmla="*/ 507206 w 5207793"/>
              <a:gd name="connsiteY32" fmla="*/ 1957388 h 3521869"/>
              <a:gd name="connsiteX33" fmla="*/ 514350 w 5207793"/>
              <a:gd name="connsiteY33" fmla="*/ 1935956 h 3521869"/>
              <a:gd name="connsiteX34" fmla="*/ 528637 w 5207793"/>
              <a:gd name="connsiteY34" fmla="*/ 1878806 h 3521869"/>
              <a:gd name="connsiteX35" fmla="*/ 535781 w 5207793"/>
              <a:gd name="connsiteY35" fmla="*/ 1785938 h 3521869"/>
              <a:gd name="connsiteX36" fmla="*/ 542925 w 5207793"/>
              <a:gd name="connsiteY36" fmla="*/ 1721644 h 3521869"/>
              <a:gd name="connsiteX37" fmla="*/ 535781 w 5207793"/>
              <a:gd name="connsiteY37" fmla="*/ 1578769 h 3521869"/>
              <a:gd name="connsiteX38" fmla="*/ 521493 w 5207793"/>
              <a:gd name="connsiteY38" fmla="*/ 1535906 h 3521869"/>
              <a:gd name="connsiteX39" fmla="*/ 528637 w 5207793"/>
              <a:gd name="connsiteY39" fmla="*/ 1400175 h 3521869"/>
              <a:gd name="connsiteX40" fmla="*/ 542925 w 5207793"/>
              <a:gd name="connsiteY40" fmla="*/ 1371600 h 3521869"/>
              <a:gd name="connsiteX41" fmla="*/ 564356 w 5207793"/>
              <a:gd name="connsiteY41" fmla="*/ 1293019 h 3521869"/>
              <a:gd name="connsiteX42" fmla="*/ 578643 w 5207793"/>
              <a:gd name="connsiteY42" fmla="*/ 964406 h 3521869"/>
              <a:gd name="connsiteX43" fmla="*/ 585787 w 5207793"/>
              <a:gd name="connsiteY43" fmla="*/ 907256 h 3521869"/>
              <a:gd name="connsiteX44" fmla="*/ 578643 w 5207793"/>
              <a:gd name="connsiteY44" fmla="*/ 385763 h 3521869"/>
              <a:gd name="connsiteX45" fmla="*/ 607218 w 5207793"/>
              <a:gd name="connsiteY45" fmla="*/ 278606 h 3521869"/>
              <a:gd name="connsiteX46" fmla="*/ 628650 w 5207793"/>
              <a:gd name="connsiteY46" fmla="*/ 228600 h 3521869"/>
              <a:gd name="connsiteX47" fmla="*/ 650081 w 5207793"/>
              <a:gd name="connsiteY47" fmla="*/ 200025 h 3521869"/>
              <a:gd name="connsiteX48" fmla="*/ 664368 w 5207793"/>
              <a:gd name="connsiteY48" fmla="*/ 171450 h 3521869"/>
              <a:gd name="connsiteX49" fmla="*/ 678656 w 5207793"/>
              <a:gd name="connsiteY49" fmla="*/ 150019 h 3521869"/>
              <a:gd name="connsiteX50" fmla="*/ 685800 w 5207793"/>
              <a:gd name="connsiteY50" fmla="*/ 128588 h 3521869"/>
              <a:gd name="connsiteX51" fmla="*/ 714375 w 5207793"/>
              <a:gd name="connsiteY51" fmla="*/ 100013 h 3521869"/>
              <a:gd name="connsiteX52" fmla="*/ 735806 w 5207793"/>
              <a:gd name="connsiteY52" fmla="*/ 71438 h 3521869"/>
              <a:gd name="connsiteX53" fmla="*/ 757237 w 5207793"/>
              <a:gd name="connsiteY53" fmla="*/ 50006 h 3521869"/>
              <a:gd name="connsiteX54" fmla="*/ 778668 w 5207793"/>
              <a:gd name="connsiteY54" fmla="*/ 21431 h 3521869"/>
              <a:gd name="connsiteX55" fmla="*/ 800100 w 5207793"/>
              <a:gd name="connsiteY55" fmla="*/ 14288 h 3521869"/>
              <a:gd name="connsiteX56" fmla="*/ 935831 w 5207793"/>
              <a:gd name="connsiteY56" fmla="*/ 28575 h 3521869"/>
              <a:gd name="connsiteX57" fmla="*/ 964406 w 5207793"/>
              <a:gd name="connsiteY57" fmla="*/ 50006 h 3521869"/>
              <a:gd name="connsiteX58" fmla="*/ 1014412 w 5207793"/>
              <a:gd name="connsiteY58" fmla="*/ 78581 h 3521869"/>
              <a:gd name="connsiteX59" fmla="*/ 1035843 w 5207793"/>
              <a:gd name="connsiteY59" fmla="*/ 100013 h 3521869"/>
              <a:gd name="connsiteX60" fmla="*/ 1064418 w 5207793"/>
              <a:gd name="connsiteY60" fmla="*/ 114300 h 3521869"/>
              <a:gd name="connsiteX61" fmla="*/ 1085850 w 5207793"/>
              <a:gd name="connsiteY61" fmla="*/ 128588 h 3521869"/>
              <a:gd name="connsiteX62" fmla="*/ 1128712 w 5207793"/>
              <a:gd name="connsiteY62" fmla="*/ 150019 h 3521869"/>
              <a:gd name="connsiteX63" fmla="*/ 1185862 w 5207793"/>
              <a:gd name="connsiteY63" fmla="*/ 178594 h 3521869"/>
              <a:gd name="connsiteX64" fmla="*/ 1207293 w 5207793"/>
              <a:gd name="connsiteY64" fmla="*/ 192881 h 3521869"/>
              <a:gd name="connsiteX65" fmla="*/ 1228725 w 5207793"/>
              <a:gd name="connsiteY65" fmla="*/ 200025 h 3521869"/>
              <a:gd name="connsiteX66" fmla="*/ 1257300 w 5207793"/>
              <a:gd name="connsiteY66" fmla="*/ 221456 h 3521869"/>
              <a:gd name="connsiteX67" fmla="*/ 1278731 w 5207793"/>
              <a:gd name="connsiteY67" fmla="*/ 235744 h 3521869"/>
              <a:gd name="connsiteX68" fmla="*/ 1350168 w 5207793"/>
              <a:gd name="connsiteY68" fmla="*/ 242888 h 3521869"/>
              <a:gd name="connsiteX69" fmla="*/ 1464468 w 5207793"/>
              <a:gd name="connsiteY69" fmla="*/ 235744 h 3521869"/>
              <a:gd name="connsiteX70" fmla="*/ 1485900 w 5207793"/>
              <a:gd name="connsiteY70" fmla="*/ 228600 h 3521869"/>
              <a:gd name="connsiteX71" fmla="*/ 1528762 w 5207793"/>
              <a:gd name="connsiteY71" fmla="*/ 192881 h 3521869"/>
              <a:gd name="connsiteX72" fmla="*/ 1535906 w 5207793"/>
              <a:gd name="connsiteY72" fmla="*/ 171450 h 3521869"/>
              <a:gd name="connsiteX73" fmla="*/ 1557337 w 5207793"/>
              <a:gd name="connsiteY73" fmla="*/ 164306 h 3521869"/>
              <a:gd name="connsiteX74" fmla="*/ 1585912 w 5207793"/>
              <a:gd name="connsiteY74" fmla="*/ 150019 h 3521869"/>
              <a:gd name="connsiteX75" fmla="*/ 1635918 w 5207793"/>
              <a:gd name="connsiteY75" fmla="*/ 135731 h 3521869"/>
              <a:gd name="connsiteX76" fmla="*/ 1714500 w 5207793"/>
              <a:gd name="connsiteY76" fmla="*/ 128588 h 3521869"/>
              <a:gd name="connsiteX77" fmla="*/ 1807368 w 5207793"/>
              <a:gd name="connsiteY77" fmla="*/ 114300 h 3521869"/>
              <a:gd name="connsiteX78" fmla="*/ 1835943 w 5207793"/>
              <a:gd name="connsiteY78" fmla="*/ 121444 h 3521869"/>
              <a:gd name="connsiteX79" fmla="*/ 1814512 w 5207793"/>
              <a:gd name="connsiteY79" fmla="*/ 142875 h 3521869"/>
              <a:gd name="connsiteX80" fmla="*/ 1807368 w 5207793"/>
              <a:gd name="connsiteY80" fmla="*/ 164306 h 3521869"/>
              <a:gd name="connsiteX81" fmla="*/ 1785937 w 5207793"/>
              <a:gd name="connsiteY81" fmla="*/ 171450 h 3521869"/>
              <a:gd name="connsiteX82" fmla="*/ 1750218 w 5207793"/>
              <a:gd name="connsiteY82" fmla="*/ 214313 h 3521869"/>
              <a:gd name="connsiteX83" fmla="*/ 1743075 w 5207793"/>
              <a:gd name="connsiteY83" fmla="*/ 235744 h 3521869"/>
              <a:gd name="connsiteX84" fmla="*/ 1714500 w 5207793"/>
              <a:gd name="connsiteY84" fmla="*/ 285750 h 3521869"/>
              <a:gd name="connsiteX85" fmla="*/ 1693068 w 5207793"/>
              <a:gd name="connsiteY85" fmla="*/ 314325 h 3521869"/>
              <a:gd name="connsiteX86" fmla="*/ 1664493 w 5207793"/>
              <a:gd name="connsiteY86" fmla="*/ 357188 h 3521869"/>
              <a:gd name="connsiteX87" fmla="*/ 1643062 w 5207793"/>
              <a:gd name="connsiteY87" fmla="*/ 378619 h 3521869"/>
              <a:gd name="connsiteX88" fmla="*/ 1614487 w 5207793"/>
              <a:gd name="connsiteY88" fmla="*/ 421481 h 3521869"/>
              <a:gd name="connsiteX89" fmla="*/ 1578768 w 5207793"/>
              <a:gd name="connsiteY89" fmla="*/ 464344 h 3521869"/>
              <a:gd name="connsiteX90" fmla="*/ 1564481 w 5207793"/>
              <a:gd name="connsiteY90" fmla="*/ 514350 h 3521869"/>
              <a:gd name="connsiteX91" fmla="*/ 1550193 w 5207793"/>
              <a:gd name="connsiteY91" fmla="*/ 578644 h 3521869"/>
              <a:gd name="connsiteX92" fmla="*/ 1557337 w 5207793"/>
              <a:gd name="connsiteY92" fmla="*/ 621506 h 3521869"/>
              <a:gd name="connsiteX93" fmla="*/ 1571625 w 5207793"/>
              <a:gd name="connsiteY93" fmla="*/ 700088 h 3521869"/>
              <a:gd name="connsiteX94" fmla="*/ 1593056 w 5207793"/>
              <a:gd name="connsiteY94" fmla="*/ 742950 h 3521869"/>
              <a:gd name="connsiteX95" fmla="*/ 1600200 w 5207793"/>
              <a:gd name="connsiteY95" fmla="*/ 785813 h 3521869"/>
              <a:gd name="connsiteX96" fmla="*/ 1607343 w 5207793"/>
              <a:gd name="connsiteY96" fmla="*/ 807244 h 3521869"/>
              <a:gd name="connsiteX97" fmla="*/ 1621631 w 5207793"/>
              <a:gd name="connsiteY97" fmla="*/ 871538 h 3521869"/>
              <a:gd name="connsiteX98" fmla="*/ 1635918 w 5207793"/>
              <a:gd name="connsiteY98" fmla="*/ 957263 h 3521869"/>
              <a:gd name="connsiteX99" fmla="*/ 1643062 w 5207793"/>
              <a:gd name="connsiteY99" fmla="*/ 978694 h 3521869"/>
              <a:gd name="connsiteX100" fmla="*/ 1657350 w 5207793"/>
              <a:gd name="connsiteY100" fmla="*/ 1000125 h 3521869"/>
              <a:gd name="connsiteX101" fmla="*/ 1664493 w 5207793"/>
              <a:gd name="connsiteY101" fmla="*/ 1028700 h 3521869"/>
              <a:gd name="connsiteX102" fmla="*/ 1678781 w 5207793"/>
              <a:gd name="connsiteY102" fmla="*/ 1050131 h 3521869"/>
              <a:gd name="connsiteX103" fmla="*/ 1685925 w 5207793"/>
              <a:gd name="connsiteY103" fmla="*/ 1085850 h 3521869"/>
              <a:gd name="connsiteX104" fmla="*/ 1728787 w 5207793"/>
              <a:gd name="connsiteY104" fmla="*/ 1135856 h 3521869"/>
              <a:gd name="connsiteX105" fmla="*/ 1743075 w 5207793"/>
              <a:gd name="connsiteY105" fmla="*/ 1157288 h 3521869"/>
              <a:gd name="connsiteX106" fmla="*/ 1750218 w 5207793"/>
              <a:gd name="connsiteY106" fmla="*/ 1185863 h 3521869"/>
              <a:gd name="connsiteX107" fmla="*/ 1793081 w 5207793"/>
              <a:gd name="connsiteY107" fmla="*/ 1235869 h 3521869"/>
              <a:gd name="connsiteX108" fmla="*/ 1828800 w 5207793"/>
              <a:gd name="connsiteY108" fmla="*/ 1278731 h 3521869"/>
              <a:gd name="connsiteX109" fmla="*/ 1864518 w 5207793"/>
              <a:gd name="connsiteY109" fmla="*/ 1314450 h 3521869"/>
              <a:gd name="connsiteX110" fmla="*/ 1921668 w 5207793"/>
              <a:gd name="connsiteY110" fmla="*/ 1378744 h 3521869"/>
              <a:gd name="connsiteX111" fmla="*/ 1978818 w 5207793"/>
              <a:gd name="connsiteY111" fmla="*/ 1393031 h 3521869"/>
              <a:gd name="connsiteX112" fmla="*/ 2007393 w 5207793"/>
              <a:gd name="connsiteY112" fmla="*/ 1400175 h 3521869"/>
              <a:gd name="connsiteX113" fmla="*/ 2028825 w 5207793"/>
              <a:gd name="connsiteY113" fmla="*/ 1407319 h 3521869"/>
              <a:gd name="connsiteX114" fmla="*/ 2078831 w 5207793"/>
              <a:gd name="connsiteY114" fmla="*/ 1414463 h 3521869"/>
              <a:gd name="connsiteX115" fmla="*/ 2135981 w 5207793"/>
              <a:gd name="connsiteY115" fmla="*/ 1428750 h 3521869"/>
              <a:gd name="connsiteX116" fmla="*/ 2228850 w 5207793"/>
              <a:gd name="connsiteY116" fmla="*/ 1443038 h 3521869"/>
              <a:gd name="connsiteX117" fmla="*/ 2257425 w 5207793"/>
              <a:gd name="connsiteY117" fmla="*/ 1450181 h 3521869"/>
              <a:gd name="connsiteX118" fmla="*/ 2300287 w 5207793"/>
              <a:gd name="connsiteY118" fmla="*/ 1464469 h 3521869"/>
              <a:gd name="connsiteX119" fmla="*/ 2507456 w 5207793"/>
              <a:gd name="connsiteY119" fmla="*/ 1471613 h 3521869"/>
              <a:gd name="connsiteX120" fmla="*/ 2543175 w 5207793"/>
              <a:gd name="connsiteY120" fmla="*/ 1478756 h 3521869"/>
              <a:gd name="connsiteX121" fmla="*/ 2878931 w 5207793"/>
              <a:gd name="connsiteY121" fmla="*/ 1478756 h 3521869"/>
              <a:gd name="connsiteX122" fmla="*/ 2914650 w 5207793"/>
              <a:gd name="connsiteY122" fmla="*/ 1471613 h 3521869"/>
              <a:gd name="connsiteX123" fmla="*/ 2964656 w 5207793"/>
              <a:gd name="connsiteY123" fmla="*/ 1450181 h 3521869"/>
              <a:gd name="connsiteX124" fmla="*/ 2986087 w 5207793"/>
              <a:gd name="connsiteY124" fmla="*/ 1443038 h 3521869"/>
              <a:gd name="connsiteX125" fmla="*/ 3043237 w 5207793"/>
              <a:gd name="connsiteY125" fmla="*/ 1421606 h 3521869"/>
              <a:gd name="connsiteX126" fmla="*/ 3071812 w 5207793"/>
              <a:gd name="connsiteY126" fmla="*/ 1400175 h 3521869"/>
              <a:gd name="connsiteX127" fmla="*/ 3093243 w 5207793"/>
              <a:gd name="connsiteY127" fmla="*/ 1378744 h 3521869"/>
              <a:gd name="connsiteX128" fmla="*/ 3128962 w 5207793"/>
              <a:gd name="connsiteY128" fmla="*/ 1357313 h 3521869"/>
              <a:gd name="connsiteX129" fmla="*/ 3186112 w 5207793"/>
              <a:gd name="connsiteY129" fmla="*/ 1300163 h 3521869"/>
              <a:gd name="connsiteX130" fmla="*/ 3214687 w 5207793"/>
              <a:gd name="connsiteY130" fmla="*/ 1243013 h 3521869"/>
              <a:gd name="connsiteX131" fmla="*/ 3236118 w 5207793"/>
              <a:gd name="connsiteY131" fmla="*/ 1228725 h 3521869"/>
              <a:gd name="connsiteX132" fmla="*/ 3271837 w 5207793"/>
              <a:gd name="connsiteY132" fmla="*/ 1178719 h 3521869"/>
              <a:gd name="connsiteX133" fmla="*/ 3293268 w 5207793"/>
              <a:gd name="connsiteY133" fmla="*/ 1164431 h 3521869"/>
              <a:gd name="connsiteX134" fmla="*/ 3300412 w 5207793"/>
              <a:gd name="connsiteY134" fmla="*/ 1143000 h 3521869"/>
              <a:gd name="connsiteX135" fmla="*/ 3321843 w 5207793"/>
              <a:gd name="connsiteY135" fmla="*/ 1135856 h 3521869"/>
              <a:gd name="connsiteX136" fmla="*/ 3343275 w 5207793"/>
              <a:gd name="connsiteY136" fmla="*/ 1114425 h 3521869"/>
              <a:gd name="connsiteX137" fmla="*/ 3357562 w 5207793"/>
              <a:gd name="connsiteY137" fmla="*/ 1085850 h 3521869"/>
              <a:gd name="connsiteX138" fmla="*/ 3393281 w 5207793"/>
              <a:gd name="connsiteY138" fmla="*/ 1028700 h 3521869"/>
              <a:gd name="connsiteX139" fmla="*/ 3400425 w 5207793"/>
              <a:gd name="connsiteY139" fmla="*/ 1007269 h 3521869"/>
              <a:gd name="connsiteX140" fmla="*/ 3436143 w 5207793"/>
              <a:gd name="connsiteY140" fmla="*/ 928688 h 3521869"/>
              <a:gd name="connsiteX141" fmla="*/ 3450431 w 5207793"/>
              <a:gd name="connsiteY141" fmla="*/ 842963 h 3521869"/>
              <a:gd name="connsiteX142" fmla="*/ 3464718 w 5207793"/>
              <a:gd name="connsiteY142" fmla="*/ 700088 h 3521869"/>
              <a:gd name="connsiteX143" fmla="*/ 3471862 w 5207793"/>
              <a:gd name="connsiteY143" fmla="*/ 664369 h 3521869"/>
              <a:gd name="connsiteX144" fmla="*/ 3479006 w 5207793"/>
              <a:gd name="connsiteY144" fmla="*/ 492919 h 3521869"/>
              <a:gd name="connsiteX145" fmla="*/ 3457575 w 5207793"/>
              <a:gd name="connsiteY145" fmla="*/ 321469 h 3521869"/>
              <a:gd name="connsiteX146" fmla="*/ 3443287 w 5207793"/>
              <a:gd name="connsiteY146" fmla="*/ 300038 h 3521869"/>
              <a:gd name="connsiteX147" fmla="*/ 3414712 w 5207793"/>
              <a:gd name="connsiteY147" fmla="*/ 242888 h 3521869"/>
              <a:gd name="connsiteX148" fmla="*/ 3407568 w 5207793"/>
              <a:gd name="connsiteY148" fmla="*/ 221456 h 3521869"/>
              <a:gd name="connsiteX149" fmla="*/ 3364706 w 5207793"/>
              <a:gd name="connsiteY149" fmla="*/ 192881 h 3521869"/>
              <a:gd name="connsiteX150" fmla="*/ 3328987 w 5207793"/>
              <a:gd name="connsiteY150" fmla="*/ 150019 h 3521869"/>
              <a:gd name="connsiteX151" fmla="*/ 3286125 w 5207793"/>
              <a:gd name="connsiteY151" fmla="*/ 121444 h 3521869"/>
              <a:gd name="connsiteX152" fmla="*/ 3264693 w 5207793"/>
              <a:gd name="connsiteY152" fmla="*/ 92869 h 3521869"/>
              <a:gd name="connsiteX153" fmla="*/ 3236118 w 5207793"/>
              <a:gd name="connsiteY153" fmla="*/ 50006 h 3521869"/>
              <a:gd name="connsiteX154" fmla="*/ 3250406 w 5207793"/>
              <a:gd name="connsiteY154" fmla="*/ 14288 h 3521869"/>
              <a:gd name="connsiteX155" fmla="*/ 3328987 w 5207793"/>
              <a:gd name="connsiteY155" fmla="*/ 7144 h 3521869"/>
              <a:gd name="connsiteX156" fmla="*/ 3350418 w 5207793"/>
              <a:gd name="connsiteY156" fmla="*/ 0 h 3521869"/>
              <a:gd name="connsiteX157" fmla="*/ 3414712 w 5207793"/>
              <a:gd name="connsiteY157" fmla="*/ 21431 h 3521869"/>
              <a:gd name="connsiteX158" fmla="*/ 3457575 w 5207793"/>
              <a:gd name="connsiteY158" fmla="*/ 35719 h 3521869"/>
              <a:gd name="connsiteX159" fmla="*/ 3479006 w 5207793"/>
              <a:gd name="connsiteY159" fmla="*/ 42863 h 3521869"/>
              <a:gd name="connsiteX160" fmla="*/ 3543300 w 5207793"/>
              <a:gd name="connsiteY160" fmla="*/ 57150 h 3521869"/>
              <a:gd name="connsiteX161" fmla="*/ 3579018 w 5207793"/>
              <a:gd name="connsiteY161" fmla="*/ 71438 h 3521869"/>
              <a:gd name="connsiteX162" fmla="*/ 3636168 w 5207793"/>
              <a:gd name="connsiteY162" fmla="*/ 85725 h 3521869"/>
              <a:gd name="connsiteX163" fmla="*/ 3657600 w 5207793"/>
              <a:gd name="connsiteY163" fmla="*/ 100013 h 3521869"/>
              <a:gd name="connsiteX164" fmla="*/ 3686175 w 5207793"/>
              <a:gd name="connsiteY164" fmla="*/ 114300 h 3521869"/>
              <a:gd name="connsiteX165" fmla="*/ 3700462 w 5207793"/>
              <a:gd name="connsiteY165" fmla="*/ 142875 h 3521869"/>
              <a:gd name="connsiteX166" fmla="*/ 3757612 w 5207793"/>
              <a:gd name="connsiteY166" fmla="*/ 171450 h 3521869"/>
              <a:gd name="connsiteX167" fmla="*/ 3807618 w 5207793"/>
              <a:gd name="connsiteY167" fmla="*/ 192881 h 3521869"/>
              <a:gd name="connsiteX168" fmla="*/ 3829050 w 5207793"/>
              <a:gd name="connsiteY168" fmla="*/ 207169 h 3521869"/>
              <a:gd name="connsiteX169" fmla="*/ 3871912 w 5207793"/>
              <a:gd name="connsiteY169" fmla="*/ 214313 h 3521869"/>
              <a:gd name="connsiteX170" fmla="*/ 4150518 w 5207793"/>
              <a:gd name="connsiteY170" fmla="*/ 207169 h 3521869"/>
              <a:gd name="connsiteX171" fmla="*/ 4186237 w 5207793"/>
              <a:gd name="connsiteY171" fmla="*/ 178594 h 3521869"/>
              <a:gd name="connsiteX172" fmla="*/ 4214812 w 5207793"/>
              <a:gd name="connsiteY172" fmla="*/ 171450 h 3521869"/>
              <a:gd name="connsiteX173" fmla="*/ 4236243 w 5207793"/>
              <a:gd name="connsiteY173" fmla="*/ 164306 h 3521869"/>
              <a:gd name="connsiteX174" fmla="*/ 4386262 w 5207793"/>
              <a:gd name="connsiteY174" fmla="*/ 185738 h 3521869"/>
              <a:gd name="connsiteX175" fmla="*/ 4421981 w 5207793"/>
              <a:gd name="connsiteY175" fmla="*/ 221456 h 3521869"/>
              <a:gd name="connsiteX176" fmla="*/ 4457700 w 5207793"/>
              <a:gd name="connsiteY176" fmla="*/ 285750 h 3521869"/>
              <a:gd name="connsiteX177" fmla="*/ 4471987 w 5207793"/>
              <a:gd name="connsiteY177" fmla="*/ 364331 h 3521869"/>
              <a:gd name="connsiteX178" fmla="*/ 4486275 w 5207793"/>
              <a:gd name="connsiteY178" fmla="*/ 428625 h 3521869"/>
              <a:gd name="connsiteX179" fmla="*/ 4514850 w 5207793"/>
              <a:gd name="connsiteY179" fmla="*/ 485775 h 3521869"/>
              <a:gd name="connsiteX180" fmla="*/ 4521993 w 5207793"/>
              <a:gd name="connsiteY180" fmla="*/ 521494 h 3521869"/>
              <a:gd name="connsiteX181" fmla="*/ 4529137 w 5207793"/>
              <a:gd name="connsiteY181" fmla="*/ 550069 h 3521869"/>
              <a:gd name="connsiteX182" fmla="*/ 4543425 w 5207793"/>
              <a:gd name="connsiteY182" fmla="*/ 771525 h 3521869"/>
              <a:gd name="connsiteX183" fmla="*/ 4557712 w 5207793"/>
              <a:gd name="connsiteY183" fmla="*/ 850106 h 3521869"/>
              <a:gd name="connsiteX184" fmla="*/ 4564856 w 5207793"/>
              <a:gd name="connsiteY184" fmla="*/ 892969 h 3521869"/>
              <a:gd name="connsiteX185" fmla="*/ 4593431 w 5207793"/>
              <a:gd name="connsiteY185" fmla="*/ 1021556 h 3521869"/>
              <a:gd name="connsiteX186" fmla="*/ 4600575 w 5207793"/>
              <a:gd name="connsiteY186" fmla="*/ 1078706 h 3521869"/>
              <a:gd name="connsiteX187" fmla="*/ 4607718 w 5207793"/>
              <a:gd name="connsiteY187" fmla="*/ 1321594 h 3521869"/>
              <a:gd name="connsiteX188" fmla="*/ 4614862 w 5207793"/>
              <a:gd name="connsiteY188" fmla="*/ 1357313 h 3521869"/>
              <a:gd name="connsiteX189" fmla="*/ 4636293 w 5207793"/>
              <a:gd name="connsiteY189" fmla="*/ 1378744 h 3521869"/>
              <a:gd name="connsiteX190" fmla="*/ 4643437 w 5207793"/>
              <a:gd name="connsiteY190" fmla="*/ 1421606 h 3521869"/>
              <a:gd name="connsiteX191" fmla="*/ 4650581 w 5207793"/>
              <a:gd name="connsiteY191" fmla="*/ 1471613 h 3521869"/>
              <a:gd name="connsiteX192" fmla="*/ 4657725 w 5207793"/>
              <a:gd name="connsiteY192" fmla="*/ 1493044 h 3521869"/>
              <a:gd name="connsiteX193" fmla="*/ 4664868 w 5207793"/>
              <a:gd name="connsiteY193" fmla="*/ 1585913 h 3521869"/>
              <a:gd name="connsiteX194" fmla="*/ 4672012 w 5207793"/>
              <a:gd name="connsiteY194" fmla="*/ 1650206 h 3521869"/>
              <a:gd name="connsiteX195" fmla="*/ 4686300 w 5207793"/>
              <a:gd name="connsiteY195" fmla="*/ 1778794 h 3521869"/>
              <a:gd name="connsiteX196" fmla="*/ 4700587 w 5207793"/>
              <a:gd name="connsiteY196" fmla="*/ 1921669 h 3521869"/>
              <a:gd name="connsiteX197" fmla="*/ 4714875 w 5207793"/>
              <a:gd name="connsiteY197" fmla="*/ 2000250 h 3521869"/>
              <a:gd name="connsiteX198" fmla="*/ 4722018 w 5207793"/>
              <a:gd name="connsiteY198" fmla="*/ 2050256 h 3521869"/>
              <a:gd name="connsiteX199" fmla="*/ 4736306 w 5207793"/>
              <a:gd name="connsiteY199" fmla="*/ 2071688 h 3521869"/>
              <a:gd name="connsiteX200" fmla="*/ 4764881 w 5207793"/>
              <a:gd name="connsiteY200" fmla="*/ 2121694 h 3521869"/>
              <a:gd name="connsiteX201" fmla="*/ 4779168 w 5207793"/>
              <a:gd name="connsiteY201" fmla="*/ 2164556 h 3521869"/>
              <a:gd name="connsiteX202" fmla="*/ 4793456 w 5207793"/>
              <a:gd name="connsiteY202" fmla="*/ 2235994 h 3521869"/>
              <a:gd name="connsiteX203" fmla="*/ 4800600 w 5207793"/>
              <a:gd name="connsiteY203" fmla="*/ 2257425 h 3521869"/>
              <a:gd name="connsiteX204" fmla="*/ 4807743 w 5207793"/>
              <a:gd name="connsiteY204" fmla="*/ 2286000 h 3521869"/>
              <a:gd name="connsiteX205" fmla="*/ 4814887 w 5207793"/>
              <a:gd name="connsiteY205" fmla="*/ 2307431 h 3521869"/>
              <a:gd name="connsiteX206" fmla="*/ 4836318 w 5207793"/>
              <a:gd name="connsiteY206" fmla="*/ 2407444 h 3521869"/>
              <a:gd name="connsiteX207" fmla="*/ 4864893 w 5207793"/>
              <a:gd name="connsiteY207" fmla="*/ 2514600 h 3521869"/>
              <a:gd name="connsiteX208" fmla="*/ 4872037 w 5207793"/>
              <a:gd name="connsiteY208" fmla="*/ 2543175 h 3521869"/>
              <a:gd name="connsiteX209" fmla="*/ 4886325 w 5207793"/>
              <a:gd name="connsiteY209" fmla="*/ 2614613 h 3521869"/>
              <a:gd name="connsiteX210" fmla="*/ 4900612 w 5207793"/>
              <a:gd name="connsiteY210" fmla="*/ 2657475 h 3521869"/>
              <a:gd name="connsiteX211" fmla="*/ 4922043 w 5207793"/>
              <a:gd name="connsiteY211" fmla="*/ 2678906 h 3521869"/>
              <a:gd name="connsiteX212" fmla="*/ 4929187 w 5207793"/>
              <a:gd name="connsiteY212" fmla="*/ 2728913 h 3521869"/>
              <a:gd name="connsiteX213" fmla="*/ 4936331 w 5207793"/>
              <a:gd name="connsiteY213" fmla="*/ 2757488 h 3521869"/>
              <a:gd name="connsiteX214" fmla="*/ 4943475 w 5207793"/>
              <a:gd name="connsiteY214" fmla="*/ 2914650 h 3521869"/>
              <a:gd name="connsiteX215" fmla="*/ 4950618 w 5207793"/>
              <a:gd name="connsiteY215" fmla="*/ 2943225 h 3521869"/>
              <a:gd name="connsiteX216" fmla="*/ 4957762 w 5207793"/>
              <a:gd name="connsiteY216" fmla="*/ 2993232 h 3521869"/>
              <a:gd name="connsiteX217" fmla="*/ 5000625 w 5207793"/>
              <a:gd name="connsiteY217" fmla="*/ 3021806 h 3521869"/>
              <a:gd name="connsiteX218" fmla="*/ 5064918 w 5207793"/>
              <a:gd name="connsiteY218" fmla="*/ 3043238 h 3521869"/>
              <a:gd name="connsiteX219" fmla="*/ 5093493 w 5207793"/>
              <a:gd name="connsiteY219" fmla="*/ 3064669 h 3521869"/>
              <a:gd name="connsiteX220" fmla="*/ 5114925 w 5207793"/>
              <a:gd name="connsiteY220" fmla="*/ 3114675 h 3521869"/>
              <a:gd name="connsiteX221" fmla="*/ 5129212 w 5207793"/>
              <a:gd name="connsiteY221" fmla="*/ 3143250 h 3521869"/>
              <a:gd name="connsiteX222" fmla="*/ 5143500 w 5207793"/>
              <a:gd name="connsiteY222" fmla="*/ 3207544 h 3521869"/>
              <a:gd name="connsiteX223" fmla="*/ 5157787 w 5207793"/>
              <a:gd name="connsiteY223" fmla="*/ 3250406 h 3521869"/>
              <a:gd name="connsiteX224" fmla="*/ 5172075 w 5207793"/>
              <a:gd name="connsiteY224" fmla="*/ 3307556 h 3521869"/>
              <a:gd name="connsiteX225" fmla="*/ 5179218 w 5207793"/>
              <a:gd name="connsiteY225" fmla="*/ 3386138 h 3521869"/>
              <a:gd name="connsiteX226" fmla="*/ 5200650 w 5207793"/>
              <a:gd name="connsiteY226" fmla="*/ 3464719 h 3521869"/>
              <a:gd name="connsiteX227" fmla="*/ 5207793 w 5207793"/>
              <a:gd name="connsiteY227" fmla="*/ 3521869 h 3521869"/>
              <a:gd name="connsiteX0" fmla="*/ 0 w 5207793"/>
              <a:gd name="connsiteY0" fmla="*/ 3464719 h 3521869"/>
              <a:gd name="connsiteX1" fmla="*/ 7143 w 5207793"/>
              <a:gd name="connsiteY1" fmla="*/ 3386138 h 3521869"/>
              <a:gd name="connsiteX2" fmla="*/ 14287 w 5207793"/>
              <a:gd name="connsiteY2" fmla="*/ 3364706 h 3521869"/>
              <a:gd name="connsiteX3" fmla="*/ 21431 w 5207793"/>
              <a:gd name="connsiteY3" fmla="*/ 3328988 h 3521869"/>
              <a:gd name="connsiteX4" fmla="*/ 28575 w 5207793"/>
              <a:gd name="connsiteY4" fmla="*/ 3300413 h 3521869"/>
              <a:gd name="connsiteX5" fmla="*/ 35718 w 5207793"/>
              <a:gd name="connsiteY5" fmla="*/ 3250406 h 3521869"/>
              <a:gd name="connsiteX6" fmla="*/ 57150 w 5207793"/>
              <a:gd name="connsiteY6" fmla="*/ 3200400 h 3521869"/>
              <a:gd name="connsiteX7" fmla="*/ 64293 w 5207793"/>
              <a:gd name="connsiteY7" fmla="*/ 3178969 h 3521869"/>
              <a:gd name="connsiteX8" fmla="*/ 92868 w 5207793"/>
              <a:gd name="connsiteY8" fmla="*/ 3157538 h 3521869"/>
              <a:gd name="connsiteX9" fmla="*/ 121443 w 5207793"/>
              <a:gd name="connsiteY9" fmla="*/ 3107531 h 3521869"/>
              <a:gd name="connsiteX10" fmla="*/ 150018 w 5207793"/>
              <a:gd name="connsiteY10" fmla="*/ 3086100 h 3521869"/>
              <a:gd name="connsiteX11" fmla="*/ 171450 w 5207793"/>
              <a:gd name="connsiteY11" fmla="*/ 3057525 h 3521869"/>
              <a:gd name="connsiteX12" fmla="*/ 242887 w 5207793"/>
              <a:gd name="connsiteY12" fmla="*/ 3014663 h 3521869"/>
              <a:gd name="connsiteX13" fmla="*/ 264318 w 5207793"/>
              <a:gd name="connsiteY13" fmla="*/ 2957513 h 3521869"/>
              <a:gd name="connsiteX14" fmla="*/ 292893 w 5207793"/>
              <a:gd name="connsiteY14" fmla="*/ 2900363 h 3521869"/>
              <a:gd name="connsiteX15" fmla="*/ 307181 w 5207793"/>
              <a:gd name="connsiteY15" fmla="*/ 2664619 h 3521869"/>
              <a:gd name="connsiteX16" fmla="*/ 328612 w 5207793"/>
              <a:gd name="connsiteY16" fmla="*/ 2564606 h 3521869"/>
              <a:gd name="connsiteX17" fmla="*/ 335756 w 5207793"/>
              <a:gd name="connsiteY17" fmla="*/ 2521744 h 3521869"/>
              <a:gd name="connsiteX18" fmla="*/ 350043 w 5207793"/>
              <a:gd name="connsiteY18" fmla="*/ 2500313 h 3521869"/>
              <a:gd name="connsiteX19" fmla="*/ 364331 w 5207793"/>
              <a:gd name="connsiteY19" fmla="*/ 2450306 h 3521869"/>
              <a:gd name="connsiteX20" fmla="*/ 371475 w 5207793"/>
              <a:gd name="connsiteY20" fmla="*/ 2407444 h 3521869"/>
              <a:gd name="connsiteX21" fmla="*/ 385762 w 5207793"/>
              <a:gd name="connsiteY21" fmla="*/ 2357438 h 3521869"/>
              <a:gd name="connsiteX22" fmla="*/ 392906 w 5207793"/>
              <a:gd name="connsiteY22" fmla="*/ 2328863 h 3521869"/>
              <a:gd name="connsiteX23" fmla="*/ 407193 w 5207793"/>
              <a:gd name="connsiteY23" fmla="*/ 2307431 h 3521869"/>
              <a:gd name="connsiteX24" fmla="*/ 421481 w 5207793"/>
              <a:gd name="connsiteY24" fmla="*/ 2257425 h 3521869"/>
              <a:gd name="connsiteX25" fmla="*/ 428625 w 5207793"/>
              <a:gd name="connsiteY25" fmla="*/ 2228850 h 3521869"/>
              <a:gd name="connsiteX26" fmla="*/ 442912 w 5207793"/>
              <a:gd name="connsiteY26" fmla="*/ 2207419 h 3521869"/>
              <a:gd name="connsiteX27" fmla="*/ 464343 w 5207793"/>
              <a:gd name="connsiteY27" fmla="*/ 2150269 h 3521869"/>
              <a:gd name="connsiteX28" fmla="*/ 478631 w 5207793"/>
              <a:gd name="connsiteY28" fmla="*/ 2078831 h 3521869"/>
              <a:gd name="connsiteX29" fmla="*/ 485775 w 5207793"/>
              <a:gd name="connsiteY29" fmla="*/ 2050256 h 3521869"/>
              <a:gd name="connsiteX30" fmla="*/ 492918 w 5207793"/>
              <a:gd name="connsiteY30" fmla="*/ 2014538 h 3521869"/>
              <a:gd name="connsiteX31" fmla="*/ 500062 w 5207793"/>
              <a:gd name="connsiteY31" fmla="*/ 1993106 h 3521869"/>
              <a:gd name="connsiteX32" fmla="*/ 507206 w 5207793"/>
              <a:gd name="connsiteY32" fmla="*/ 1957388 h 3521869"/>
              <a:gd name="connsiteX33" fmla="*/ 514350 w 5207793"/>
              <a:gd name="connsiteY33" fmla="*/ 1935956 h 3521869"/>
              <a:gd name="connsiteX34" fmla="*/ 528637 w 5207793"/>
              <a:gd name="connsiteY34" fmla="*/ 1878806 h 3521869"/>
              <a:gd name="connsiteX35" fmla="*/ 535781 w 5207793"/>
              <a:gd name="connsiteY35" fmla="*/ 1785938 h 3521869"/>
              <a:gd name="connsiteX36" fmla="*/ 542925 w 5207793"/>
              <a:gd name="connsiteY36" fmla="*/ 1721644 h 3521869"/>
              <a:gd name="connsiteX37" fmla="*/ 535781 w 5207793"/>
              <a:gd name="connsiteY37" fmla="*/ 1578769 h 3521869"/>
              <a:gd name="connsiteX38" fmla="*/ 521493 w 5207793"/>
              <a:gd name="connsiteY38" fmla="*/ 1535906 h 3521869"/>
              <a:gd name="connsiteX39" fmla="*/ 528637 w 5207793"/>
              <a:gd name="connsiteY39" fmla="*/ 1400175 h 3521869"/>
              <a:gd name="connsiteX40" fmla="*/ 542925 w 5207793"/>
              <a:gd name="connsiteY40" fmla="*/ 1371600 h 3521869"/>
              <a:gd name="connsiteX41" fmla="*/ 564356 w 5207793"/>
              <a:gd name="connsiteY41" fmla="*/ 1293019 h 3521869"/>
              <a:gd name="connsiteX42" fmla="*/ 578643 w 5207793"/>
              <a:gd name="connsiteY42" fmla="*/ 964406 h 3521869"/>
              <a:gd name="connsiteX43" fmla="*/ 585787 w 5207793"/>
              <a:gd name="connsiteY43" fmla="*/ 907256 h 3521869"/>
              <a:gd name="connsiteX44" fmla="*/ 578643 w 5207793"/>
              <a:gd name="connsiteY44" fmla="*/ 385763 h 3521869"/>
              <a:gd name="connsiteX45" fmla="*/ 607218 w 5207793"/>
              <a:gd name="connsiteY45" fmla="*/ 278606 h 3521869"/>
              <a:gd name="connsiteX46" fmla="*/ 628650 w 5207793"/>
              <a:gd name="connsiteY46" fmla="*/ 228600 h 3521869"/>
              <a:gd name="connsiteX47" fmla="*/ 650081 w 5207793"/>
              <a:gd name="connsiteY47" fmla="*/ 200025 h 3521869"/>
              <a:gd name="connsiteX48" fmla="*/ 664368 w 5207793"/>
              <a:gd name="connsiteY48" fmla="*/ 171450 h 3521869"/>
              <a:gd name="connsiteX49" fmla="*/ 678656 w 5207793"/>
              <a:gd name="connsiteY49" fmla="*/ 150019 h 3521869"/>
              <a:gd name="connsiteX50" fmla="*/ 685800 w 5207793"/>
              <a:gd name="connsiteY50" fmla="*/ 128588 h 3521869"/>
              <a:gd name="connsiteX51" fmla="*/ 714375 w 5207793"/>
              <a:gd name="connsiteY51" fmla="*/ 100013 h 3521869"/>
              <a:gd name="connsiteX52" fmla="*/ 735806 w 5207793"/>
              <a:gd name="connsiteY52" fmla="*/ 71438 h 3521869"/>
              <a:gd name="connsiteX53" fmla="*/ 757237 w 5207793"/>
              <a:gd name="connsiteY53" fmla="*/ 50006 h 3521869"/>
              <a:gd name="connsiteX54" fmla="*/ 778668 w 5207793"/>
              <a:gd name="connsiteY54" fmla="*/ 21431 h 3521869"/>
              <a:gd name="connsiteX55" fmla="*/ 800100 w 5207793"/>
              <a:gd name="connsiteY55" fmla="*/ 14288 h 3521869"/>
              <a:gd name="connsiteX56" fmla="*/ 935831 w 5207793"/>
              <a:gd name="connsiteY56" fmla="*/ 28575 h 3521869"/>
              <a:gd name="connsiteX57" fmla="*/ 964406 w 5207793"/>
              <a:gd name="connsiteY57" fmla="*/ 50006 h 3521869"/>
              <a:gd name="connsiteX58" fmla="*/ 1014412 w 5207793"/>
              <a:gd name="connsiteY58" fmla="*/ 78581 h 3521869"/>
              <a:gd name="connsiteX59" fmla="*/ 1035843 w 5207793"/>
              <a:gd name="connsiteY59" fmla="*/ 100013 h 3521869"/>
              <a:gd name="connsiteX60" fmla="*/ 1064418 w 5207793"/>
              <a:gd name="connsiteY60" fmla="*/ 114300 h 3521869"/>
              <a:gd name="connsiteX61" fmla="*/ 1085850 w 5207793"/>
              <a:gd name="connsiteY61" fmla="*/ 128588 h 3521869"/>
              <a:gd name="connsiteX62" fmla="*/ 1128712 w 5207793"/>
              <a:gd name="connsiteY62" fmla="*/ 150019 h 3521869"/>
              <a:gd name="connsiteX63" fmla="*/ 1185862 w 5207793"/>
              <a:gd name="connsiteY63" fmla="*/ 178594 h 3521869"/>
              <a:gd name="connsiteX64" fmla="*/ 1207293 w 5207793"/>
              <a:gd name="connsiteY64" fmla="*/ 192881 h 3521869"/>
              <a:gd name="connsiteX65" fmla="*/ 1228725 w 5207793"/>
              <a:gd name="connsiteY65" fmla="*/ 200025 h 3521869"/>
              <a:gd name="connsiteX66" fmla="*/ 1257300 w 5207793"/>
              <a:gd name="connsiteY66" fmla="*/ 221456 h 3521869"/>
              <a:gd name="connsiteX67" fmla="*/ 1278731 w 5207793"/>
              <a:gd name="connsiteY67" fmla="*/ 235744 h 3521869"/>
              <a:gd name="connsiteX68" fmla="*/ 1350168 w 5207793"/>
              <a:gd name="connsiteY68" fmla="*/ 242888 h 3521869"/>
              <a:gd name="connsiteX69" fmla="*/ 1464468 w 5207793"/>
              <a:gd name="connsiteY69" fmla="*/ 235744 h 3521869"/>
              <a:gd name="connsiteX70" fmla="*/ 1485900 w 5207793"/>
              <a:gd name="connsiteY70" fmla="*/ 228600 h 3521869"/>
              <a:gd name="connsiteX71" fmla="*/ 1528762 w 5207793"/>
              <a:gd name="connsiteY71" fmla="*/ 192881 h 3521869"/>
              <a:gd name="connsiteX72" fmla="*/ 1535906 w 5207793"/>
              <a:gd name="connsiteY72" fmla="*/ 171450 h 3521869"/>
              <a:gd name="connsiteX73" fmla="*/ 1557337 w 5207793"/>
              <a:gd name="connsiteY73" fmla="*/ 164306 h 3521869"/>
              <a:gd name="connsiteX74" fmla="*/ 1585912 w 5207793"/>
              <a:gd name="connsiteY74" fmla="*/ 150019 h 3521869"/>
              <a:gd name="connsiteX75" fmla="*/ 1635918 w 5207793"/>
              <a:gd name="connsiteY75" fmla="*/ 135731 h 3521869"/>
              <a:gd name="connsiteX76" fmla="*/ 1714500 w 5207793"/>
              <a:gd name="connsiteY76" fmla="*/ 128588 h 3521869"/>
              <a:gd name="connsiteX77" fmla="*/ 1807368 w 5207793"/>
              <a:gd name="connsiteY77" fmla="*/ 114300 h 3521869"/>
              <a:gd name="connsiteX78" fmla="*/ 1835943 w 5207793"/>
              <a:gd name="connsiteY78" fmla="*/ 121444 h 3521869"/>
              <a:gd name="connsiteX79" fmla="*/ 1814512 w 5207793"/>
              <a:gd name="connsiteY79" fmla="*/ 142875 h 3521869"/>
              <a:gd name="connsiteX80" fmla="*/ 1807368 w 5207793"/>
              <a:gd name="connsiteY80" fmla="*/ 164306 h 3521869"/>
              <a:gd name="connsiteX81" fmla="*/ 1785937 w 5207793"/>
              <a:gd name="connsiteY81" fmla="*/ 171450 h 3521869"/>
              <a:gd name="connsiteX82" fmla="*/ 1750218 w 5207793"/>
              <a:gd name="connsiteY82" fmla="*/ 214313 h 3521869"/>
              <a:gd name="connsiteX83" fmla="*/ 1743075 w 5207793"/>
              <a:gd name="connsiteY83" fmla="*/ 235744 h 3521869"/>
              <a:gd name="connsiteX84" fmla="*/ 1714500 w 5207793"/>
              <a:gd name="connsiteY84" fmla="*/ 285750 h 3521869"/>
              <a:gd name="connsiteX85" fmla="*/ 1693068 w 5207793"/>
              <a:gd name="connsiteY85" fmla="*/ 314325 h 3521869"/>
              <a:gd name="connsiteX86" fmla="*/ 1664493 w 5207793"/>
              <a:gd name="connsiteY86" fmla="*/ 357188 h 3521869"/>
              <a:gd name="connsiteX87" fmla="*/ 1643062 w 5207793"/>
              <a:gd name="connsiteY87" fmla="*/ 378619 h 3521869"/>
              <a:gd name="connsiteX88" fmla="*/ 1614487 w 5207793"/>
              <a:gd name="connsiteY88" fmla="*/ 421481 h 3521869"/>
              <a:gd name="connsiteX89" fmla="*/ 1578768 w 5207793"/>
              <a:gd name="connsiteY89" fmla="*/ 464344 h 3521869"/>
              <a:gd name="connsiteX90" fmla="*/ 1564481 w 5207793"/>
              <a:gd name="connsiteY90" fmla="*/ 514350 h 3521869"/>
              <a:gd name="connsiteX91" fmla="*/ 1550193 w 5207793"/>
              <a:gd name="connsiteY91" fmla="*/ 578644 h 3521869"/>
              <a:gd name="connsiteX92" fmla="*/ 1557337 w 5207793"/>
              <a:gd name="connsiteY92" fmla="*/ 621506 h 3521869"/>
              <a:gd name="connsiteX93" fmla="*/ 1571625 w 5207793"/>
              <a:gd name="connsiteY93" fmla="*/ 700088 h 3521869"/>
              <a:gd name="connsiteX94" fmla="*/ 1593056 w 5207793"/>
              <a:gd name="connsiteY94" fmla="*/ 742950 h 3521869"/>
              <a:gd name="connsiteX95" fmla="*/ 1600200 w 5207793"/>
              <a:gd name="connsiteY95" fmla="*/ 785813 h 3521869"/>
              <a:gd name="connsiteX96" fmla="*/ 1607343 w 5207793"/>
              <a:gd name="connsiteY96" fmla="*/ 807244 h 3521869"/>
              <a:gd name="connsiteX97" fmla="*/ 1621631 w 5207793"/>
              <a:gd name="connsiteY97" fmla="*/ 871538 h 3521869"/>
              <a:gd name="connsiteX98" fmla="*/ 1635918 w 5207793"/>
              <a:gd name="connsiteY98" fmla="*/ 957263 h 3521869"/>
              <a:gd name="connsiteX99" fmla="*/ 1643062 w 5207793"/>
              <a:gd name="connsiteY99" fmla="*/ 978694 h 3521869"/>
              <a:gd name="connsiteX100" fmla="*/ 1657350 w 5207793"/>
              <a:gd name="connsiteY100" fmla="*/ 1000125 h 3521869"/>
              <a:gd name="connsiteX101" fmla="*/ 1664493 w 5207793"/>
              <a:gd name="connsiteY101" fmla="*/ 1028700 h 3521869"/>
              <a:gd name="connsiteX102" fmla="*/ 1678781 w 5207793"/>
              <a:gd name="connsiteY102" fmla="*/ 1050131 h 3521869"/>
              <a:gd name="connsiteX103" fmla="*/ 1685925 w 5207793"/>
              <a:gd name="connsiteY103" fmla="*/ 1085850 h 3521869"/>
              <a:gd name="connsiteX104" fmla="*/ 1728787 w 5207793"/>
              <a:gd name="connsiteY104" fmla="*/ 1135856 h 3521869"/>
              <a:gd name="connsiteX105" fmla="*/ 1743075 w 5207793"/>
              <a:gd name="connsiteY105" fmla="*/ 1157288 h 3521869"/>
              <a:gd name="connsiteX106" fmla="*/ 1750218 w 5207793"/>
              <a:gd name="connsiteY106" fmla="*/ 1185863 h 3521869"/>
              <a:gd name="connsiteX107" fmla="*/ 1793081 w 5207793"/>
              <a:gd name="connsiteY107" fmla="*/ 1235869 h 3521869"/>
              <a:gd name="connsiteX108" fmla="*/ 1828800 w 5207793"/>
              <a:gd name="connsiteY108" fmla="*/ 1278731 h 3521869"/>
              <a:gd name="connsiteX109" fmla="*/ 1864518 w 5207793"/>
              <a:gd name="connsiteY109" fmla="*/ 1314450 h 3521869"/>
              <a:gd name="connsiteX110" fmla="*/ 1921668 w 5207793"/>
              <a:gd name="connsiteY110" fmla="*/ 1378744 h 3521869"/>
              <a:gd name="connsiteX111" fmla="*/ 1978818 w 5207793"/>
              <a:gd name="connsiteY111" fmla="*/ 1393031 h 3521869"/>
              <a:gd name="connsiteX112" fmla="*/ 2007393 w 5207793"/>
              <a:gd name="connsiteY112" fmla="*/ 1400175 h 3521869"/>
              <a:gd name="connsiteX113" fmla="*/ 2028825 w 5207793"/>
              <a:gd name="connsiteY113" fmla="*/ 1407319 h 3521869"/>
              <a:gd name="connsiteX114" fmla="*/ 2078831 w 5207793"/>
              <a:gd name="connsiteY114" fmla="*/ 1414463 h 3521869"/>
              <a:gd name="connsiteX115" fmla="*/ 2135981 w 5207793"/>
              <a:gd name="connsiteY115" fmla="*/ 1428750 h 3521869"/>
              <a:gd name="connsiteX116" fmla="*/ 2228850 w 5207793"/>
              <a:gd name="connsiteY116" fmla="*/ 1443038 h 3521869"/>
              <a:gd name="connsiteX117" fmla="*/ 2257425 w 5207793"/>
              <a:gd name="connsiteY117" fmla="*/ 1450181 h 3521869"/>
              <a:gd name="connsiteX118" fmla="*/ 2300287 w 5207793"/>
              <a:gd name="connsiteY118" fmla="*/ 1464469 h 3521869"/>
              <a:gd name="connsiteX119" fmla="*/ 2507456 w 5207793"/>
              <a:gd name="connsiteY119" fmla="*/ 1471613 h 3521869"/>
              <a:gd name="connsiteX120" fmla="*/ 2543175 w 5207793"/>
              <a:gd name="connsiteY120" fmla="*/ 1478756 h 3521869"/>
              <a:gd name="connsiteX121" fmla="*/ 2878931 w 5207793"/>
              <a:gd name="connsiteY121" fmla="*/ 1478756 h 3521869"/>
              <a:gd name="connsiteX122" fmla="*/ 2914650 w 5207793"/>
              <a:gd name="connsiteY122" fmla="*/ 1471613 h 3521869"/>
              <a:gd name="connsiteX123" fmla="*/ 2964656 w 5207793"/>
              <a:gd name="connsiteY123" fmla="*/ 1450181 h 3521869"/>
              <a:gd name="connsiteX124" fmla="*/ 2986087 w 5207793"/>
              <a:gd name="connsiteY124" fmla="*/ 1443038 h 3521869"/>
              <a:gd name="connsiteX125" fmla="*/ 3043237 w 5207793"/>
              <a:gd name="connsiteY125" fmla="*/ 1421606 h 3521869"/>
              <a:gd name="connsiteX126" fmla="*/ 3071812 w 5207793"/>
              <a:gd name="connsiteY126" fmla="*/ 1400175 h 3521869"/>
              <a:gd name="connsiteX127" fmla="*/ 3093243 w 5207793"/>
              <a:gd name="connsiteY127" fmla="*/ 1378744 h 3521869"/>
              <a:gd name="connsiteX128" fmla="*/ 3128962 w 5207793"/>
              <a:gd name="connsiteY128" fmla="*/ 1357313 h 3521869"/>
              <a:gd name="connsiteX129" fmla="*/ 3186112 w 5207793"/>
              <a:gd name="connsiteY129" fmla="*/ 1300163 h 3521869"/>
              <a:gd name="connsiteX130" fmla="*/ 3214687 w 5207793"/>
              <a:gd name="connsiteY130" fmla="*/ 1243013 h 3521869"/>
              <a:gd name="connsiteX131" fmla="*/ 3236118 w 5207793"/>
              <a:gd name="connsiteY131" fmla="*/ 1228725 h 3521869"/>
              <a:gd name="connsiteX132" fmla="*/ 3271837 w 5207793"/>
              <a:gd name="connsiteY132" fmla="*/ 1178719 h 3521869"/>
              <a:gd name="connsiteX133" fmla="*/ 3293268 w 5207793"/>
              <a:gd name="connsiteY133" fmla="*/ 1164431 h 3521869"/>
              <a:gd name="connsiteX134" fmla="*/ 3300412 w 5207793"/>
              <a:gd name="connsiteY134" fmla="*/ 1143000 h 3521869"/>
              <a:gd name="connsiteX135" fmla="*/ 3321843 w 5207793"/>
              <a:gd name="connsiteY135" fmla="*/ 1135856 h 3521869"/>
              <a:gd name="connsiteX136" fmla="*/ 3343275 w 5207793"/>
              <a:gd name="connsiteY136" fmla="*/ 1114425 h 3521869"/>
              <a:gd name="connsiteX137" fmla="*/ 3357562 w 5207793"/>
              <a:gd name="connsiteY137" fmla="*/ 1085850 h 3521869"/>
              <a:gd name="connsiteX138" fmla="*/ 3393281 w 5207793"/>
              <a:gd name="connsiteY138" fmla="*/ 1028700 h 3521869"/>
              <a:gd name="connsiteX139" fmla="*/ 3400425 w 5207793"/>
              <a:gd name="connsiteY139" fmla="*/ 1007269 h 3521869"/>
              <a:gd name="connsiteX140" fmla="*/ 3436143 w 5207793"/>
              <a:gd name="connsiteY140" fmla="*/ 928688 h 3521869"/>
              <a:gd name="connsiteX141" fmla="*/ 3450431 w 5207793"/>
              <a:gd name="connsiteY141" fmla="*/ 842963 h 3521869"/>
              <a:gd name="connsiteX142" fmla="*/ 3464718 w 5207793"/>
              <a:gd name="connsiteY142" fmla="*/ 700088 h 3521869"/>
              <a:gd name="connsiteX143" fmla="*/ 3471862 w 5207793"/>
              <a:gd name="connsiteY143" fmla="*/ 664369 h 3521869"/>
              <a:gd name="connsiteX144" fmla="*/ 3479006 w 5207793"/>
              <a:gd name="connsiteY144" fmla="*/ 492919 h 3521869"/>
              <a:gd name="connsiteX145" fmla="*/ 3457575 w 5207793"/>
              <a:gd name="connsiteY145" fmla="*/ 321469 h 3521869"/>
              <a:gd name="connsiteX146" fmla="*/ 3443287 w 5207793"/>
              <a:gd name="connsiteY146" fmla="*/ 300038 h 3521869"/>
              <a:gd name="connsiteX147" fmla="*/ 3414712 w 5207793"/>
              <a:gd name="connsiteY147" fmla="*/ 242888 h 3521869"/>
              <a:gd name="connsiteX148" fmla="*/ 3407568 w 5207793"/>
              <a:gd name="connsiteY148" fmla="*/ 221456 h 3521869"/>
              <a:gd name="connsiteX149" fmla="*/ 3364706 w 5207793"/>
              <a:gd name="connsiteY149" fmla="*/ 192881 h 3521869"/>
              <a:gd name="connsiteX150" fmla="*/ 3328987 w 5207793"/>
              <a:gd name="connsiteY150" fmla="*/ 150019 h 3521869"/>
              <a:gd name="connsiteX151" fmla="*/ 3286125 w 5207793"/>
              <a:gd name="connsiteY151" fmla="*/ 121444 h 3521869"/>
              <a:gd name="connsiteX152" fmla="*/ 3264693 w 5207793"/>
              <a:gd name="connsiteY152" fmla="*/ 92869 h 3521869"/>
              <a:gd name="connsiteX153" fmla="*/ 3236118 w 5207793"/>
              <a:gd name="connsiteY153" fmla="*/ 50006 h 3521869"/>
              <a:gd name="connsiteX154" fmla="*/ 3250406 w 5207793"/>
              <a:gd name="connsiteY154" fmla="*/ 14288 h 3521869"/>
              <a:gd name="connsiteX155" fmla="*/ 3328987 w 5207793"/>
              <a:gd name="connsiteY155" fmla="*/ 7144 h 3521869"/>
              <a:gd name="connsiteX156" fmla="*/ 3350418 w 5207793"/>
              <a:gd name="connsiteY156" fmla="*/ 0 h 3521869"/>
              <a:gd name="connsiteX157" fmla="*/ 3414712 w 5207793"/>
              <a:gd name="connsiteY157" fmla="*/ 21431 h 3521869"/>
              <a:gd name="connsiteX158" fmla="*/ 3457575 w 5207793"/>
              <a:gd name="connsiteY158" fmla="*/ 35719 h 3521869"/>
              <a:gd name="connsiteX159" fmla="*/ 3479006 w 5207793"/>
              <a:gd name="connsiteY159" fmla="*/ 42863 h 3521869"/>
              <a:gd name="connsiteX160" fmla="*/ 3543300 w 5207793"/>
              <a:gd name="connsiteY160" fmla="*/ 57150 h 3521869"/>
              <a:gd name="connsiteX161" fmla="*/ 3579018 w 5207793"/>
              <a:gd name="connsiteY161" fmla="*/ 71438 h 3521869"/>
              <a:gd name="connsiteX162" fmla="*/ 3636168 w 5207793"/>
              <a:gd name="connsiteY162" fmla="*/ 85725 h 3521869"/>
              <a:gd name="connsiteX163" fmla="*/ 3657600 w 5207793"/>
              <a:gd name="connsiteY163" fmla="*/ 100013 h 3521869"/>
              <a:gd name="connsiteX164" fmla="*/ 3686175 w 5207793"/>
              <a:gd name="connsiteY164" fmla="*/ 114300 h 3521869"/>
              <a:gd name="connsiteX165" fmla="*/ 3700462 w 5207793"/>
              <a:gd name="connsiteY165" fmla="*/ 142875 h 3521869"/>
              <a:gd name="connsiteX166" fmla="*/ 3757612 w 5207793"/>
              <a:gd name="connsiteY166" fmla="*/ 171450 h 3521869"/>
              <a:gd name="connsiteX167" fmla="*/ 3807618 w 5207793"/>
              <a:gd name="connsiteY167" fmla="*/ 192881 h 3521869"/>
              <a:gd name="connsiteX168" fmla="*/ 3829050 w 5207793"/>
              <a:gd name="connsiteY168" fmla="*/ 207169 h 3521869"/>
              <a:gd name="connsiteX169" fmla="*/ 3871912 w 5207793"/>
              <a:gd name="connsiteY169" fmla="*/ 214313 h 3521869"/>
              <a:gd name="connsiteX170" fmla="*/ 4150518 w 5207793"/>
              <a:gd name="connsiteY170" fmla="*/ 207169 h 3521869"/>
              <a:gd name="connsiteX171" fmla="*/ 4186237 w 5207793"/>
              <a:gd name="connsiteY171" fmla="*/ 178594 h 3521869"/>
              <a:gd name="connsiteX172" fmla="*/ 4214812 w 5207793"/>
              <a:gd name="connsiteY172" fmla="*/ 171450 h 3521869"/>
              <a:gd name="connsiteX173" fmla="*/ 4236243 w 5207793"/>
              <a:gd name="connsiteY173" fmla="*/ 164306 h 3521869"/>
              <a:gd name="connsiteX174" fmla="*/ 4386262 w 5207793"/>
              <a:gd name="connsiteY174" fmla="*/ 185738 h 3521869"/>
              <a:gd name="connsiteX175" fmla="*/ 4421981 w 5207793"/>
              <a:gd name="connsiteY175" fmla="*/ 221456 h 3521869"/>
              <a:gd name="connsiteX176" fmla="*/ 4457700 w 5207793"/>
              <a:gd name="connsiteY176" fmla="*/ 285750 h 3521869"/>
              <a:gd name="connsiteX177" fmla="*/ 4471987 w 5207793"/>
              <a:gd name="connsiteY177" fmla="*/ 364331 h 3521869"/>
              <a:gd name="connsiteX178" fmla="*/ 4486275 w 5207793"/>
              <a:gd name="connsiteY178" fmla="*/ 428625 h 3521869"/>
              <a:gd name="connsiteX179" fmla="*/ 4514850 w 5207793"/>
              <a:gd name="connsiteY179" fmla="*/ 485775 h 3521869"/>
              <a:gd name="connsiteX180" fmla="*/ 4521993 w 5207793"/>
              <a:gd name="connsiteY180" fmla="*/ 521494 h 3521869"/>
              <a:gd name="connsiteX181" fmla="*/ 4529137 w 5207793"/>
              <a:gd name="connsiteY181" fmla="*/ 550069 h 3521869"/>
              <a:gd name="connsiteX182" fmla="*/ 4543425 w 5207793"/>
              <a:gd name="connsiteY182" fmla="*/ 771525 h 3521869"/>
              <a:gd name="connsiteX183" fmla="*/ 4557712 w 5207793"/>
              <a:gd name="connsiteY183" fmla="*/ 850106 h 3521869"/>
              <a:gd name="connsiteX184" fmla="*/ 4564856 w 5207793"/>
              <a:gd name="connsiteY184" fmla="*/ 892969 h 3521869"/>
              <a:gd name="connsiteX185" fmla="*/ 4593431 w 5207793"/>
              <a:gd name="connsiteY185" fmla="*/ 1021556 h 3521869"/>
              <a:gd name="connsiteX186" fmla="*/ 4600575 w 5207793"/>
              <a:gd name="connsiteY186" fmla="*/ 1078706 h 3521869"/>
              <a:gd name="connsiteX187" fmla="*/ 4607718 w 5207793"/>
              <a:gd name="connsiteY187" fmla="*/ 1321594 h 3521869"/>
              <a:gd name="connsiteX188" fmla="*/ 4614862 w 5207793"/>
              <a:gd name="connsiteY188" fmla="*/ 1357313 h 3521869"/>
              <a:gd name="connsiteX189" fmla="*/ 4636293 w 5207793"/>
              <a:gd name="connsiteY189" fmla="*/ 1378744 h 3521869"/>
              <a:gd name="connsiteX190" fmla="*/ 4643437 w 5207793"/>
              <a:gd name="connsiteY190" fmla="*/ 1421606 h 3521869"/>
              <a:gd name="connsiteX191" fmla="*/ 4650581 w 5207793"/>
              <a:gd name="connsiteY191" fmla="*/ 1471613 h 3521869"/>
              <a:gd name="connsiteX192" fmla="*/ 4657725 w 5207793"/>
              <a:gd name="connsiteY192" fmla="*/ 1493044 h 3521869"/>
              <a:gd name="connsiteX193" fmla="*/ 4664868 w 5207793"/>
              <a:gd name="connsiteY193" fmla="*/ 1585913 h 3521869"/>
              <a:gd name="connsiteX194" fmla="*/ 4672012 w 5207793"/>
              <a:gd name="connsiteY194" fmla="*/ 1650206 h 3521869"/>
              <a:gd name="connsiteX195" fmla="*/ 4686300 w 5207793"/>
              <a:gd name="connsiteY195" fmla="*/ 1778794 h 3521869"/>
              <a:gd name="connsiteX196" fmla="*/ 4700587 w 5207793"/>
              <a:gd name="connsiteY196" fmla="*/ 1921669 h 3521869"/>
              <a:gd name="connsiteX197" fmla="*/ 4714875 w 5207793"/>
              <a:gd name="connsiteY197" fmla="*/ 2000250 h 3521869"/>
              <a:gd name="connsiteX198" fmla="*/ 4722018 w 5207793"/>
              <a:gd name="connsiteY198" fmla="*/ 2050256 h 3521869"/>
              <a:gd name="connsiteX199" fmla="*/ 4736306 w 5207793"/>
              <a:gd name="connsiteY199" fmla="*/ 2071688 h 3521869"/>
              <a:gd name="connsiteX200" fmla="*/ 4764881 w 5207793"/>
              <a:gd name="connsiteY200" fmla="*/ 2121694 h 3521869"/>
              <a:gd name="connsiteX201" fmla="*/ 4779168 w 5207793"/>
              <a:gd name="connsiteY201" fmla="*/ 2164556 h 3521869"/>
              <a:gd name="connsiteX202" fmla="*/ 4793456 w 5207793"/>
              <a:gd name="connsiteY202" fmla="*/ 2235994 h 3521869"/>
              <a:gd name="connsiteX203" fmla="*/ 4800600 w 5207793"/>
              <a:gd name="connsiteY203" fmla="*/ 2257425 h 3521869"/>
              <a:gd name="connsiteX204" fmla="*/ 4807743 w 5207793"/>
              <a:gd name="connsiteY204" fmla="*/ 2286000 h 3521869"/>
              <a:gd name="connsiteX205" fmla="*/ 4814887 w 5207793"/>
              <a:gd name="connsiteY205" fmla="*/ 2307431 h 3521869"/>
              <a:gd name="connsiteX206" fmla="*/ 4836318 w 5207793"/>
              <a:gd name="connsiteY206" fmla="*/ 2407444 h 3521869"/>
              <a:gd name="connsiteX207" fmla="*/ 4864893 w 5207793"/>
              <a:gd name="connsiteY207" fmla="*/ 2514600 h 3521869"/>
              <a:gd name="connsiteX208" fmla="*/ 4872037 w 5207793"/>
              <a:gd name="connsiteY208" fmla="*/ 2543175 h 3521869"/>
              <a:gd name="connsiteX209" fmla="*/ 4886325 w 5207793"/>
              <a:gd name="connsiteY209" fmla="*/ 2614613 h 3521869"/>
              <a:gd name="connsiteX210" fmla="*/ 4900612 w 5207793"/>
              <a:gd name="connsiteY210" fmla="*/ 2657475 h 3521869"/>
              <a:gd name="connsiteX211" fmla="*/ 4922043 w 5207793"/>
              <a:gd name="connsiteY211" fmla="*/ 2678906 h 3521869"/>
              <a:gd name="connsiteX212" fmla="*/ 4929187 w 5207793"/>
              <a:gd name="connsiteY212" fmla="*/ 2728913 h 3521869"/>
              <a:gd name="connsiteX213" fmla="*/ 4936331 w 5207793"/>
              <a:gd name="connsiteY213" fmla="*/ 2757488 h 3521869"/>
              <a:gd name="connsiteX214" fmla="*/ 4943475 w 5207793"/>
              <a:gd name="connsiteY214" fmla="*/ 2914650 h 3521869"/>
              <a:gd name="connsiteX215" fmla="*/ 4943475 w 5207793"/>
              <a:gd name="connsiteY215" fmla="*/ 2943225 h 3521869"/>
              <a:gd name="connsiteX216" fmla="*/ 4957762 w 5207793"/>
              <a:gd name="connsiteY216" fmla="*/ 2993232 h 3521869"/>
              <a:gd name="connsiteX217" fmla="*/ 5000625 w 5207793"/>
              <a:gd name="connsiteY217" fmla="*/ 3021806 h 3521869"/>
              <a:gd name="connsiteX218" fmla="*/ 5064918 w 5207793"/>
              <a:gd name="connsiteY218" fmla="*/ 3043238 h 3521869"/>
              <a:gd name="connsiteX219" fmla="*/ 5093493 w 5207793"/>
              <a:gd name="connsiteY219" fmla="*/ 3064669 h 3521869"/>
              <a:gd name="connsiteX220" fmla="*/ 5114925 w 5207793"/>
              <a:gd name="connsiteY220" fmla="*/ 3114675 h 3521869"/>
              <a:gd name="connsiteX221" fmla="*/ 5129212 w 5207793"/>
              <a:gd name="connsiteY221" fmla="*/ 3143250 h 3521869"/>
              <a:gd name="connsiteX222" fmla="*/ 5143500 w 5207793"/>
              <a:gd name="connsiteY222" fmla="*/ 3207544 h 3521869"/>
              <a:gd name="connsiteX223" fmla="*/ 5157787 w 5207793"/>
              <a:gd name="connsiteY223" fmla="*/ 3250406 h 3521869"/>
              <a:gd name="connsiteX224" fmla="*/ 5172075 w 5207793"/>
              <a:gd name="connsiteY224" fmla="*/ 3307556 h 3521869"/>
              <a:gd name="connsiteX225" fmla="*/ 5179218 w 5207793"/>
              <a:gd name="connsiteY225" fmla="*/ 3386138 h 3521869"/>
              <a:gd name="connsiteX226" fmla="*/ 5200650 w 5207793"/>
              <a:gd name="connsiteY226" fmla="*/ 3464719 h 3521869"/>
              <a:gd name="connsiteX227" fmla="*/ 5207793 w 5207793"/>
              <a:gd name="connsiteY227" fmla="*/ 3521869 h 3521869"/>
              <a:gd name="connsiteX0" fmla="*/ 0 w 5207793"/>
              <a:gd name="connsiteY0" fmla="*/ 3464719 h 3521869"/>
              <a:gd name="connsiteX1" fmla="*/ 7143 w 5207793"/>
              <a:gd name="connsiteY1" fmla="*/ 3386138 h 3521869"/>
              <a:gd name="connsiteX2" fmla="*/ 14287 w 5207793"/>
              <a:gd name="connsiteY2" fmla="*/ 3364706 h 3521869"/>
              <a:gd name="connsiteX3" fmla="*/ 21431 w 5207793"/>
              <a:gd name="connsiteY3" fmla="*/ 3328988 h 3521869"/>
              <a:gd name="connsiteX4" fmla="*/ 28575 w 5207793"/>
              <a:gd name="connsiteY4" fmla="*/ 3300413 h 3521869"/>
              <a:gd name="connsiteX5" fmla="*/ 35718 w 5207793"/>
              <a:gd name="connsiteY5" fmla="*/ 3250406 h 3521869"/>
              <a:gd name="connsiteX6" fmla="*/ 57150 w 5207793"/>
              <a:gd name="connsiteY6" fmla="*/ 3200400 h 3521869"/>
              <a:gd name="connsiteX7" fmla="*/ 64293 w 5207793"/>
              <a:gd name="connsiteY7" fmla="*/ 3178969 h 3521869"/>
              <a:gd name="connsiteX8" fmla="*/ 92868 w 5207793"/>
              <a:gd name="connsiteY8" fmla="*/ 3157538 h 3521869"/>
              <a:gd name="connsiteX9" fmla="*/ 121443 w 5207793"/>
              <a:gd name="connsiteY9" fmla="*/ 3107531 h 3521869"/>
              <a:gd name="connsiteX10" fmla="*/ 150018 w 5207793"/>
              <a:gd name="connsiteY10" fmla="*/ 3086100 h 3521869"/>
              <a:gd name="connsiteX11" fmla="*/ 171450 w 5207793"/>
              <a:gd name="connsiteY11" fmla="*/ 3057525 h 3521869"/>
              <a:gd name="connsiteX12" fmla="*/ 242887 w 5207793"/>
              <a:gd name="connsiteY12" fmla="*/ 3014663 h 3521869"/>
              <a:gd name="connsiteX13" fmla="*/ 264318 w 5207793"/>
              <a:gd name="connsiteY13" fmla="*/ 2957513 h 3521869"/>
              <a:gd name="connsiteX14" fmla="*/ 292893 w 5207793"/>
              <a:gd name="connsiteY14" fmla="*/ 2900363 h 3521869"/>
              <a:gd name="connsiteX15" fmla="*/ 307181 w 5207793"/>
              <a:gd name="connsiteY15" fmla="*/ 2664619 h 3521869"/>
              <a:gd name="connsiteX16" fmla="*/ 328612 w 5207793"/>
              <a:gd name="connsiteY16" fmla="*/ 2564606 h 3521869"/>
              <a:gd name="connsiteX17" fmla="*/ 335756 w 5207793"/>
              <a:gd name="connsiteY17" fmla="*/ 2521744 h 3521869"/>
              <a:gd name="connsiteX18" fmla="*/ 350043 w 5207793"/>
              <a:gd name="connsiteY18" fmla="*/ 2500313 h 3521869"/>
              <a:gd name="connsiteX19" fmla="*/ 364331 w 5207793"/>
              <a:gd name="connsiteY19" fmla="*/ 2450306 h 3521869"/>
              <a:gd name="connsiteX20" fmla="*/ 371475 w 5207793"/>
              <a:gd name="connsiteY20" fmla="*/ 2407444 h 3521869"/>
              <a:gd name="connsiteX21" fmla="*/ 385762 w 5207793"/>
              <a:gd name="connsiteY21" fmla="*/ 2357438 h 3521869"/>
              <a:gd name="connsiteX22" fmla="*/ 392906 w 5207793"/>
              <a:gd name="connsiteY22" fmla="*/ 2328863 h 3521869"/>
              <a:gd name="connsiteX23" fmla="*/ 407193 w 5207793"/>
              <a:gd name="connsiteY23" fmla="*/ 2307431 h 3521869"/>
              <a:gd name="connsiteX24" fmla="*/ 421481 w 5207793"/>
              <a:gd name="connsiteY24" fmla="*/ 2257425 h 3521869"/>
              <a:gd name="connsiteX25" fmla="*/ 428625 w 5207793"/>
              <a:gd name="connsiteY25" fmla="*/ 2228850 h 3521869"/>
              <a:gd name="connsiteX26" fmla="*/ 442912 w 5207793"/>
              <a:gd name="connsiteY26" fmla="*/ 2207419 h 3521869"/>
              <a:gd name="connsiteX27" fmla="*/ 464343 w 5207793"/>
              <a:gd name="connsiteY27" fmla="*/ 2150269 h 3521869"/>
              <a:gd name="connsiteX28" fmla="*/ 478631 w 5207793"/>
              <a:gd name="connsiteY28" fmla="*/ 2078831 h 3521869"/>
              <a:gd name="connsiteX29" fmla="*/ 485775 w 5207793"/>
              <a:gd name="connsiteY29" fmla="*/ 2050256 h 3521869"/>
              <a:gd name="connsiteX30" fmla="*/ 492918 w 5207793"/>
              <a:gd name="connsiteY30" fmla="*/ 2014538 h 3521869"/>
              <a:gd name="connsiteX31" fmla="*/ 500062 w 5207793"/>
              <a:gd name="connsiteY31" fmla="*/ 1993106 h 3521869"/>
              <a:gd name="connsiteX32" fmla="*/ 507206 w 5207793"/>
              <a:gd name="connsiteY32" fmla="*/ 1957388 h 3521869"/>
              <a:gd name="connsiteX33" fmla="*/ 514350 w 5207793"/>
              <a:gd name="connsiteY33" fmla="*/ 1935956 h 3521869"/>
              <a:gd name="connsiteX34" fmla="*/ 528637 w 5207793"/>
              <a:gd name="connsiteY34" fmla="*/ 1878806 h 3521869"/>
              <a:gd name="connsiteX35" fmla="*/ 535781 w 5207793"/>
              <a:gd name="connsiteY35" fmla="*/ 1785938 h 3521869"/>
              <a:gd name="connsiteX36" fmla="*/ 542925 w 5207793"/>
              <a:gd name="connsiteY36" fmla="*/ 1721644 h 3521869"/>
              <a:gd name="connsiteX37" fmla="*/ 535781 w 5207793"/>
              <a:gd name="connsiteY37" fmla="*/ 1578769 h 3521869"/>
              <a:gd name="connsiteX38" fmla="*/ 521493 w 5207793"/>
              <a:gd name="connsiteY38" fmla="*/ 1535906 h 3521869"/>
              <a:gd name="connsiteX39" fmla="*/ 528637 w 5207793"/>
              <a:gd name="connsiteY39" fmla="*/ 1400175 h 3521869"/>
              <a:gd name="connsiteX40" fmla="*/ 550068 w 5207793"/>
              <a:gd name="connsiteY40" fmla="*/ 1371600 h 3521869"/>
              <a:gd name="connsiteX41" fmla="*/ 564356 w 5207793"/>
              <a:gd name="connsiteY41" fmla="*/ 1293019 h 3521869"/>
              <a:gd name="connsiteX42" fmla="*/ 578643 w 5207793"/>
              <a:gd name="connsiteY42" fmla="*/ 964406 h 3521869"/>
              <a:gd name="connsiteX43" fmla="*/ 585787 w 5207793"/>
              <a:gd name="connsiteY43" fmla="*/ 907256 h 3521869"/>
              <a:gd name="connsiteX44" fmla="*/ 578643 w 5207793"/>
              <a:gd name="connsiteY44" fmla="*/ 385763 h 3521869"/>
              <a:gd name="connsiteX45" fmla="*/ 607218 w 5207793"/>
              <a:gd name="connsiteY45" fmla="*/ 278606 h 3521869"/>
              <a:gd name="connsiteX46" fmla="*/ 628650 w 5207793"/>
              <a:gd name="connsiteY46" fmla="*/ 228600 h 3521869"/>
              <a:gd name="connsiteX47" fmla="*/ 650081 w 5207793"/>
              <a:gd name="connsiteY47" fmla="*/ 200025 h 3521869"/>
              <a:gd name="connsiteX48" fmla="*/ 664368 w 5207793"/>
              <a:gd name="connsiteY48" fmla="*/ 171450 h 3521869"/>
              <a:gd name="connsiteX49" fmla="*/ 678656 w 5207793"/>
              <a:gd name="connsiteY49" fmla="*/ 150019 h 3521869"/>
              <a:gd name="connsiteX50" fmla="*/ 685800 w 5207793"/>
              <a:gd name="connsiteY50" fmla="*/ 128588 h 3521869"/>
              <a:gd name="connsiteX51" fmla="*/ 714375 w 5207793"/>
              <a:gd name="connsiteY51" fmla="*/ 100013 h 3521869"/>
              <a:gd name="connsiteX52" fmla="*/ 735806 w 5207793"/>
              <a:gd name="connsiteY52" fmla="*/ 71438 h 3521869"/>
              <a:gd name="connsiteX53" fmla="*/ 757237 w 5207793"/>
              <a:gd name="connsiteY53" fmla="*/ 50006 h 3521869"/>
              <a:gd name="connsiteX54" fmla="*/ 778668 w 5207793"/>
              <a:gd name="connsiteY54" fmla="*/ 21431 h 3521869"/>
              <a:gd name="connsiteX55" fmla="*/ 800100 w 5207793"/>
              <a:gd name="connsiteY55" fmla="*/ 14288 h 3521869"/>
              <a:gd name="connsiteX56" fmla="*/ 935831 w 5207793"/>
              <a:gd name="connsiteY56" fmla="*/ 28575 h 3521869"/>
              <a:gd name="connsiteX57" fmla="*/ 964406 w 5207793"/>
              <a:gd name="connsiteY57" fmla="*/ 50006 h 3521869"/>
              <a:gd name="connsiteX58" fmla="*/ 1014412 w 5207793"/>
              <a:gd name="connsiteY58" fmla="*/ 78581 h 3521869"/>
              <a:gd name="connsiteX59" fmla="*/ 1035843 w 5207793"/>
              <a:gd name="connsiteY59" fmla="*/ 100013 h 3521869"/>
              <a:gd name="connsiteX60" fmla="*/ 1064418 w 5207793"/>
              <a:gd name="connsiteY60" fmla="*/ 114300 h 3521869"/>
              <a:gd name="connsiteX61" fmla="*/ 1085850 w 5207793"/>
              <a:gd name="connsiteY61" fmla="*/ 128588 h 3521869"/>
              <a:gd name="connsiteX62" fmla="*/ 1128712 w 5207793"/>
              <a:gd name="connsiteY62" fmla="*/ 150019 h 3521869"/>
              <a:gd name="connsiteX63" fmla="*/ 1185862 w 5207793"/>
              <a:gd name="connsiteY63" fmla="*/ 178594 h 3521869"/>
              <a:gd name="connsiteX64" fmla="*/ 1207293 w 5207793"/>
              <a:gd name="connsiteY64" fmla="*/ 192881 h 3521869"/>
              <a:gd name="connsiteX65" fmla="*/ 1228725 w 5207793"/>
              <a:gd name="connsiteY65" fmla="*/ 200025 h 3521869"/>
              <a:gd name="connsiteX66" fmla="*/ 1257300 w 5207793"/>
              <a:gd name="connsiteY66" fmla="*/ 221456 h 3521869"/>
              <a:gd name="connsiteX67" fmla="*/ 1278731 w 5207793"/>
              <a:gd name="connsiteY67" fmla="*/ 235744 h 3521869"/>
              <a:gd name="connsiteX68" fmla="*/ 1350168 w 5207793"/>
              <a:gd name="connsiteY68" fmla="*/ 242888 h 3521869"/>
              <a:gd name="connsiteX69" fmla="*/ 1464468 w 5207793"/>
              <a:gd name="connsiteY69" fmla="*/ 235744 h 3521869"/>
              <a:gd name="connsiteX70" fmla="*/ 1485900 w 5207793"/>
              <a:gd name="connsiteY70" fmla="*/ 228600 h 3521869"/>
              <a:gd name="connsiteX71" fmla="*/ 1528762 w 5207793"/>
              <a:gd name="connsiteY71" fmla="*/ 192881 h 3521869"/>
              <a:gd name="connsiteX72" fmla="*/ 1535906 w 5207793"/>
              <a:gd name="connsiteY72" fmla="*/ 171450 h 3521869"/>
              <a:gd name="connsiteX73" fmla="*/ 1557337 w 5207793"/>
              <a:gd name="connsiteY73" fmla="*/ 164306 h 3521869"/>
              <a:gd name="connsiteX74" fmla="*/ 1585912 w 5207793"/>
              <a:gd name="connsiteY74" fmla="*/ 150019 h 3521869"/>
              <a:gd name="connsiteX75" fmla="*/ 1635918 w 5207793"/>
              <a:gd name="connsiteY75" fmla="*/ 135731 h 3521869"/>
              <a:gd name="connsiteX76" fmla="*/ 1714500 w 5207793"/>
              <a:gd name="connsiteY76" fmla="*/ 128588 h 3521869"/>
              <a:gd name="connsiteX77" fmla="*/ 1807368 w 5207793"/>
              <a:gd name="connsiteY77" fmla="*/ 114300 h 3521869"/>
              <a:gd name="connsiteX78" fmla="*/ 1835943 w 5207793"/>
              <a:gd name="connsiteY78" fmla="*/ 121444 h 3521869"/>
              <a:gd name="connsiteX79" fmla="*/ 1814512 w 5207793"/>
              <a:gd name="connsiteY79" fmla="*/ 142875 h 3521869"/>
              <a:gd name="connsiteX80" fmla="*/ 1807368 w 5207793"/>
              <a:gd name="connsiteY80" fmla="*/ 164306 h 3521869"/>
              <a:gd name="connsiteX81" fmla="*/ 1785937 w 5207793"/>
              <a:gd name="connsiteY81" fmla="*/ 171450 h 3521869"/>
              <a:gd name="connsiteX82" fmla="*/ 1750218 w 5207793"/>
              <a:gd name="connsiteY82" fmla="*/ 214313 h 3521869"/>
              <a:gd name="connsiteX83" fmla="*/ 1743075 w 5207793"/>
              <a:gd name="connsiteY83" fmla="*/ 235744 h 3521869"/>
              <a:gd name="connsiteX84" fmla="*/ 1714500 w 5207793"/>
              <a:gd name="connsiteY84" fmla="*/ 285750 h 3521869"/>
              <a:gd name="connsiteX85" fmla="*/ 1693068 w 5207793"/>
              <a:gd name="connsiteY85" fmla="*/ 314325 h 3521869"/>
              <a:gd name="connsiteX86" fmla="*/ 1664493 w 5207793"/>
              <a:gd name="connsiteY86" fmla="*/ 357188 h 3521869"/>
              <a:gd name="connsiteX87" fmla="*/ 1643062 w 5207793"/>
              <a:gd name="connsiteY87" fmla="*/ 378619 h 3521869"/>
              <a:gd name="connsiteX88" fmla="*/ 1614487 w 5207793"/>
              <a:gd name="connsiteY88" fmla="*/ 421481 h 3521869"/>
              <a:gd name="connsiteX89" fmla="*/ 1578768 w 5207793"/>
              <a:gd name="connsiteY89" fmla="*/ 464344 h 3521869"/>
              <a:gd name="connsiteX90" fmla="*/ 1564481 w 5207793"/>
              <a:gd name="connsiteY90" fmla="*/ 514350 h 3521869"/>
              <a:gd name="connsiteX91" fmla="*/ 1550193 w 5207793"/>
              <a:gd name="connsiteY91" fmla="*/ 578644 h 3521869"/>
              <a:gd name="connsiteX92" fmla="*/ 1557337 w 5207793"/>
              <a:gd name="connsiteY92" fmla="*/ 621506 h 3521869"/>
              <a:gd name="connsiteX93" fmla="*/ 1571625 w 5207793"/>
              <a:gd name="connsiteY93" fmla="*/ 700088 h 3521869"/>
              <a:gd name="connsiteX94" fmla="*/ 1593056 w 5207793"/>
              <a:gd name="connsiteY94" fmla="*/ 742950 h 3521869"/>
              <a:gd name="connsiteX95" fmla="*/ 1600200 w 5207793"/>
              <a:gd name="connsiteY95" fmla="*/ 785813 h 3521869"/>
              <a:gd name="connsiteX96" fmla="*/ 1607343 w 5207793"/>
              <a:gd name="connsiteY96" fmla="*/ 807244 h 3521869"/>
              <a:gd name="connsiteX97" fmla="*/ 1621631 w 5207793"/>
              <a:gd name="connsiteY97" fmla="*/ 871538 h 3521869"/>
              <a:gd name="connsiteX98" fmla="*/ 1635918 w 5207793"/>
              <a:gd name="connsiteY98" fmla="*/ 957263 h 3521869"/>
              <a:gd name="connsiteX99" fmla="*/ 1643062 w 5207793"/>
              <a:gd name="connsiteY99" fmla="*/ 978694 h 3521869"/>
              <a:gd name="connsiteX100" fmla="*/ 1657350 w 5207793"/>
              <a:gd name="connsiteY100" fmla="*/ 1000125 h 3521869"/>
              <a:gd name="connsiteX101" fmla="*/ 1664493 w 5207793"/>
              <a:gd name="connsiteY101" fmla="*/ 1028700 h 3521869"/>
              <a:gd name="connsiteX102" fmla="*/ 1678781 w 5207793"/>
              <a:gd name="connsiteY102" fmla="*/ 1050131 h 3521869"/>
              <a:gd name="connsiteX103" fmla="*/ 1685925 w 5207793"/>
              <a:gd name="connsiteY103" fmla="*/ 1085850 h 3521869"/>
              <a:gd name="connsiteX104" fmla="*/ 1728787 w 5207793"/>
              <a:gd name="connsiteY104" fmla="*/ 1135856 h 3521869"/>
              <a:gd name="connsiteX105" fmla="*/ 1743075 w 5207793"/>
              <a:gd name="connsiteY105" fmla="*/ 1157288 h 3521869"/>
              <a:gd name="connsiteX106" fmla="*/ 1750218 w 5207793"/>
              <a:gd name="connsiteY106" fmla="*/ 1185863 h 3521869"/>
              <a:gd name="connsiteX107" fmla="*/ 1793081 w 5207793"/>
              <a:gd name="connsiteY107" fmla="*/ 1235869 h 3521869"/>
              <a:gd name="connsiteX108" fmla="*/ 1828800 w 5207793"/>
              <a:gd name="connsiteY108" fmla="*/ 1278731 h 3521869"/>
              <a:gd name="connsiteX109" fmla="*/ 1864518 w 5207793"/>
              <a:gd name="connsiteY109" fmla="*/ 1314450 h 3521869"/>
              <a:gd name="connsiteX110" fmla="*/ 1921668 w 5207793"/>
              <a:gd name="connsiteY110" fmla="*/ 1378744 h 3521869"/>
              <a:gd name="connsiteX111" fmla="*/ 1978818 w 5207793"/>
              <a:gd name="connsiteY111" fmla="*/ 1393031 h 3521869"/>
              <a:gd name="connsiteX112" fmla="*/ 2007393 w 5207793"/>
              <a:gd name="connsiteY112" fmla="*/ 1400175 h 3521869"/>
              <a:gd name="connsiteX113" fmla="*/ 2028825 w 5207793"/>
              <a:gd name="connsiteY113" fmla="*/ 1407319 h 3521869"/>
              <a:gd name="connsiteX114" fmla="*/ 2078831 w 5207793"/>
              <a:gd name="connsiteY114" fmla="*/ 1414463 h 3521869"/>
              <a:gd name="connsiteX115" fmla="*/ 2135981 w 5207793"/>
              <a:gd name="connsiteY115" fmla="*/ 1428750 h 3521869"/>
              <a:gd name="connsiteX116" fmla="*/ 2228850 w 5207793"/>
              <a:gd name="connsiteY116" fmla="*/ 1443038 h 3521869"/>
              <a:gd name="connsiteX117" fmla="*/ 2257425 w 5207793"/>
              <a:gd name="connsiteY117" fmla="*/ 1450181 h 3521869"/>
              <a:gd name="connsiteX118" fmla="*/ 2300287 w 5207793"/>
              <a:gd name="connsiteY118" fmla="*/ 1464469 h 3521869"/>
              <a:gd name="connsiteX119" fmla="*/ 2507456 w 5207793"/>
              <a:gd name="connsiteY119" fmla="*/ 1471613 h 3521869"/>
              <a:gd name="connsiteX120" fmla="*/ 2543175 w 5207793"/>
              <a:gd name="connsiteY120" fmla="*/ 1478756 h 3521869"/>
              <a:gd name="connsiteX121" fmla="*/ 2878931 w 5207793"/>
              <a:gd name="connsiteY121" fmla="*/ 1478756 h 3521869"/>
              <a:gd name="connsiteX122" fmla="*/ 2914650 w 5207793"/>
              <a:gd name="connsiteY122" fmla="*/ 1471613 h 3521869"/>
              <a:gd name="connsiteX123" fmla="*/ 2964656 w 5207793"/>
              <a:gd name="connsiteY123" fmla="*/ 1450181 h 3521869"/>
              <a:gd name="connsiteX124" fmla="*/ 2986087 w 5207793"/>
              <a:gd name="connsiteY124" fmla="*/ 1443038 h 3521869"/>
              <a:gd name="connsiteX125" fmla="*/ 3043237 w 5207793"/>
              <a:gd name="connsiteY125" fmla="*/ 1421606 h 3521869"/>
              <a:gd name="connsiteX126" fmla="*/ 3071812 w 5207793"/>
              <a:gd name="connsiteY126" fmla="*/ 1400175 h 3521869"/>
              <a:gd name="connsiteX127" fmla="*/ 3093243 w 5207793"/>
              <a:gd name="connsiteY127" fmla="*/ 1378744 h 3521869"/>
              <a:gd name="connsiteX128" fmla="*/ 3128962 w 5207793"/>
              <a:gd name="connsiteY128" fmla="*/ 1357313 h 3521869"/>
              <a:gd name="connsiteX129" fmla="*/ 3186112 w 5207793"/>
              <a:gd name="connsiteY129" fmla="*/ 1300163 h 3521869"/>
              <a:gd name="connsiteX130" fmla="*/ 3214687 w 5207793"/>
              <a:gd name="connsiteY130" fmla="*/ 1243013 h 3521869"/>
              <a:gd name="connsiteX131" fmla="*/ 3236118 w 5207793"/>
              <a:gd name="connsiteY131" fmla="*/ 1228725 h 3521869"/>
              <a:gd name="connsiteX132" fmla="*/ 3271837 w 5207793"/>
              <a:gd name="connsiteY132" fmla="*/ 1178719 h 3521869"/>
              <a:gd name="connsiteX133" fmla="*/ 3293268 w 5207793"/>
              <a:gd name="connsiteY133" fmla="*/ 1164431 h 3521869"/>
              <a:gd name="connsiteX134" fmla="*/ 3300412 w 5207793"/>
              <a:gd name="connsiteY134" fmla="*/ 1143000 h 3521869"/>
              <a:gd name="connsiteX135" fmla="*/ 3321843 w 5207793"/>
              <a:gd name="connsiteY135" fmla="*/ 1135856 h 3521869"/>
              <a:gd name="connsiteX136" fmla="*/ 3343275 w 5207793"/>
              <a:gd name="connsiteY136" fmla="*/ 1114425 h 3521869"/>
              <a:gd name="connsiteX137" fmla="*/ 3357562 w 5207793"/>
              <a:gd name="connsiteY137" fmla="*/ 1085850 h 3521869"/>
              <a:gd name="connsiteX138" fmla="*/ 3393281 w 5207793"/>
              <a:gd name="connsiteY138" fmla="*/ 1028700 h 3521869"/>
              <a:gd name="connsiteX139" fmla="*/ 3400425 w 5207793"/>
              <a:gd name="connsiteY139" fmla="*/ 1007269 h 3521869"/>
              <a:gd name="connsiteX140" fmla="*/ 3436143 w 5207793"/>
              <a:gd name="connsiteY140" fmla="*/ 928688 h 3521869"/>
              <a:gd name="connsiteX141" fmla="*/ 3450431 w 5207793"/>
              <a:gd name="connsiteY141" fmla="*/ 842963 h 3521869"/>
              <a:gd name="connsiteX142" fmla="*/ 3464718 w 5207793"/>
              <a:gd name="connsiteY142" fmla="*/ 700088 h 3521869"/>
              <a:gd name="connsiteX143" fmla="*/ 3471862 w 5207793"/>
              <a:gd name="connsiteY143" fmla="*/ 664369 h 3521869"/>
              <a:gd name="connsiteX144" fmla="*/ 3479006 w 5207793"/>
              <a:gd name="connsiteY144" fmla="*/ 492919 h 3521869"/>
              <a:gd name="connsiteX145" fmla="*/ 3457575 w 5207793"/>
              <a:gd name="connsiteY145" fmla="*/ 321469 h 3521869"/>
              <a:gd name="connsiteX146" fmla="*/ 3443287 w 5207793"/>
              <a:gd name="connsiteY146" fmla="*/ 300038 h 3521869"/>
              <a:gd name="connsiteX147" fmla="*/ 3414712 w 5207793"/>
              <a:gd name="connsiteY147" fmla="*/ 242888 h 3521869"/>
              <a:gd name="connsiteX148" fmla="*/ 3407568 w 5207793"/>
              <a:gd name="connsiteY148" fmla="*/ 221456 h 3521869"/>
              <a:gd name="connsiteX149" fmla="*/ 3364706 w 5207793"/>
              <a:gd name="connsiteY149" fmla="*/ 192881 h 3521869"/>
              <a:gd name="connsiteX150" fmla="*/ 3328987 w 5207793"/>
              <a:gd name="connsiteY150" fmla="*/ 150019 h 3521869"/>
              <a:gd name="connsiteX151" fmla="*/ 3286125 w 5207793"/>
              <a:gd name="connsiteY151" fmla="*/ 121444 h 3521869"/>
              <a:gd name="connsiteX152" fmla="*/ 3264693 w 5207793"/>
              <a:gd name="connsiteY152" fmla="*/ 92869 h 3521869"/>
              <a:gd name="connsiteX153" fmla="*/ 3236118 w 5207793"/>
              <a:gd name="connsiteY153" fmla="*/ 50006 h 3521869"/>
              <a:gd name="connsiteX154" fmla="*/ 3250406 w 5207793"/>
              <a:gd name="connsiteY154" fmla="*/ 14288 h 3521869"/>
              <a:gd name="connsiteX155" fmla="*/ 3328987 w 5207793"/>
              <a:gd name="connsiteY155" fmla="*/ 7144 h 3521869"/>
              <a:gd name="connsiteX156" fmla="*/ 3350418 w 5207793"/>
              <a:gd name="connsiteY156" fmla="*/ 0 h 3521869"/>
              <a:gd name="connsiteX157" fmla="*/ 3414712 w 5207793"/>
              <a:gd name="connsiteY157" fmla="*/ 21431 h 3521869"/>
              <a:gd name="connsiteX158" fmla="*/ 3457575 w 5207793"/>
              <a:gd name="connsiteY158" fmla="*/ 35719 h 3521869"/>
              <a:gd name="connsiteX159" fmla="*/ 3479006 w 5207793"/>
              <a:gd name="connsiteY159" fmla="*/ 42863 h 3521869"/>
              <a:gd name="connsiteX160" fmla="*/ 3543300 w 5207793"/>
              <a:gd name="connsiteY160" fmla="*/ 57150 h 3521869"/>
              <a:gd name="connsiteX161" fmla="*/ 3579018 w 5207793"/>
              <a:gd name="connsiteY161" fmla="*/ 71438 h 3521869"/>
              <a:gd name="connsiteX162" fmla="*/ 3636168 w 5207793"/>
              <a:gd name="connsiteY162" fmla="*/ 85725 h 3521869"/>
              <a:gd name="connsiteX163" fmla="*/ 3657600 w 5207793"/>
              <a:gd name="connsiteY163" fmla="*/ 100013 h 3521869"/>
              <a:gd name="connsiteX164" fmla="*/ 3686175 w 5207793"/>
              <a:gd name="connsiteY164" fmla="*/ 114300 h 3521869"/>
              <a:gd name="connsiteX165" fmla="*/ 3700462 w 5207793"/>
              <a:gd name="connsiteY165" fmla="*/ 142875 h 3521869"/>
              <a:gd name="connsiteX166" fmla="*/ 3757612 w 5207793"/>
              <a:gd name="connsiteY166" fmla="*/ 171450 h 3521869"/>
              <a:gd name="connsiteX167" fmla="*/ 3807618 w 5207793"/>
              <a:gd name="connsiteY167" fmla="*/ 192881 h 3521869"/>
              <a:gd name="connsiteX168" fmla="*/ 3829050 w 5207793"/>
              <a:gd name="connsiteY168" fmla="*/ 207169 h 3521869"/>
              <a:gd name="connsiteX169" fmla="*/ 3871912 w 5207793"/>
              <a:gd name="connsiteY169" fmla="*/ 214313 h 3521869"/>
              <a:gd name="connsiteX170" fmla="*/ 4150518 w 5207793"/>
              <a:gd name="connsiteY170" fmla="*/ 207169 h 3521869"/>
              <a:gd name="connsiteX171" fmla="*/ 4186237 w 5207793"/>
              <a:gd name="connsiteY171" fmla="*/ 178594 h 3521869"/>
              <a:gd name="connsiteX172" fmla="*/ 4214812 w 5207793"/>
              <a:gd name="connsiteY172" fmla="*/ 171450 h 3521869"/>
              <a:gd name="connsiteX173" fmla="*/ 4236243 w 5207793"/>
              <a:gd name="connsiteY173" fmla="*/ 164306 h 3521869"/>
              <a:gd name="connsiteX174" fmla="*/ 4386262 w 5207793"/>
              <a:gd name="connsiteY174" fmla="*/ 185738 h 3521869"/>
              <a:gd name="connsiteX175" fmla="*/ 4421981 w 5207793"/>
              <a:gd name="connsiteY175" fmla="*/ 221456 h 3521869"/>
              <a:gd name="connsiteX176" fmla="*/ 4457700 w 5207793"/>
              <a:gd name="connsiteY176" fmla="*/ 285750 h 3521869"/>
              <a:gd name="connsiteX177" fmla="*/ 4471987 w 5207793"/>
              <a:gd name="connsiteY177" fmla="*/ 364331 h 3521869"/>
              <a:gd name="connsiteX178" fmla="*/ 4486275 w 5207793"/>
              <a:gd name="connsiteY178" fmla="*/ 428625 h 3521869"/>
              <a:gd name="connsiteX179" fmla="*/ 4514850 w 5207793"/>
              <a:gd name="connsiteY179" fmla="*/ 485775 h 3521869"/>
              <a:gd name="connsiteX180" fmla="*/ 4521993 w 5207793"/>
              <a:gd name="connsiteY180" fmla="*/ 521494 h 3521869"/>
              <a:gd name="connsiteX181" fmla="*/ 4529137 w 5207793"/>
              <a:gd name="connsiteY181" fmla="*/ 550069 h 3521869"/>
              <a:gd name="connsiteX182" fmla="*/ 4543425 w 5207793"/>
              <a:gd name="connsiteY182" fmla="*/ 771525 h 3521869"/>
              <a:gd name="connsiteX183" fmla="*/ 4557712 w 5207793"/>
              <a:gd name="connsiteY183" fmla="*/ 850106 h 3521869"/>
              <a:gd name="connsiteX184" fmla="*/ 4564856 w 5207793"/>
              <a:gd name="connsiteY184" fmla="*/ 892969 h 3521869"/>
              <a:gd name="connsiteX185" fmla="*/ 4593431 w 5207793"/>
              <a:gd name="connsiteY185" fmla="*/ 1021556 h 3521869"/>
              <a:gd name="connsiteX186" fmla="*/ 4600575 w 5207793"/>
              <a:gd name="connsiteY186" fmla="*/ 1078706 h 3521869"/>
              <a:gd name="connsiteX187" fmla="*/ 4607718 w 5207793"/>
              <a:gd name="connsiteY187" fmla="*/ 1321594 h 3521869"/>
              <a:gd name="connsiteX188" fmla="*/ 4614862 w 5207793"/>
              <a:gd name="connsiteY188" fmla="*/ 1357313 h 3521869"/>
              <a:gd name="connsiteX189" fmla="*/ 4636293 w 5207793"/>
              <a:gd name="connsiteY189" fmla="*/ 1378744 h 3521869"/>
              <a:gd name="connsiteX190" fmla="*/ 4643437 w 5207793"/>
              <a:gd name="connsiteY190" fmla="*/ 1421606 h 3521869"/>
              <a:gd name="connsiteX191" fmla="*/ 4650581 w 5207793"/>
              <a:gd name="connsiteY191" fmla="*/ 1471613 h 3521869"/>
              <a:gd name="connsiteX192" fmla="*/ 4657725 w 5207793"/>
              <a:gd name="connsiteY192" fmla="*/ 1493044 h 3521869"/>
              <a:gd name="connsiteX193" fmla="*/ 4664868 w 5207793"/>
              <a:gd name="connsiteY193" fmla="*/ 1585913 h 3521869"/>
              <a:gd name="connsiteX194" fmla="*/ 4672012 w 5207793"/>
              <a:gd name="connsiteY194" fmla="*/ 1650206 h 3521869"/>
              <a:gd name="connsiteX195" fmla="*/ 4686300 w 5207793"/>
              <a:gd name="connsiteY195" fmla="*/ 1778794 h 3521869"/>
              <a:gd name="connsiteX196" fmla="*/ 4700587 w 5207793"/>
              <a:gd name="connsiteY196" fmla="*/ 1921669 h 3521869"/>
              <a:gd name="connsiteX197" fmla="*/ 4714875 w 5207793"/>
              <a:gd name="connsiteY197" fmla="*/ 2000250 h 3521869"/>
              <a:gd name="connsiteX198" fmla="*/ 4722018 w 5207793"/>
              <a:gd name="connsiteY198" fmla="*/ 2050256 h 3521869"/>
              <a:gd name="connsiteX199" fmla="*/ 4736306 w 5207793"/>
              <a:gd name="connsiteY199" fmla="*/ 2071688 h 3521869"/>
              <a:gd name="connsiteX200" fmla="*/ 4764881 w 5207793"/>
              <a:gd name="connsiteY200" fmla="*/ 2121694 h 3521869"/>
              <a:gd name="connsiteX201" fmla="*/ 4779168 w 5207793"/>
              <a:gd name="connsiteY201" fmla="*/ 2164556 h 3521869"/>
              <a:gd name="connsiteX202" fmla="*/ 4793456 w 5207793"/>
              <a:gd name="connsiteY202" fmla="*/ 2235994 h 3521869"/>
              <a:gd name="connsiteX203" fmla="*/ 4800600 w 5207793"/>
              <a:gd name="connsiteY203" fmla="*/ 2257425 h 3521869"/>
              <a:gd name="connsiteX204" fmla="*/ 4807743 w 5207793"/>
              <a:gd name="connsiteY204" fmla="*/ 2286000 h 3521869"/>
              <a:gd name="connsiteX205" fmla="*/ 4814887 w 5207793"/>
              <a:gd name="connsiteY205" fmla="*/ 2307431 h 3521869"/>
              <a:gd name="connsiteX206" fmla="*/ 4836318 w 5207793"/>
              <a:gd name="connsiteY206" fmla="*/ 2407444 h 3521869"/>
              <a:gd name="connsiteX207" fmla="*/ 4864893 w 5207793"/>
              <a:gd name="connsiteY207" fmla="*/ 2514600 h 3521869"/>
              <a:gd name="connsiteX208" fmla="*/ 4872037 w 5207793"/>
              <a:gd name="connsiteY208" fmla="*/ 2543175 h 3521869"/>
              <a:gd name="connsiteX209" fmla="*/ 4886325 w 5207793"/>
              <a:gd name="connsiteY209" fmla="*/ 2614613 h 3521869"/>
              <a:gd name="connsiteX210" fmla="*/ 4900612 w 5207793"/>
              <a:gd name="connsiteY210" fmla="*/ 2657475 h 3521869"/>
              <a:gd name="connsiteX211" fmla="*/ 4922043 w 5207793"/>
              <a:gd name="connsiteY211" fmla="*/ 2678906 h 3521869"/>
              <a:gd name="connsiteX212" fmla="*/ 4929187 w 5207793"/>
              <a:gd name="connsiteY212" fmla="*/ 2728913 h 3521869"/>
              <a:gd name="connsiteX213" fmla="*/ 4936331 w 5207793"/>
              <a:gd name="connsiteY213" fmla="*/ 2757488 h 3521869"/>
              <a:gd name="connsiteX214" fmla="*/ 4943475 w 5207793"/>
              <a:gd name="connsiteY214" fmla="*/ 2914650 h 3521869"/>
              <a:gd name="connsiteX215" fmla="*/ 4943475 w 5207793"/>
              <a:gd name="connsiteY215" fmla="*/ 2943225 h 3521869"/>
              <a:gd name="connsiteX216" fmla="*/ 4957762 w 5207793"/>
              <a:gd name="connsiteY216" fmla="*/ 2993232 h 3521869"/>
              <a:gd name="connsiteX217" fmla="*/ 5000625 w 5207793"/>
              <a:gd name="connsiteY217" fmla="*/ 3021806 h 3521869"/>
              <a:gd name="connsiteX218" fmla="*/ 5064918 w 5207793"/>
              <a:gd name="connsiteY218" fmla="*/ 3043238 h 3521869"/>
              <a:gd name="connsiteX219" fmla="*/ 5093493 w 5207793"/>
              <a:gd name="connsiteY219" fmla="*/ 3064669 h 3521869"/>
              <a:gd name="connsiteX220" fmla="*/ 5114925 w 5207793"/>
              <a:gd name="connsiteY220" fmla="*/ 3114675 h 3521869"/>
              <a:gd name="connsiteX221" fmla="*/ 5129212 w 5207793"/>
              <a:gd name="connsiteY221" fmla="*/ 3143250 h 3521869"/>
              <a:gd name="connsiteX222" fmla="*/ 5143500 w 5207793"/>
              <a:gd name="connsiteY222" fmla="*/ 3207544 h 3521869"/>
              <a:gd name="connsiteX223" fmla="*/ 5157787 w 5207793"/>
              <a:gd name="connsiteY223" fmla="*/ 3250406 h 3521869"/>
              <a:gd name="connsiteX224" fmla="*/ 5172075 w 5207793"/>
              <a:gd name="connsiteY224" fmla="*/ 3307556 h 3521869"/>
              <a:gd name="connsiteX225" fmla="*/ 5179218 w 5207793"/>
              <a:gd name="connsiteY225" fmla="*/ 3386138 h 3521869"/>
              <a:gd name="connsiteX226" fmla="*/ 5200650 w 5207793"/>
              <a:gd name="connsiteY226" fmla="*/ 3464719 h 3521869"/>
              <a:gd name="connsiteX227" fmla="*/ 5207793 w 5207793"/>
              <a:gd name="connsiteY227" fmla="*/ 3521869 h 3521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Lst>
            <a:rect l="l" t="t" r="r" b="b"/>
            <a:pathLst>
              <a:path w="5207793" h="3521869">
                <a:moveTo>
                  <a:pt x="0" y="3464719"/>
                </a:moveTo>
                <a:cubicBezTo>
                  <a:pt x="2381" y="3438525"/>
                  <a:pt x="3424" y="3412175"/>
                  <a:pt x="7143" y="3386138"/>
                </a:cubicBezTo>
                <a:cubicBezTo>
                  <a:pt x="8208" y="3378683"/>
                  <a:pt x="12461" y="3372012"/>
                  <a:pt x="14287" y="3364706"/>
                </a:cubicBezTo>
                <a:cubicBezTo>
                  <a:pt x="17232" y="3352927"/>
                  <a:pt x="18797" y="3340841"/>
                  <a:pt x="21431" y="3328988"/>
                </a:cubicBezTo>
                <a:cubicBezTo>
                  <a:pt x="23561" y="3319404"/>
                  <a:pt x="26819" y="3310073"/>
                  <a:pt x="28575" y="3300413"/>
                </a:cubicBezTo>
                <a:cubicBezTo>
                  <a:pt x="31587" y="3283846"/>
                  <a:pt x="32416" y="3266917"/>
                  <a:pt x="35718" y="3250406"/>
                </a:cubicBezTo>
                <a:cubicBezTo>
                  <a:pt x="39906" y="3229465"/>
                  <a:pt x="48438" y="3220729"/>
                  <a:pt x="57150" y="3200400"/>
                </a:cubicBezTo>
                <a:cubicBezTo>
                  <a:pt x="60116" y="3193479"/>
                  <a:pt x="59472" y="3184754"/>
                  <a:pt x="64293" y="3178969"/>
                </a:cubicBezTo>
                <a:cubicBezTo>
                  <a:pt x="71915" y="3169822"/>
                  <a:pt x="83343" y="3164682"/>
                  <a:pt x="92868" y="3157538"/>
                </a:cubicBezTo>
                <a:cubicBezTo>
                  <a:pt x="101042" y="3133017"/>
                  <a:pt x="99819" y="3129155"/>
                  <a:pt x="121443" y="3107531"/>
                </a:cubicBezTo>
                <a:cubicBezTo>
                  <a:pt x="129862" y="3099112"/>
                  <a:pt x="141599" y="3094519"/>
                  <a:pt x="150018" y="3086100"/>
                </a:cubicBezTo>
                <a:cubicBezTo>
                  <a:pt x="158437" y="3077681"/>
                  <a:pt x="162551" y="3065435"/>
                  <a:pt x="171450" y="3057525"/>
                </a:cubicBezTo>
                <a:cubicBezTo>
                  <a:pt x="193619" y="3037819"/>
                  <a:pt x="217282" y="3027465"/>
                  <a:pt x="242887" y="3014663"/>
                </a:cubicBezTo>
                <a:cubicBezTo>
                  <a:pt x="250073" y="2993106"/>
                  <a:pt x="254068" y="2979721"/>
                  <a:pt x="264318" y="2957513"/>
                </a:cubicBezTo>
                <a:cubicBezTo>
                  <a:pt x="273243" y="2938175"/>
                  <a:pt x="292893" y="2900363"/>
                  <a:pt x="292893" y="2900363"/>
                </a:cubicBezTo>
                <a:cubicBezTo>
                  <a:pt x="299514" y="2767952"/>
                  <a:pt x="297730" y="2778029"/>
                  <a:pt x="307181" y="2664619"/>
                </a:cubicBezTo>
                <a:cubicBezTo>
                  <a:pt x="314348" y="2578619"/>
                  <a:pt x="299982" y="2607553"/>
                  <a:pt x="328612" y="2564606"/>
                </a:cubicBezTo>
                <a:cubicBezTo>
                  <a:pt x="330993" y="2550319"/>
                  <a:pt x="331176" y="2535485"/>
                  <a:pt x="335756" y="2521744"/>
                </a:cubicBezTo>
                <a:cubicBezTo>
                  <a:pt x="338471" y="2513599"/>
                  <a:pt x="346854" y="2508284"/>
                  <a:pt x="350043" y="2500313"/>
                </a:cubicBezTo>
                <a:cubicBezTo>
                  <a:pt x="356481" y="2484217"/>
                  <a:pt x="360433" y="2467198"/>
                  <a:pt x="364331" y="2450306"/>
                </a:cubicBezTo>
                <a:cubicBezTo>
                  <a:pt x="367588" y="2436193"/>
                  <a:pt x="368634" y="2421647"/>
                  <a:pt x="371475" y="2407444"/>
                </a:cubicBezTo>
                <a:cubicBezTo>
                  <a:pt x="378921" y="2370213"/>
                  <a:pt x="376681" y="2389219"/>
                  <a:pt x="385762" y="2357438"/>
                </a:cubicBezTo>
                <a:cubicBezTo>
                  <a:pt x="388459" y="2347998"/>
                  <a:pt x="389039" y="2337887"/>
                  <a:pt x="392906" y="2328863"/>
                </a:cubicBezTo>
                <a:cubicBezTo>
                  <a:pt x="396288" y="2320971"/>
                  <a:pt x="402431" y="2314575"/>
                  <a:pt x="407193" y="2307431"/>
                </a:cubicBezTo>
                <a:cubicBezTo>
                  <a:pt x="429526" y="2218100"/>
                  <a:pt x="400983" y="2329164"/>
                  <a:pt x="421481" y="2257425"/>
                </a:cubicBezTo>
                <a:cubicBezTo>
                  <a:pt x="424178" y="2247985"/>
                  <a:pt x="424757" y="2237874"/>
                  <a:pt x="428625" y="2228850"/>
                </a:cubicBezTo>
                <a:cubicBezTo>
                  <a:pt x="432007" y="2220959"/>
                  <a:pt x="439072" y="2215098"/>
                  <a:pt x="442912" y="2207419"/>
                </a:cubicBezTo>
                <a:cubicBezTo>
                  <a:pt x="445441" y="2202360"/>
                  <a:pt x="461692" y="2161756"/>
                  <a:pt x="464343" y="2150269"/>
                </a:cubicBezTo>
                <a:cubicBezTo>
                  <a:pt x="469803" y="2126607"/>
                  <a:pt x="472741" y="2102390"/>
                  <a:pt x="478631" y="2078831"/>
                </a:cubicBezTo>
                <a:cubicBezTo>
                  <a:pt x="481012" y="2069306"/>
                  <a:pt x="483645" y="2059840"/>
                  <a:pt x="485775" y="2050256"/>
                </a:cubicBezTo>
                <a:cubicBezTo>
                  <a:pt x="488409" y="2038403"/>
                  <a:pt x="489973" y="2026317"/>
                  <a:pt x="492918" y="2014538"/>
                </a:cubicBezTo>
                <a:cubicBezTo>
                  <a:pt x="494744" y="2007232"/>
                  <a:pt x="498236" y="2000412"/>
                  <a:pt x="500062" y="1993106"/>
                </a:cubicBezTo>
                <a:cubicBezTo>
                  <a:pt x="503007" y="1981327"/>
                  <a:pt x="504261" y="1969167"/>
                  <a:pt x="507206" y="1957388"/>
                </a:cubicBezTo>
                <a:cubicBezTo>
                  <a:pt x="509032" y="1950082"/>
                  <a:pt x="512369" y="1943221"/>
                  <a:pt x="514350" y="1935956"/>
                </a:cubicBezTo>
                <a:cubicBezTo>
                  <a:pt x="519517" y="1917012"/>
                  <a:pt x="528637" y="1878806"/>
                  <a:pt x="528637" y="1878806"/>
                </a:cubicBezTo>
                <a:cubicBezTo>
                  <a:pt x="531018" y="1847850"/>
                  <a:pt x="532970" y="1816858"/>
                  <a:pt x="535781" y="1785938"/>
                </a:cubicBezTo>
                <a:cubicBezTo>
                  <a:pt x="537733" y="1764463"/>
                  <a:pt x="542925" y="1743207"/>
                  <a:pt x="542925" y="1721644"/>
                </a:cubicBezTo>
                <a:cubicBezTo>
                  <a:pt x="542925" y="1673960"/>
                  <a:pt x="541247" y="1626139"/>
                  <a:pt x="535781" y="1578769"/>
                </a:cubicBezTo>
                <a:cubicBezTo>
                  <a:pt x="534055" y="1563808"/>
                  <a:pt x="526256" y="1550194"/>
                  <a:pt x="521493" y="1535906"/>
                </a:cubicBezTo>
                <a:cubicBezTo>
                  <a:pt x="523874" y="1490662"/>
                  <a:pt x="523874" y="1427559"/>
                  <a:pt x="528637" y="1400175"/>
                </a:cubicBezTo>
                <a:cubicBezTo>
                  <a:pt x="533400" y="1372791"/>
                  <a:pt x="547485" y="1381931"/>
                  <a:pt x="550068" y="1371600"/>
                </a:cubicBezTo>
                <a:cubicBezTo>
                  <a:pt x="571410" y="1286230"/>
                  <a:pt x="533544" y="1339234"/>
                  <a:pt x="564356" y="1293019"/>
                </a:cubicBezTo>
                <a:cubicBezTo>
                  <a:pt x="585928" y="1142019"/>
                  <a:pt x="563952" y="1309659"/>
                  <a:pt x="578643" y="964406"/>
                </a:cubicBezTo>
                <a:cubicBezTo>
                  <a:pt x="579459" y="945225"/>
                  <a:pt x="583406" y="926306"/>
                  <a:pt x="585787" y="907256"/>
                </a:cubicBezTo>
                <a:cubicBezTo>
                  <a:pt x="583406" y="733425"/>
                  <a:pt x="578643" y="559610"/>
                  <a:pt x="578643" y="385763"/>
                </a:cubicBezTo>
                <a:cubicBezTo>
                  <a:pt x="578643" y="289535"/>
                  <a:pt x="562112" y="308678"/>
                  <a:pt x="607218" y="278606"/>
                </a:cubicBezTo>
                <a:cubicBezTo>
                  <a:pt x="614163" y="257772"/>
                  <a:pt x="616039" y="248778"/>
                  <a:pt x="628650" y="228600"/>
                </a:cubicBezTo>
                <a:cubicBezTo>
                  <a:pt x="634960" y="218504"/>
                  <a:pt x="643771" y="210121"/>
                  <a:pt x="650081" y="200025"/>
                </a:cubicBezTo>
                <a:cubicBezTo>
                  <a:pt x="655725" y="190994"/>
                  <a:pt x="659084" y="180696"/>
                  <a:pt x="664368" y="171450"/>
                </a:cubicBezTo>
                <a:cubicBezTo>
                  <a:pt x="668628" y="163995"/>
                  <a:pt x="674816" y="157698"/>
                  <a:pt x="678656" y="150019"/>
                </a:cubicBezTo>
                <a:cubicBezTo>
                  <a:pt x="682024" y="143284"/>
                  <a:pt x="681423" y="134715"/>
                  <a:pt x="685800" y="128588"/>
                </a:cubicBezTo>
                <a:cubicBezTo>
                  <a:pt x="693630" y="117627"/>
                  <a:pt x="705505" y="110151"/>
                  <a:pt x="714375" y="100013"/>
                </a:cubicBezTo>
                <a:cubicBezTo>
                  <a:pt x="722215" y="91053"/>
                  <a:pt x="728058" y="80478"/>
                  <a:pt x="735806" y="71438"/>
                </a:cubicBezTo>
                <a:cubicBezTo>
                  <a:pt x="742381" y="63767"/>
                  <a:pt x="750662" y="57677"/>
                  <a:pt x="757237" y="50006"/>
                </a:cubicBezTo>
                <a:cubicBezTo>
                  <a:pt x="764985" y="40966"/>
                  <a:pt x="769521" y="29053"/>
                  <a:pt x="778668" y="21431"/>
                </a:cubicBezTo>
                <a:cubicBezTo>
                  <a:pt x="784453" y="16610"/>
                  <a:pt x="792956" y="16669"/>
                  <a:pt x="800100" y="14288"/>
                </a:cubicBezTo>
                <a:cubicBezTo>
                  <a:pt x="845344" y="19050"/>
                  <a:pt x="891376" y="18911"/>
                  <a:pt x="935831" y="28575"/>
                </a:cubicBezTo>
                <a:cubicBezTo>
                  <a:pt x="947465" y="31104"/>
                  <a:pt x="954310" y="43696"/>
                  <a:pt x="964406" y="50006"/>
                </a:cubicBezTo>
                <a:cubicBezTo>
                  <a:pt x="992346" y="67469"/>
                  <a:pt x="990823" y="58923"/>
                  <a:pt x="1014412" y="78581"/>
                </a:cubicBezTo>
                <a:cubicBezTo>
                  <a:pt x="1022173" y="85049"/>
                  <a:pt x="1027622" y="94141"/>
                  <a:pt x="1035843" y="100013"/>
                </a:cubicBezTo>
                <a:cubicBezTo>
                  <a:pt x="1044509" y="106203"/>
                  <a:pt x="1055172" y="109017"/>
                  <a:pt x="1064418" y="114300"/>
                </a:cubicBezTo>
                <a:cubicBezTo>
                  <a:pt x="1071873" y="118560"/>
                  <a:pt x="1078344" y="124418"/>
                  <a:pt x="1085850" y="128588"/>
                </a:cubicBezTo>
                <a:cubicBezTo>
                  <a:pt x="1099814" y="136346"/>
                  <a:pt x="1115015" y="141801"/>
                  <a:pt x="1128712" y="150019"/>
                </a:cubicBezTo>
                <a:cubicBezTo>
                  <a:pt x="1180754" y="181244"/>
                  <a:pt x="1132862" y="165343"/>
                  <a:pt x="1185862" y="178594"/>
                </a:cubicBezTo>
                <a:cubicBezTo>
                  <a:pt x="1193006" y="183356"/>
                  <a:pt x="1199614" y="189041"/>
                  <a:pt x="1207293" y="192881"/>
                </a:cubicBezTo>
                <a:cubicBezTo>
                  <a:pt x="1214028" y="196249"/>
                  <a:pt x="1222187" y="196289"/>
                  <a:pt x="1228725" y="200025"/>
                </a:cubicBezTo>
                <a:cubicBezTo>
                  <a:pt x="1239063" y="205932"/>
                  <a:pt x="1247612" y="214536"/>
                  <a:pt x="1257300" y="221456"/>
                </a:cubicBezTo>
                <a:cubicBezTo>
                  <a:pt x="1264286" y="226446"/>
                  <a:pt x="1270365" y="233813"/>
                  <a:pt x="1278731" y="235744"/>
                </a:cubicBezTo>
                <a:cubicBezTo>
                  <a:pt x="1302049" y="241125"/>
                  <a:pt x="1326356" y="240507"/>
                  <a:pt x="1350168" y="242888"/>
                </a:cubicBezTo>
                <a:cubicBezTo>
                  <a:pt x="1388268" y="240507"/>
                  <a:pt x="1426503" y="239740"/>
                  <a:pt x="1464468" y="235744"/>
                </a:cubicBezTo>
                <a:cubicBezTo>
                  <a:pt x="1471957" y="234956"/>
                  <a:pt x="1480020" y="233304"/>
                  <a:pt x="1485900" y="228600"/>
                </a:cubicBezTo>
                <a:cubicBezTo>
                  <a:pt x="1553220" y="174744"/>
                  <a:pt x="1434054" y="240237"/>
                  <a:pt x="1528762" y="192881"/>
                </a:cubicBezTo>
                <a:cubicBezTo>
                  <a:pt x="1531143" y="185737"/>
                  <a:pt x="1530581" y="176775"/>
                  <a:pt x="1535906" y="171450"/>
                </a:cubicBezTo>
                <a:cubicBezTo>
                  <a:pt x="1541231" y="166125"/>
                  <a:pt x="1550416" y="167272"/>
                  <a:pt x="1557337" y="164306"/>
                </a:cubicBezTo>
                <a:cubicBezTo>
                  <a:pt x="1567125" y="160111"/>
                  <a:pt x="1576124" y="154214"/>
                  <a:pt x="1585912" y="150019"/>
                </a:cubicBezTo>
                <a:cubicBezTo>
                  <a:pt x="1595866" y="145753"/>
                  <a:pt x="1627147" y="136900"/>
                  <a:pt x="1635918" y="135731"/>
                </a:cubicBezTo>
                <a:cubicBezTo>
                  <a:pt x="1661989" y="132255"/>
                  <a:pt x="1688306" y="130969"/>
                  <a:pt x="1714500" y="128588"/>
                </a:cubicBezTo>
                <a:cubicBezTo>
                  <a:pt x="1751183" y="116360"/>
                  <a:pt x="1752117" y="114300"/>
                  <a:pt x="1807368" y="114300"/>
                </a:cubicBezTo>
                <a:cubicBezTo>
                  <a:pt x="1817186" y="114300"/>
                  <a:pt x="1826418" y="119063"/>
                  <a:pt x="1835943" y="121444"/>
                </a:cubicBezTo>
                <a:cubicBezTo>
                  <a:pt x="1828799" y="128588"/>
                  <a:pt x="1820116" y="134469"/>
                  <a:pt x="1814512" y="142875"/>
                </a:cubicBezTo>
                <a:cubicBezTo>
                  <a:pt x="1810335" y="149140"/>
                  <a:pt x="1812693" y="158981"/>
                  <a:pt x="1807368" y="164306"/>
                </a:cubicBezTo>
                <a:cubicBezTo>
                  <a:pt x="1802043" y="169631"/>
                  <a:pt x="1793081" y="169069"/>
                  <a:pt x="1785937" y="171450"/>
                </a:cubicBezTo>
                <a:cubicBezTo>
                  <a:pt x="1738590" y="266148"/>
                  <a:pt x="1804070" y="146997"/>
                  <a:pt x="1750218" y="214313"/>
                </a:cubicBezTo>
                <a:cubicBezTo>
                  <a:pt x="1745514" y="220193"/>
                  <a:pt x="1746041" y="228823"/>
                  <a:pt x="1743075" y="235744"/>
                </a:cubicBezTo>
                <a:cubicBezTo>
                  <a:pt x="1734108" y="256667"/>
                  <a:pt x="1727309" y="267818"/>
                  <a:pt x="1714500" y="285750"/>
                </a:cubicBezTo>
                <a:cubicBezTo>
                  <a:pt x="1707579" y="295439"/>
                  <a:pt x="1699896" y="304571"/>
                  <a:pt x="1693068" y="314325"/>
                </a:cubicBezTo>
                <a:cubicBezTo>
                  <a:pt x="1683221" y="328392"/>
                  <a:pt x="1676635" y="345046"/>
                  <a:pt x="1664493" y="357188"/>
                </a:cubicBezTo>
                <a:cubicBezTo>
                  <a:pt x="1657349" y="364332"/>
                  <a:pt x="1649264" y="370644"/>
                  <a:pt x="1643062" y="378619"/>
                </a:cubicBezTo>
                <a:cubicBezTo>
                  <a:pt x="1632520" y="392173"/>
                  <a:pt x="1626629" y="409339"/>
                  <a:pt x="1614487" y="421481"/>
                </a:cubicBezTo>
                <a:cubicBezTo>
                  <a:pt x="1586985" y="448984"/>
                  <a:pt x="1598660" y="434507"/>
                  <a:pt x="1578768" y="464344"/>
                </a:cubicBezTo>
                <a:cubicBezTo>
                  <a:pt x="1556451" y="553622"/>
                  <a:pt x="1584967" y="442651"/>
                  <a:pt x="1564481" y="514350"/>
                </a:cubicBezTo>
                <a:cubicBezTo>
                  <a:pt x="1557755" y="537890"/>
                  <a:pt x="1555104" y="554092"/>
                  <a:pt x="1550193" y="578644"/>
                </a:cubicBezTo>
                <a:cubicBezTo>
                  <a:pt x="1552574" y="592931"/>
                  <a:pt x="1555134" y="607190"/>
                  <a:pt x="1557337" y="621506"/>
                </a:cubicBezTo>
                <a:cubicBezTo>
                  <a:pt x="1559191" y="633560"/>
                  <a:pt x="1564291" y="682975"/>
                  <a:pt x="1571625" y="700088"/>
                </a:cubicBezTo>
                <a:cubicBezTo>
                  <a:pt x="1613174" y="797035"/>
                  <a:pt x="1562950" y="652636"/>
                  <a:pt x="1593056" y="742950"/>
                </a:cubicBezTo>
                <a:cubicBezTo>
                  <a:pt x="1595437" y="757238"/>
                  <a:pt x="1597058" y="771673"/>
                  <a:pt x="1600200" y="785813"/>
                </a:cubicBezTo>
                <a:cubicBezTo>
                  <a:pt x="1601833" y="793164"/>
                  <a:pt x="1605710" y="799893"/>
                  <a:pt x="1607343" y="807244"/>
                </a:cubicBezTo>
                <a:cubicBezTo>
                  <a:pt x="1624104" y="882672"/>
                  <a:pt x="1605550" y="823296"/>
                  <a:pt x="1621631" y="871538"/>
                </a:cubicBezTo>
                <a:cubicBezTo>
                  <a:pt x="1627428" y="917908"/>
                  <a:pt x="1625431" y="920558"/>
                  <a:pt x="1635918" y="957263"/>
                </a:cubicBezTo>
                <a:cubicBezTo>
                  <a:pt x="1637987" y="964503"/>
                  <a:pt x="1639694" y="971959"/>
                  <a:pt x="1643062" y="978694"/>
                </a:cubicBezTo>
                <a:cubicBezTo>
                  <a:pt x="1646902" y="986373"/>
                  <a:pt x="1652587" y="992981"/>
                  <a:pt x="1657350" y="1000125"/>
                </a:cubicBezTo>
                <a:cubicBezTo>
                  <a:pt x="1659731" y="1009650"/>
                  <a:pt x="1660625" y="1019676"/>
                  <a:pt x="1664493" y="1028700"/>
                </a:cubicBezTo>
                <a:cubicBezTo>
                  <a:pt x="1667875" y="1036592"/>
                  <a:pt x="1675766" y="1042092"/>
                  <a:pt x="1678781" y="1050131"/>
                </a:cubicBezTo>
                <a:cubicBezTo>
                  <a:pt x="1683045" y="1061500"/>
                  <a:pt x="1681662" y="1074481"/>
                  <a:pt x="1685925" y="1085850"/>
                </a:cubicBezTo>
                <a:cubicBezTo>
                  <a:pt x="1693214" y="1105288"/>
                  <a:pt x="1716843" y="1121922"/>
                  <a:pt x="1728787" y="1135856"/>
                </a:cubicBezTo>
                <a:cubicBezTo>
                  <a:pt x="1734375" y="1142375"/>
                  <a:pt x="1738312" y="1150144"/>
                  <a:pt x="1743075" y="1157288"/>
                </a:cubicBezTo>
                <a:cubicBezTo>
                  <a:pt x="1745456" y="1166813"/>
                  <a:pt x="1746350" y="1176839"/>
                  <a:pt x="1750218" y="1185863"/>
                </a:cubicBezTo>
                <a:cubicBezTo>
                  <a:pt x="1758377" y="1204900"/>
                  <a:pt x="1779775" y="1222563"/>
                  <a:pt x="1793081" y="1235869"/>
                </a:cubicBezTo>
                <a:cubicBezTo>
                  <a:pt x="1806726" y="1276802"/>
                  <a:pt x="1789875" y="1239805"/>
                  <a:pt x="1828800" y="1278731"/>
                </a:cubicBezTo>
                <a:cubicBezTo>
                  <a:pt x="1876424" y="1326356"/>
                  <a:pt x="1807369" y="1276352"/>
                  <a:pt x="1864518" y="1314450"/>
                </a:cubicBezTo>
                <a:cubicBezTo>
                  <a:pt x="1878132" y="1334870"/>
                  <a:pt x="1900699" y="1371754"/>
                  <a:pt x="1921668" y="1378744"/>
                </a:cubicBezTo>
                <a:cubicBezTo>
                  <a:pt x="1959968" y="1391511"/>
                  <a:pt x="1927091" y="1381536"/>
                  <a:pt x="1978818" y="1393031"/>
                </a:cubicBezTo>
                <a:cubicBezTo>
                  <a:pt x="1988402" y="1395161"/>
                  <a:pt x="1997953" y="1397478"/>
                  <a:pt x="2007393" y="1400175"/>
                </a:cubicBezTo>
                <a:cubicBezTo>
                  <a:pt x="2014634" y="1402244"/>
                  <a:pt x="2021441" y="1405842"/>
                  <a:pt x="2028825" y="1407319"/>
                </a:cubicBezTo>
                <a:cubicBezTo>
                  <a:pt x="2045336" y="1410621"/>
                  <a:pt x="2062320" y="1411161"/>
                  <a:pt x="2078831" y="1414463"/>
                </a:cubicBezTo>
                <a:cubicBezTo>
                  <a:pt x="2098086" y="1418314"/>
                  <a:pt x="2116496" y="1426314"/>
                  <a:pt x="2135981" y="1428750"/>
                </a:cubicBezTo>
                <a:cubicBezTo>
                  <a:pt x="2185477" y="1434937"/>
                  <a:pt x="2186767" y="1433686"/>
                  <a:pt x="2228850" y="1443038"/>
                </a:cubicBezTo>
                <a:cubicBezTo>
                  <a:pt x="2238434" y="1445168"/>
                  <a:pt x="2248021" y="1447360"/>
                  <a:pt x="2257425" y="1450181"/>
                </a:cubicBezTo>
                <a:cubicBezTo>
                  <a:pt x="2271850" y="1454509"/>
                  <a:pt x="2285236" y="1463950"/>
                  <a:pt x="2300287" y="1464469"/>
                </a:cubicBezTo>
                <a:lnTo>
                  <a:pt x="2507456" y="1471613"/>
                </a:lnTo>
                <a:cubicBezTo>
                  <a:pt x="2519362" y="1473994"/>
                  <a:pt x="2531058" y="1477974"/>
                  <a:pt x="2543175" y="1478756"/>
                </a:cubicBezTo>
                <a:cubicBezTo>
                  <a:pt x="2724166" y="1490432"/>
                  <a:pt x="2711281" y="1486740"/>
                  <a:pt x="2878931" y="1478756"/>
                </a:cubicBezTo>
                <a:cubicBezTo>
                  <a:pt x="2890837" y="1476375"/>
                  <a:pt x="2902870" y="1474558"/>
                  <a:pt x="2914650" y="1471613"/>
                </a:cubicBezTo>
                <a:cubicBezTo>
                  <a:pt x="2941454" y="1464912"/>
                  <a:pt x="2936035" y="1462447"/>
                  <a:pt x="2964656" y="1450181"/>
                </a:cubicBezTo>
                <a:cubicBezTo>
                  <a:pt x="2971577" y="1447215"/>
                  <a:pt x="2979036" y="1445682"/>
                  <a:pt x="2986087" y="1443038"/>
                </a:cubicBezTo>
                <a:cubicBezTo>
                  <a:pt x="3054452" y="1417401"/>
                  <a:pt x="2994576" y="1437827"/>
                  <a:pt x="3043237" y="1421606"/>
                </a:cubicBezTo>
                <a:cubicBezTo>
                  <a:pt x="3052762" y="1414462"/>
                  <a:pt x="3062772" y="1407923"/>
                  <a:pt x="3071812" y="1400175"/>
                </a:cubicBezTo>
                <a:cubicBezTo>
                  <a:pt x="3079483" y="1393600"/>
                  <a:pt x="3085161" y="1384806"/>
                  <a:pt x="3093243" y="1378744"/>
                </a:cubicBezTo>
                <a:cubicBezTo>
                  <a:pt x="3104351" y="1370413"/>
                  <a:pt x="3118362" y="1366282"/>
                  <a:pt x="3128962" y="1357313"/>
                </a:cubicBezTo>
                <a:cubicBezTo>
                  <a:pt x="3149528" y="1339911"/>
                  <a:pt x="3186112" y="1300163"/>
                  <a:pt x="3186112" y="1300163"/>
                </a:cubicBezTo>
                <a:cubicBezTo>
                  <a:pt x="3193904" y="1276787"/>
                  <a:pt x="3196283" y="1264485"/>
                  <a:pt x="3214687" y="1243013"/>
                </a:cubicBezTo>
                <a:cubicBezTo>
                  <a:pt x="3220275" y="1236494"/>
                  <a:pt x="3228974" y="1233488"/>
                  <a:pt x="3236118" y="1228725"/>
                </a:cubicBezTo>
                <a:cubicBezTo>
                  <a:pt x="3244229" y="1216559"/>
                  <a:pt x="3262979" y="1187577"/>
                  <a:pt x="3271837" y="1178719"/>
                </a:cubicBezTo>
                <a:cubicBezTo>
                  <a:pt x="3277908" y="1172648"/>
                  <a:pt x="3286124" y="1169194"/>
                  <a:pt x="3293268" y="1164431"/>
                </a:cubicBezTo>
                <a:cubicBezTo>
                  <a:pt x="3295649" y="1157287"/>
                  <a:pt x="3295087" y="1148325"/>
                  <a:pt x="3300412" y="1143000"/>
                </a:cubicBezTo>
                <a:cubicBezTo>
                  <a:pt x="3305737" y="1137675"/>
                  <a:pt x="3315578" y="1140033"/>
                  <a:pt x="3321843" y="1135856"/>
                </a:cubicBezTo>
                <a:cubicBezTo>
                  <a:pt x="3330249" y="1130252"/>
                  <a:pt x="3336131" y="1121569"/>
                  <a:pt x="3343275" y="1114425"/>
                </a:cubicBezTo>
                <a:cubicBezTo>
                  <a:pt x="3348037" y="1104900"/>
                  <a:pt x="3352278" y="1095096"/>
                  <a:pt x="3357562" y="1085850"/>
                </a:cubicBezTo>
                <a:cubicBezTo>
                  <a:pt x="3380239" y="1046166"/>
                  <a:pt x="3366322" y="1082617"/>
                  <a:pt x="3393281" y="1028700"/>
                </a:cubicBezTo>
                <a:cubicBezTo>
                  <a:pt x="3396649" y="1021965"/>
                  <a:pt x="3397057" y="1014004"/>
                  <a:pt x="3400425" y="1007269"/>
                </a:cubicBezTo>
                <a:cubicBezTo>
                  <a:pt x="3419121" y="969877"/>
                  <a:pt x="3428836" y="972530"/>
                  <a:pt x="3436143" y="928688"/>
                </a:cubicBezTo>
                <a:lnTo>
                  <a:pt x="3450431" y="842963"/>
                </a:lnTo>
                <a:cubicBezTo>
                  <a:pt x="3454809" y="790430"/>
                  <a:pt x="3456938" y="750658"/>
                  <a:pt x="3464718" y="700088"/>
                </a:cubicBezTo>
                <a:cubicBezTo>
                  <a:pt x="3466564" y="688087"/>
                  <a:pt x="3469481" y="676275"/>
                  <a:pt x="3471862" y="664369"/>
                </a:cubicBezTo>
                <a:cubicBezTo>
                  <a:pt x="3474243" y="607219"/>
                  <a:pt x="3479006" y="550119"/>
                  <a:pt x="3479006" y="492919"/>
                </a:cubicBezTo>
                <a:cubicBezTo>
                  <a:pt x="3479006" y="486018"/>
                  <a:pt x="3476816" y="350328"/>
                  <a:pt x="3457575" y="321469"/>
                </a:cubicBezTo>
                <a:lnTo>
                  <a:pt x="3443287" y="300038"/>
                </a:lnTo>
                <a:cubicBezTo>
                  <a:pt x="3429083" y="243222"/>
                  <a:pt x="3447094" y="299557"/>
                  <a:pt x="3414712" y="242888"/>
                </a:cubicBezTo>
                <a:cubicBezTo>
                  <a:pt x="3410976" y="236350"/>
                  <a:pt x="3412893" y="226781"/>
                  <a:pt x="3407568" y="221456"/>
                </a:cubicBezTo>
                <a:cubicBezTo>
                  <a:pt x="3395426" y="209314"/>
                  <a:pt x="3364706" y="192881"/>
                  <a:pt x="3364706" y="192881"/>
                </a:cubicBezTo>
                <a:cubicBezTo>
                  <a:pt x="3352006" y="173832"/>
                  <a:pt x="3348026" y="164827"/>
                  <a:pt x="3328987" y="150019"/>
                </a:cubicBezTo>
                <a:cubicBezTo>
                  <a:pt x="3315433" y="139477"/>
                  <a:pt x="3296428" y="135181"/>
                  <a:pt x="3286125" y="121444"/>
                </a:cubicBezTo>
                <a:cubicBezTo>
                  <a:pt x="3278981" y="111919"/>
                  <a:pt x="3271521" y="102623"/>
                  <a:pt x="3264693" y="92869"/>
                </a:cubicBezTo>
                <a:cubicBezTo>
                  <a:pt x="3254846" y="78802"/>
                  <a:pt x="3236118" y="50006"/>
                  <a:pt x="3236118" y="50006"/>
                </a:cubicBezTo>
                <a:cubicBezTo>
                  <a:pt x="3240881" y="38100"/>
                  <a:pt x="3238763" y="19662"/>
                  <a:pt x="3250406" y="14288"/>
                </a:cubicBezTo>
                <a:cubicBezTo>
                  <a:pt x="3274287" y="3266"/>
                  <a:pt x="3302950" y="10864"/>
                  <a:pt x="3328987" y="7144"/>
                </a:cubicBezTo>
                <a:cubicBezTo>
                  <a:pt x="3336441" y="6079"/>
                  <a:pt x="3343274" y="2381"/>
                  <a:pt x="3350418" y="0"/>
                </a:cubicBezTo>
                <a:cubicBezTo>
                  <a:pt x="3419059" y="13729"/>
                  <a:pt x="3355561" y="-2229"/>
                  <a:pt x="3414712" y="21431"/>
                </a:cubicBezTo>
                <a:cubicBezTo>
                  <a:pt x="3428695" y="27024"/>
                  <a:pt x="3443287" y="30956"/>
                  <a:pt x="3457575" y="35719"/>
                </a:cubicBezTo>
                <a:cubicBezTo>
                  <a:pt x="3464719" y="38100"/>
                  <a:pt x="3471701" y="41037"/>
                  <a:pt x="3479006" y="42863"/>
                </a:cubicBezTo>
                <a:cubicBezTo>
                  <a:pt x="3519361" y="52951"/>
                  <a:pt x="3497954" y="48080"/>
                  <a:pt x="3543300" y="57150"/>
                </a:cubicBezTo>
                <a:cubicBezTo>
                  <a:pt x="3555206" y="61913"/>
                  <a:pt x="3566762" y="67667"/>
                  <a:pt x="3579018" y="71438"/>
                </a:cubicBezTo>
                <a:cubicBezTo>
                  <a:pt x="3597786" y="77213"/>
                  <a:pt x="3636168" y="85725"/>
                  <a:pt x="3636168" y="85725"/>
                </a:cubicBezTo>
                <a:cubicBezTo>
                  <a:pt x="3643312" y="90488"/>
                  <a:pt x="3650145" y="95753"/>
                  <a:pt x="3657600" y="100013"/>
                </a:cubicBezTo>
                <a:cubicBezTo>
                  <a:pt x="3666846" y="105296"/>
                  <a:pt x="3678645" y="106770"/>
                  <a:pt x="3686175" y="114300"/>
                </a:cubicBezTo>
                <a:cubicBezTo>
                  <a:pt x="3693705" y="121830"/>
                  <a:pt x="3693645" y="134694"/>
                  <a:pt x="3700462" y="142875"/>
                </a:cubicBezTo>
                <a:cubicBezTo>
                  <a:pt x="3711625" y="156272"/>
                  <a:pt x="3745192" y="165930"/>
                  <a:pt x="3757612" y="171450"/>
                </a:cubicBezTo>
                <a:cubicBezTo>
                  <a:pt x="3810578" y="194991"/>
                  <a:pt x="3763599" y="178210"/>
                  <a:pt x="3807618" y="192881"/>
                </a:cubicBezTo>
                <a:cubicBezTo>
                  <a:pt x="3814762" y="197644"/>
                  <a:pt x="3820905" y="204454"/>
                  <a:pt x="3829050" y="207169"/>
                </a:cubicBezTo>
                <a:cubicBezTo>
                  <a:pt x="3842791" y="211750"/>
                  <a:pt x="3857428" y="214313"/>
                  <a:pt x="3871912" y="214313"/>
                </a:cubicBezTo>
                <a:cubicBezTo>
                  <a:pt x="3964811" y="214313"/>
                  <a:pt x="4057649" y="209550"/>
                  <a:pt x="4150518" y="207169"/>
                </a:cubicBezTo>
                <a:cubicBezTo>
                  <a:pt x="4220583" y="183814"/>
                  <a:pt x="4121612" y="221678"/>
                  <a:pt x="4186237" y="178594"/>
                </a:cubicBezTo>
                <a:cubicBezTo>
                  <a:pt x="4194406" y="173148"/>
                  <a:pt x="4205372" y="174147"/>
                  <a:pt x="4214812" y="171450"/>
                </a:cubicBezTo>
                <a:cubicBezTo>
                  <a:pt x="4222052" y="169381"/>
                  <a:pt x="4229099" y="166687"/>
                  <a:pt x="4236243" y="164306"/>
                </a:cubicBezTo>
                <a:cubicBezTo>
                  <a:pt x="4262054" y="165824"/>
                  <a:pt x="4349323" y="154956"/>
                  <a:pt x="4386262" y="185738"/>
                </a:cubicBezTo>
                <a:cubicBezTo>
                  <a:pt x="4481502" y="265104"/>
                  <a:pt x="4317218" y="151616"/>
                  <a:pt x="4421981" y="221456"/>
                </a:cubicBezTo>
                <a:cubicBezTo>
                  <a:pt x="4454733" y="270584"/>
                  <a:pt x="4445126" y="248029"/>
                  <a:pt x="4457700" y="285750"/>
                </a:cubicBezTo>
                <a:cubicBezTo>
                  <a:pt x="4474198" y="417748"/>
                  <a:pt x="4455469" y="298260"/>
                  <a:pt x="4471987" y="364331"/>
                </a:cubicBezTo>
                <a:cubicBezTo>
                  <a:pt x="4474248" y="373376"/>
                  <a:pt x="4481691" y="417624"/>
                  <a:pt x="4486275" y="428625"/>
                </a:cubicBezTo>
                <a:cubicBezTo>
                  <a:pt x="4494467" y="448285"/>
                  <a:pt x="4514850" y="485775"/>
                  <a:pt x="4514850" y="485775"/>
                </a:cubicBezTo>
                <a:cubicBezTo>
                  <a:pt x="4517231" y="497681"/>
                  <a:pt x="4519359" y="509641"/>
                  <a:pt x="4521993" y="521494"/>
                </a:cubicBezTo>
                <a:cubicBezTo>
                  <a:pt x="4524123" y="531078"/>
                  <a:pt x="4528525" y="540270"/>
                  <a:pt x="4529137" y="550069"/>
                </a:cubicBezTo>
                <a:cubicBezTo>
                  <a:pt x="4543392" y="778146"/>
                  <a:pt x="4514410" y="684484"/>
                  <a:pt x="4543425" y="771525"/>
                </a:cubicBezTo>
                <a:cubicBezTo>
                  <a:pt x="4561580" y="898623"/>
                  <a:pt x="4540872" y="765911"/>
                  <a:pt x="4557712" y="850106"/>
                </a:cubicBezTo>
                <a:cubicBezTo>
                  <a:pt x="4560553" y="864309"/>
                  <a:pt x="4561821" y="878806"/>
                  <a:pt x="4564856" y="892969"/>
                </a:cubicBezTo>
                <a:cubicBezTo>
                  <a:pt x="4575866" y="944350"/>
                  <a:pt x="4586628" y="967134"/>
                  <a:pt x="4593431" y="1021556"/>
                </a:cubicBezTo>
                <a:lnTo>
                  <a:pt x="4600575" y="1078706"/>
                </a:lnTo>
                <a:cubicBezTo>
                  <a:pt x="4602956" y="1159669"/>
                  <a:pt x="4603570" y="1240703"/>
                  <a:pt x="4607718" y="1321594"/>
                </a:cubicBezTo>
                <a:cubicBezTo>
                  <a:pt x="4608340" y="1333720"/>
                  <a:pt x="4609432" y="1346453"/>
                  <a:pt x="4614862" y="1357313"/>
                </a:cubicBezTo>
                <a:cubicBezTo>
                  <a:pt x="4619380" y="1366349"/>
                  <a:pt x="4629149" y="1371600"/>
                  <a:pt x="4636293" y="1378744"/>
                </a:cubicBezTo>
                <a:cubicBezTo>
                  <a:pt x="4638674" y="1393031"/>
                  <a:pt x="4641234" y="1407290"/>
                  <a:pt x="4643437" y="1421606"/>
                </a:cubicBezTo>
                <a:cubicBezTo>
                  <a:pt x="4645997" y="1438248"/>
                  <a:pt x="4647279" y="1455102"/>
                  <a:pt x="4650581" y="1471613"/>
                </a:cubicBezTo>
                <a:cubicBezTo>
                  <a:pt x="4652058" y="1478997"/>
                  <a:pt x="4655344" y="1485900"/>
                  <a:pt x="4657725" y="1493044"/>
                </a:cubicBezTo>
                <a:cubicBezTo>
                  <a:pt x="4660106" y="1524000"/>
                  <a:pt x="4662057" y="1554993"/>
                  <a:pt x="4664868" y="1585913"/>
                </a:cubicBezTo>
                <a:cubicBezTo>
                  <a:pt x="4666820" y="1607387"/>
                  <a:pt x="4670144" y="1628724"/>
                  <a:pt x="4672012" y="1650206"/>
                </a:cubicBezTo>
                <a:cubicBezTo>
                  <a:pt x="4682470" y="1770470"/>
                  <a:pt x="4670281" y="1714722"/>
                  <a:pt x="4686300" y="1778794"/>
                </a:cubicBezTo>
                <a:cubicBezTo>
                  <a:pt x="4690338" y="1827253"/>
                  <a:pt x="4693033" y="1873827"/>
                  <a:pt x="4700587" y="1921669"/>
                </a:cubicBezTo>
                <a:cubicBezTo>
                  <a:pt x="4704739" y="1947966"/>
                  <a:pt x="4710498" y="1973989"/>
                  <a:pt x="4714875" y="2000250"/>
                </a:cubicBezTo>
                <a:cubicBezTo>
                  <a:pt x="4717643" y="2016859"/>
                  <a:pt x="4717180" y="2034128"/>
                  <a:pt x="4722018" y="2050256"/>
                </a:cubicBezTo>
                <a:cubicBezTo>
                  <a:pt x="4724485" y="2058480"/>
                  <a:pt x="4732046" y="2064233"/>
                  <a:pt x="4736306" y="2071688"/>
                </a:cubicBezTo>
                <a:cubicBezTo>
                  <a:pt x="4772555" y="2135125"/>
                  <a:pt x="4730075" y="2069487"/>
                  <a:pt x="4764881" y="2121694"/>
                </a:cubicBezTo>
                <a:cubicBezTo>
                  <a:pt x="4769643" y="2135981"/>
                  <a:pt x="4775515" y="2149946"/>
                  <a:pt x="4779168" y="2164556"/>
                </a:cubicBezTo>
                <a:cubicBezTo>
                  <a:pt x="4807226" y="2276788"/>
                  <a:pt x="4769717" y="2152911"/>
                  <a:pt x="4793456" y="2235994"/>
                </a:cubicBezTo>
                <a:cubicBezTo>
                  <a:pt x="4795525" y="2243234"/>
                  <a:pt x="4798531" y="2250185"/>
                  <a:pt x="4800600" y="2257425"/>
                </a:cubicBezTo>
                <a:cubicBezTo>
                  <a:pt x="4803297" y="2266865"/>
                  <a:pt x="4805046" y="2276560"/>
                  <a:pt x="4807743" y="2286000"/>
                </a:cubicBezTo>
                <a:cubicBezTo>
                  <a:pt x="4809812" y="2293240"/>
                  <a:pt x="4812818" y="2300191"/>
                  <a:pt x="4814887" y="2307431"/>
                </a:cubicBezTo>
                <a:cubicBezTo>
                  <a:pt x="4822693" y="2334752"/>
                  <a:pt x="4833036" y="2387752"/>
                  <a:pt x="4836318" y="2407444"/>
                </a:cubicBezTo>
                <a:cubicBezTo>
                  <a:pt x="4852018" y="2501638"/>
                  <a:pt x="4834537" y="2469065"/>
                  <a:pt x="4864893" y="2514600"/>
                </a:cubicBezTo>
                <a:cubicBezTo>
                  <a:pt x="4867274" y="2524125"/>
                  <a:pt x="4869980" y="2533575"/>
                  <a:pt x="4872037" y="2543175"/>
                </a:cubicBezTo>
                <a:cubicBezTo>
                  <a:pt x="4877125" y="2566920"/>
                  <a:pt x="4878646" y="2591575"/>
                  <a:pt x="4886325" y="2614613"/>
                </a:cubicBezTo>
                <a:cubicBezTo>
                  <a:pt x="4891087" y="2628900"/>
                  <a:pt x="4889963" y="2646826"/>
                  <a:pt x="4900612" y="2657475"/>
                </a:cubicBezTo>
                <a:lnTo>
                  <a:pt x="4922043" y="2678906"/>
                </a:lnTo>
                <a:cubicBezTo>
                  <a:pt x="4924424" y="2695575"/>
                  <a:pt x="4926175" y="2712346"/>
                  <a:pt x="4929187" y="2728913"/>
                </a:cubicBezTo>
                <a:cubicBezTo>
                  <a:pt x="4930943" y="2738573"/>
                  <a:pt x="4935578" y="2747699"/>
                  <a:pt x="4936331" y="2757488"/>
                </a:cubicBezTo>
                <a:cubicBezTo>
                  <a:pt x="4940353" y="2809775"/>
                  <a:pt x="4942284" y="2883694"/>
                  <a:pt x="4943475" y="2914650"/>
                </a:cubicBezTo>
                <a:cubicBezTo>
                  <a:pt x="4944666" y="2945606"/>
                  <a:pt x="4941094" y="2930128"/>
                  <a:pt x="4943475" y="2943225"/>
                </a:cubicBezTo>
                <a:cubicBezTo>
                  <a:pt x="4945856" y="2956322"/>
                  <a:pt x="4948237" y="2980135"/>
                  <a:pt x="4957762" y="2993232"/>
                </a:cubicBezTo>
                <a:cubicBezTo>
                  <a:pt x="4967287" y="3006329"/>
                  <a:pt x="4982766" y="3013472"/>
                  <a:pt x="5000625" y="3021806"/>
                </a:cubicBezTo>
                <a:cubicBezTo>
                  <a:pt x="5018484" y="3030140"/>
                  <a:pt x="5064918" y="3043238"/>
                  <a:pt x="5064918" y="3043238"/>
                </a:cubicBezTo>
                <a:cubicBezTo>
                  <a:pt x="5074443" y="3050382"/>
                  <a:pt x="5085744" y="3055629"/>
                  <a:pt x="5093493" y="3064669"/>
                </a:cubicBezTo>
                <a:cubicBezTo>
                  <a:pt x="5107031" y="3080463"/>
                  <a:pt x="5107325" y="3096941"/>
                  <a:pt x="5114925" y="3114675"/>
                </a:cubicBezTo>
                <a:cubicBezTo>
                  <a:pt x="5119120" y="3124463"/>
                  <a:pt x="5124450" y="3133725"/>
                  <a:pt x="5129212" y="3143250"/>
                </a:cubicBezTo>
                <a:cubicBezTo>
                  <a:pt x="5133291" y="3163647"/>
                  <a:pt x="5137446" y="3187364"/>
                  <a:pt x="5143500" y="3207544"/>
                </a:cubicBezTo>
                <a:cubicBezTo>
                  <a:pt x="5147827" y="3221969"/>
                  <a:pt x="5154134" y="3235796"/>
                  <a:pt x="5157787" y="3250406"/>
                </a:cubicBezTo>
                <a:lnTo>
                  <a:pt x="5172075" y="3307556"/>
                </a:lnTo>
                <a:cubicBezTo>
                  <a:pt x="5174456" y="3333750"/>
                  <a:pt x="5175116" y="3360158"/>
                  <a:pt x="5179218" y="3386138"/>
                </a:cubicBezTo>
                <a:cubicBezTo>
                  <a:pt x="5184052" y="3416754"/>
                  <a:pt x="5191622" y="3437636"/>
                  <a:pt x="5200650" y="3464719"/>
                </a:cubicBezTo>
                <a:lnTo>
                  <a:pt x="5207793" y="3521869"/>
                </a:lnTo>
              </a:path>
            </a:pathLst>
          </a:custGeom>
          <a:no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B2CEC32-0CDA-497A-8A8B-FFBEC25C585D}"/>
              </a:ext>
            </a:extLst>
          </p:cNvPr>
          <p:cNvSpPr/>
          <p:nvPr/>
        </p:nvSpPr>
        <p:spPr>
          <a:xfrm>
            <a:off x="8292701" y="2345530"/>
            <a:ext cx="83345" cy="10953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A377BB15-5BC0-4E61-B0C4-41D79824C928}"/>
              </a:ext>
            </a:extLst>
          </p:cNvPr>
          <p:cNvSpPr/>
          <p:nvPr/>
        </p:nvSpPr>
        <p:spPr>
          <a:xfrm>
            <a:off x="4495800" y="2290761"/>
            <a:ext cx="83345" cy="10953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570B7D02-E009-4087-B742-BD58A330DBFA}"/>
              </a:ext>
            </a:extLst>
          </p:cNvPr>
          <p:cNvSpPr/>
          <p:nvPr/>
        </p:nvSpPr>
        <p:spPr>
          <a:xfrm rot="589166">
            <a:off x="4432712" y="2857239"/>
            <a:ext cx="199601" cy="31262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AB7D247-0AAF-4EAB-8477-BDDB657FA185}"/>
              </a:ext>
            </a:extLst>
          </p:cNvPr>
          <p:cNvSpPr/>
          <p:nvPr/>
        </p:nvSpPr>
        <p:spPr>
          <a:xfrm rot="21160738">
            <a:off x="8296909" y="2759292"/>
            <a:ext cx="159986" cy="305636"/>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3241746-EC81-4519-A6E1-6E2734C21932}"/>
              </a:ext>
            </a:extLst>
          </p:cNvPr>
          <p:cNvSpPr/>
          <p:nvPr/>
        </p:nvSpPr>
        <p:spPr>
          <a:xfrm rot="20501162">
            <a:off x="8594313" y="4058161"/>
            <a:ext cx="168788" cy="33854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6E3ABA7-5813-41C6-931A-C7AFA0B90B9D}"/>
              </a:ext>
            </a:extLst>
          </p:cNvPr>
          <p:cNvSpPr/>
          <p:nvPr/>
        </p:nvSpPr>
        <p:spPr>
          <a:xfrm rot="20238734">
            <a:off x="8767620" y="4515755"/>
            <a:ext cx="171518" cy="357964"/>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22CDE42-CD0A-4499-9C52-71A5AF44E65C}"/>
              </a:ext>
            </a:extLst>
          </p:cNvPr>
          <p:cNvSpPr/>
          <p:nvPr/>
        </p:nvSpPr>
        <p:spPr>
          <a:xfrm rot="1350933">
            <a:off x="4225042" y="4117715"/>
            <a:ext cx="142474" cy="35255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7927707-8ADE-4199-92CB-A6D6F7BC1CC0}"/>
              </a:ext>
            </a:extLst>
          </p:cNvPr>
          <p:cNvSpPr/>
          <p:nvPr/>
        </p:nvSpPr>
        <p:spPr>
          <a:xfrm rot="1350933">
            <a:off x="3989809" y="4554616"/>
            <a:ext cx="142825" cy="333265"/>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539E20B9-44FA-48E1-B907-8F8CB73954F1}"/>
              </a:ext>
            </a:extLst>
          </p:cNvPr>
          <p:cNvSpPr/>
          <p:nvPr/>
        </p:nvSpPr>
        <p:spPr>
          <a:xfrm>
            <a:off x="5536406" y="1026223"/>
            <a:ext cx="1693069" cy="1882430"/>
          </a:xfrm>
          <a:custGeom>
            <a:avLst/>
            <a:gdLst>
              <a:gd name="connsiteX0" fmla="*/ 792957 w 1693069"/>
              <a:gd name="connsiteY0" fmla="*/ 2477 h 1882430"/>
              <a:gd name="connsiteX1" fmla="*/ 800100 w 1693069"/>
              <a:gd name="connsiteY1" fmla="*/ 52483 h 1882430"/>
              <a:gd name="connsiteX2" fmla="*/ 785813 w 1693069"/>
              <a:gd name="connsiteY2" fmla="*/ 252508 h 1882430"/>
              <a:gd name="connsiteX3" fmla="*/ 778669 w 1693069"/>
              <a:gd name="connsiteY3" fmla="*/ 273940 h 1882430"/>
              <a:gd name="connsiteX4" fmla="*/ 764382 w 1693069"/>
              <a:gd name="connsiteY4" fmla="*/ 545402 h 1882430"/>
              <a:gd name="connsiteX5" fmla="*/ 742950 w 1693069"/>
              <a:gd name="connsiteY5" fmla="*/ 631127 h 1882430"/>
              <a:gd name="connsiteX6" fmla="*/ 728663 w 1693069"/>
              <a:gd name="connsiteY6" fmla="*/ 659702 h 1882430"/>
              <a:gd name="connsiteX7" fmla="*/ 707232 w 1693069"/>
              <a:gd name="connsiteY7" fmla="*/ 673990 h 1882430"/>
              <a:gd name="connsiteX8" fmla="*/ 692944 w 1693069"/>
              <a:gd name="connsiteY8" fmla="*/ 702565 h 1882430"/>
              <a:gd name="connsiteX9" fmla="*/ 635794 w 1693069"/>
              <a:gd name="connsiteY9" fmla="*/ 731140 h 1882430"/>
              <a:gd name="connsiteX10" fmla="*/ 614363 w 1693069"/>
              <a:gd name="connsiteY10" fmla="*/ 745427 h 1882430"/>
              <a:gd name="connsiteX11" fmla="*/ 471488 w 1693069"/>
              <a:gd name="connsiteY11" fmla="*/ 731140 h 1882430"/>
              <a:gd name="connsiteX12" fmla="*/ 442913 w 1693069"/>
              <a:gd name="connsiteY12" fmla="*/ 723996 h 1882430"/>
              <a:gd name="connsiteX13" fmla="*/ 392907 w 1693069"/>
              <a:gd name="connsiteY13" fmla="*/ 716852 h 1882430"/>
              <a:gd name="connsiteX14" fmla="*/ 357188 w 1693069"/>
              <a:gd name="connsiteY14" fmla="*/ 709708 h 1882430"/>
              <a:gd name="connsiteX15" fmla="*/ 207169 w 1693069"/>
              <a:gd name="connsiteY15" fmla="*/ 716852 h 1882430"/>
              <a:gd name="connsiteX16" fmla="*/ 178594 w 1693069"/>
              <a:gd name="connsiteY16" fmla="*/ 731140 h 1882430"/>
              <a:gd name="connsiteX17" fmla="*/ 128588 w 1693069"/>
              <a:gd name="connsiteY17" fmla="*/ 781146 h 1882430"/>
              <a:gd name="connsiteX18" fmla="*/ 85725 w 1693069"/>
              <a:gd name="connsiteY18" fmla="*/ 816865 h 1882430"/>
              <a:gd name="connsiteX19" fmla="*/ 64294 w 1693069"/>
              <a:gd name="connsiteY19" fmla="*/ 874015 h 1882430"/>
              <a:gd name="connsiteX20" fmla="*/ 50007 w 1693069"/>
              <a:gd name="connsiteY20" fmla="*/ 902590 h 1882430"/>
              <a:gd name="connsiteX21" fmla="*/ 42863 w 1693069"/>
              <a:gd name="connsiteY21" fmla="*/ 931165 h 1882430"/>
              <a:gd name="connsiteX22" fmla="*/ 28575 w 1693069"/>
              <a:gd name="connsiteY22" fmla="*/ 966883 h 1882430"/>
              <a:gd name="connsiteX23" fmla="*/ 21432 w 1693069"/>
              <a:gd name="connsiteY23" fmla="*/ 1024033 h 1882430"/>
              <a:gd name="connsiteX24" fmla="*/ 7144 w 1693069"/>
              <a:gd name="connsiteY24" fmla="*/ 1066896 h 1882430"/>
              <a:gd name="connsiteX25" fmla="*/ 0 w 1693069"/>
              <a:gd name="connsiteY25" fmla="*/ 1109758 h 1882430"/>
              <a:gd name="connsiteX26" fmla="*/ 7144 w 1693069"/>
              <a:gd name="connsiteY26" fmla="*/ 1216915 h 1882430"/>
              <a:gd name="connsiteX27" fmla="*/ 21432 w 1693069"/>
              <a:gd name="connsiteY27" fmla="*/ 1259777 h 1882430"/>
              <a:gd name="connsiteX28" fmla="*/ 28575 w 1693069"/>
              <a:gd name="connsiteY28" fmla="*/ 1295496 h 1882430"/>
              <a:gd name="connsiteX29" fmla="*/ 42863 w 1693069"/>
              <a:gd name="connsiteY29" fmla="*/ 1316927 h 1882430"/>
              <a:gd name="connsiteX30" fmla="*/ 57150 w 1693069"/>
              <a:gd name="connsiteY30" fmla="*/ 1359790 h 1882430"/>
              <a:gd name="connsiteX31" fmla="*/ 64294 w 1693069"/>
              <a:gd name="connsiteY31" fmla="*/ 1381221 h 1882430"/>
              <a:gd name="connsiteX32" fmla="*/ 71438 w 1693069"/>
              <a:gd name="connsiteY32" fmla="*/ 1402652 h 1882430"/>
              <a:gd name="connsiteX33" fmla="*/ 92869 w 1693069"/>
              <a:gd name="connsiteY33" fmla="*/ 1459802 h 1882430"/>
              <a:gd name="connsiteX34" fmla="*/ 107157 w 1693069"/>
              <a:gd name="connsiteY34" fmla="*/ 1488377 h 1882430"/>
              <a:gd name="connsiteX35" fmla="*/ 135732 w 1693069"/>
              <a:gd name="connsiteY35" fmla="*/ 1552671 h 1882430"/>
              <a:gd name="connsiteX36" fmla="*/ 157163 w 1693069"/>
              <a:gd name="connsiteY36" fmla="*/ 1581246 h 1882430"/>
              <a:gd name="connsiteX37" fmla="*/ 200025 w 1693069"/>
              <a:gd name="connsiteY37" fmla="*/ 1652683 h 1882430"/>
              <a:gd name="connsiteX38" fmla="*/ 214313 w 1693069"/>
              <a:gd name="connsiteY38" fmla="*/ 1681258 h 1882430"/>
              <a:gd name="connsiteX39" fmla="*/ 235744 w 1693069"/>
              <a:gd name="connsiteY39" fmla="*/ 1695546 h 1882430"/>
              <a:gd name="connsiteX40" fmla="*/ 285750 w 1693069"/>
              <a:gd name="connsiteY40" fmla="*/ 1759840 h 1882430"/>
              <a:gd name="connsiteX41" fmla="*/ 342900 w 1693069"/>
              <a:gd name="connsiteY41" fmla="*/ 1781271 h 1882430"/>
              <a:gd name="connsiteX42" fmla="*/ 421482 w 1693069"/>
              <a:gd name="connsiteY42" fmla="*/ 1809846 h 1882430"/>
              <a:gd name="connsiteX43" fmla="*/ 457200 w 1693069"/>
              <a:gd name="connsiteY43" fmla="*/ 1816990 h 1882430"/>
              <a:gd name="connsiteX44" fmla="*/ 478632 w 1693069"/>
              <a:gd name="connsiteY44" fmla="*/ 1824133 h 1882430"/>
              <a:gd name="connsiteX45" fmla="*/ 507207 w 1693069"/>
              <a:gd name="connsiteY45" fmla="*/ 1838421 h 1882430"/>
              <a:gd name="connsiteX46" fmla="*/ 564357 w 1693069"/>
              <a:gd name="connsiteY46" fmla="*/ 1845565 h 1882430"/>
              <a:gd name="connsiteX47" fmla="*/ 607219 w 1693069"/>
              <a:gd name="connsiteY47" fmla="*/ 1852708 h 1882430"/>
              <a:gd name="connsiteX48" fmla="*/ 792957 w 1693069"/>
              <a:gd name="connsiteY48" fmla="*/ 1866996 h 1882430"/>
              <a:gd name="connsiteX49" fmla="*/ 1135857 w 1693069"/>
              <a:gd name="connsiteY49" fmla="*/ 1859852 h 1882430"/>
              <a:gd name="connsiteX50" fmla="*/ 1178719 w 1693069"/>
              <a:gd name="connsiteY50" fmla="*/ 1845565 h 1882430"/>
              <a:gd name="connsiteX51" fmla="*/ 1200150 w 1693069"/>
              <a:gd name="connsiteY51" fmla="*/ 1824133 h 1882430"/>
              <a:gd name="connsiteX52" fmla="*/ 1221582 w 1693069"/>
              <a:gd name="connsiteY52" fmla="*/ 1816990 h 1882430"/>
              <a:gd name="connsiteX53" fmla="*/ 1250157 w 1693069"/>
              <a:gd name="connsiteY53" fmla="*/ 1802702 h 1882430"/>
              <a:gd name="connsiteX54" fmla="*/ 1300163 w 1693069"/>
              <a:gd name="connsiteY54" fmla="*/ 1788415 h 1882430"/>
              <a:gd name="connsiteX55" fmla="*/ 1328738 w 1693069"/>
              <a:gd name="connsiteY55" fmla="*/ 1774127 h 1882430"/>
              <a:gd name="connsiteX56" fmla="*/ 1350169 w 1693069"/>
              <a:gd name="connsiteY56" fmla="*/ 1752696 h 1882430"/>
              <a:gd name="connsiteX57" fmla="*/ 1371600 w 1693069"/>
              <a:gd name="connsiteY57" fmla="*/ 1738408 h 1882430"/>
              <a:gd name="connsiteX58" fmla="*/ 1414463 w 1693069"/>
              <a:gd name="connsiteY58" fmla="*/ 1702690 h 1882430"/>
              <a:gd name="connsiteX59" fmla="*/ 1435894 w 1693069"/>
              <a:gd name="connsiteY59" fmla="*/ 1674115 h 1882430"/>
              <a:gd name="connsiteX60" fmla="*/ 1457325 w 1693069"/>
              <a:gd name="connsiteY60" fmla="*/ 1659827 h 1882430"/>
              <a:gd name="connsiteX61" fmla="*/ 1500188 w 1693069"/>
              <a:gd name="connsiteY61" fmla="*/ 1602677 h 1882430"/>
              <a:gd name="connsiteX62" fmla="*/ 1528763 w 1693069"/>
              <a:gd name="connsiteY62" fmla="*/ 1581246 h 1882430"/>
              <a:gd name="connsiteX63" fmla="*/ 1550194 w 1693069"/>
              <a:gd name="connsiteY63" fmla="*/ 1552671 h 1882430"/>
              <a:gd name="connsiteX64" fmla="*/ 1578769 w 1693069"/>
              <a:gd name="connsiteY64" fmla="*/ 1524096 h 1882430"/>
              <a:gd name="connsiteX65" fmla="*/ 1607344 w 1693069"/>
              <a:gd name="connsiteY65" fmla="*/ 1474090 h 1882430"/>
              <a:gd name="connsiteX66" fmla="*/ 1621632 w 1693069"/>
              <a:gd name="connsiteY66" fmla="*/ 1431227 h 1882430"/>
              <a:gd name="connsiteX67" fmla="*/ 1650207 w 1693069"/>
              <a:gd name="connsiteY67" fmla="*/ 1381221 h 1882430"/>
              <a:gd name="connsiteX68" fmla="*/ 1657350 w 1693069"/>
              <a:gd name="connsiteY68" fmla="*/ 1345502 h 1882430"/>
              <a:gd name="connsiteX69" fmla="*/ 1671638 w 1693069"/>
              <a:gd name="connsiteY69" fmla="*/ 1288352 h 1882430"/>
              <a:gd name="connsiteX70" fmla="*/ 1678782 w 1693069"/>
              <a:gd name="connsiteY70" fmla="*/ 1231202 h 1882430"/>
              <a:gd name="connsiteX71" fmla="*/ 1693069 w 1693069"/>
              <a:gd name="connsiteY71" fmla="*/ 1138333 h 1882430"/>
              <a:gd name="connsiteX72" fmla="*/ 1685925 w 1693069"/>
              <a:gd name="connsiteY72" fmla="*/ 874015 h 1882430"/>
              <a:gd name="connsiteX73" fmla="*/ 1671638 w 1693069"/>
              <a:gd name="connsiteY73" fmla="*/ 788290 h 1882430"/>
              <a:gd name="connsiteX74" fmla="*/ 1664494 w 1693069"/>
              <a:gd name="connsiteY74" fmla="*/ 766858 h 1882430"/>
              <a:gd name="connsiteX75" fmla="*/ 1593057 w 1693069"/>
              <a:gd name="connsiteY75" fmla="*/ 723996 h 1882430"/>
              <a:gd name="connsiteX76" fmla="*/ 1571625 w 1693069"/>
              <a:gd name="connsiteY76" fmla="*/ 716852 h 1882430"/>
              <a:gd name="connsiteX77" fmla="*/ 1550194 w 1693069"/>
              <a:gd name="connsiteY77" fmla="*/ 702565 h 1882430"/>
              <a:gd name="connsiteX78" fmla="*/ 1507332 w 1693069"/>
              <a:gd name="connsiteY78" fmla="*/ 695421 h 1882430"/>
              <a:gd name="connsiteX79" fmla="*/ 1478757 w 1693069"/>
              <a:gd name="connsiteY79" fmla="*/ 688277 h 1882430"/>
              <a:gd name="connsiteX80" fmla="*/ 1185863 w 1693069"/>
              <a:gd name="connsiteY80" fmla="*/ 695421 h 1882430"/>
              <a:gd name="connsiteX81" fmla="*/ 1143000 w 1693069"/>
              <a:gd name="connsiteY81" fmla="*/ 709708 h 1882430"/>
              <a:gd name="connsiteX82" fmla="*/ 1121569 w 1693069"/>
              <a:gd name="connsiteY82" fmla="*/ 716852 h 1882430"/>
              <a:gd name="connsiteX83" fmla="*/ 1100138 w 1693069"/>
              <a:gd name="connsiteY83" fmla="*/ 723996 h 1882430"/>
              <a:gd name="connsiteX84" fmla="*/ 1035844 w 1693069"/>
              <a:gd name="connsiteY84" fmla="*/ 738283 h 1882430"/>
              <a:gd name="connsiteX85" fmla="*/ 985838 w 1693069"/>
              <a:gd name="connsiteY85" fmla="*/ 716852 h 1882430"/>
              <a:gd name="connsiteX86" fmla="*/ 957263 w 1693069"/>
              <a:gd name="connsiteY86" fmla="*/ 666846 h 1882430"/>
              <a:gd name="connsiteX87" fmla="*/ 942975 w 1693069"/>
              <a:gd name="connsiteY87" fmla="*/ 609696 h 1882430"/>
              <a:gd name="connsiteX88" fmla="*/ 928688 w 1693069"/>
              <a:gd name="connsiteY88" fmla="*/ 588265 h 1882430"/>
              <a:gd name="connsiteX89" fmla="*/ 921544 w 1693069"/>
              <a:gd name="connsiteY89" fmla="*/ 545402 h 1882430"/>
              <a:gd name="connsiteX90" fmla="*/ 914400 w 1693069"/>
              <a:gd name="connsiteY90" fmla="*/ 523971 h 1882430"/>
              <a:gd name="connsiteX91" fmla="*/ 907257 w 1693069"/>
              <a:gd name="connsiteY91" fmla="*/ 402527 h 1882430"/>
              <a:gd name="connsiteX92" fmla="*/ 900113 w 1693069"/>
              <a:gd name="connsiteY92" fmla="*/ 366808 h 1882430"/>
              <a:gd name="connsiteX93" fmla="*/ 892969 w 1693069"/>
              <a:gd name="connsiteY93" fmla="*/ 316802 h 1882430"/>
              <a:gd name="connsiteX94" fmla="*/ 871538 w 1693069"/>
              <a:gd name="connsiteY94" fmla="*/ 52483 h 1882430"/>
              <a:gd name="connsiteX95" fmla="*/ 864394 w 1693069"/>
              <a:gd name="connsiteY95" fmla="*/ 23908 h 1882430"/>
              <a:gd name="connsiteX96" fmla="*/ 792957 w 1693069"/>
              <a:gd name="connsiteY96" fmla="*/ 2477 h 1882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693069" h="1882430">
                <a:moveTo>
                  <a:pt x="792957" y="2477"/>
                </a:moveTo>
                <a:cubicBezTo>
                  <a:pt x="782241" y="7239"/>
                  <a:pt x="800100" y="35645"/>
                  <a:pt x="800100" y="52483"/>
                </a:cubicBezTo>
                <a:cubicBezTo>
                  <a:pt x="800100" y="146098"/>
                  <a:pt x="805534" y="183485"/>
                  <a:pt x="785813" y="252508"/>
                </a:cubicBezTo>
                <a:cubicBezTo>
                  <a:pt x="783744" y="259749"/>
                  <a:pt x="781050" y="266796"/>
                  <a:pt x="778669" y="273940"/>
                </a:cubicBezTo>
                <a:cubicBezTo>
                  <a:pt x="760378" y="456840"/>
                  <a:pt x="784947" y="195791"/>
                  <a:pt x="764382" y="545402"/>
                </a:cubicBezTo>
                <a:cubicBezTo>
                  <a:pt x="763026" y="568447"/>
                  <a:pt x="753226" y="610574"/>
                  <a:pt x="742950" y="631127"/>
                </a:cubicBezTo>
                <a:cubicBezTo>
                  <a:pt x="738188" y="640652"/>
                  <a:pt x="735480" y="651521"/>
                  <a:pt x="728663" y="659702"/>
                </a:cubicBezTo>
                <a:cubicBezTo>
                  <a:pt x="723167" y="666298"/>
                  <a:pt x="714376" y="669227"/>
                  <a:pt x="707232" y="673990"/>
                </a:cubicBezTo>
                <a:cubicBezTo>
                  <a:pt x="702469" y="683515"/>
                  <a:pt x="699762" y="694384"/>
                  <a:pt x="692944" y="702565"/>
                </a:cubicBezTo>
                <a:cubicBezTo>
                  <a:pt x="681123" y="716750"/>
                  <a:pt x="649194" y="724440"/>
                  <a:pt x="635794" y="731140"/>
                </a:cubicBezTo>
                <a:cubicBezTo>
                  <a:pt x="628115" y="734980"/>
                  <a:pt x="621507" y="740665"/>
                  <a:pt x="614363" y="745427"/>
                </a:cubicBezTo>
                <a:cubicBezTo>
                  <a:pt x="573451" y="742018"/>
                  <a:pt x="514277" y="738271"/>
                  <a:pt x="471488" y="731140"/>
                </a:cubicBezTo>
                <a:cubicBezTo>
                  <a:pt x="461803" y="729526"/>
                  <a:pt x="452573" y="725752"/>
                  <a:pt x="442913" y="723996"/>
                </a:cubicBezTo>
                <a:cubicBezTo>
                  <a:pt x="426347" y="720984"/>
                  <a:pt x="409516" y="719620"/>
                  <a:pt x="392907" y="716852"/>
                </a:cubicBezTo>
                <a:cubicBezTo>
                  <a:pt x="380930" y="714856"/>
                  <a:pt x="369094" y="712089"/>
                  <a:pt x="357188" y="709708"/>
                </a:cubicBezTo>
                <a:cubicBezTo>
                  <a:pt x="307182" y="712089"/>
                  <a:pt x="256875" y="710887"/>
                  <a:pt x="207169" y="716852"/>
                </a:cubicBezTo>
                <a:cubicBezTo>
                  <a:pt x="196596" y="718121"/>
                  <a:pt x="187840" y="725856"/>
                  <a:pt x="178594" y="731140"/>
                </a:cubicBezTo>
                <a:cubicBezTo>
                  <a:pt x="146578" y="749435"/>
                  <a:pt x="158793" y="746625"/>
                  <a:pt x="128588" y="781146"/>
                </a:cubicBezTo>
                <a:cubicBezTo>
                  <a:pt x="109337" y="803148"/>
                  <a:pt x="108551" y="801648"/>
                  <a:pt x="85725" y="816865"/>
                </a:cubicBezTo>
                <a:cubicBezTo>
                  <a:pt x="56381" y="860882"/>
                  <a:pt x="84891" y="812223"/>
                  <a:pt x="64294" y="874015"/>
                </a:cubicBezTo>
                <a:cubicBezTo>
                  <a:pt x="60926" y="884118"/>
                  <a:pt x="53746" y="892619"/>
                  <a:pt x="50007" y="902590"/>
                </a:cubicBezTo>
                <a:cubicBezTo>
                  <a:pt x="46560" y="911783"/>
                  <a:pt x="45968" y="921851"/>
                  <a:pt x="42863" y="931165"/>
                </a:cubicBezTo>
                <a:cubicBezTo>
                  <a:pt x="38808" y="943330"/>
                  <a:pt x="33338" y="954977"/>
                  <a:pt x="28575" y="966883"/>
                </a:cubicBezTo>
                <a:cubicBezTo>
                  <a:pt x="26194" y="985933"/>
                  <a:pt x="25455" y="1005261"/>
                  <a:pt x="21432" y="1024033"/>
                </a:cubicBezTo>
                <a:cubicBezTo>
                  <a:pt x="18276" y="1038759"/>
                  <a:pt x="9620" y="1052040"/>
                  <a:pt x="7144" y="1066896"/>
                </a:cubicBezTo>
                <a:lnTo>
                  <a:pt x="0" y="1109758"/>
                </a:lnTo>
                <a:cubicBezTo>
                  <a:pt x="2381" y="1145477"/>
                  <a:pt x="2081" y="1181477"/>
                  <a:pt x="7144" y="1216915"/>
                </a:cubicBezTo>
                <a:cubicBezTo>
                  <a:pt x="9274" y="1231824"/>
                  <a:pt x="17469" y="1245247"/>
                  <a:pt x="21432" y="1259777"/>
                </a:cubicBezTo>
                <a:cubicBezTo>
                  <a:pt x="24627" y="1271491"/>
                  <a:pt x="24312" y="1284127"/>
                  <a:pt x="28575" y="1295496"/>
                </a:cubicBezTo>
                <a:cubicBezTo>
                  <a:pt x="31590" y="1303535"/>
                  <a:pt x="39376" y="1309081"/>
                  <a:pt x="42863" y="1316927"/>
                </a:cubicBezTo>
                <a:cubicBezTo>
                  <a:pt x="48980" y="1330689"/>
                  <a:pt x="52388" y="1345502"/>
                  <a:pt x="57150" y="1359790"/>
                </a:cubicBezTo>
                <a:lnTo>
                  <a:pt x="64294" y="1381221"/>
                </a:lnTo>
                <a:cubicBezTo>
                  <a:pt x="66675" y="1388365"/>
                  <a:pt x="68071" y="1395917"/>
                  <a:pt x="71438" y="1402652"/>
                </a:cubicBezTo>
                <a:cubicBezTo>
                  <a:pt x="111221" y="1482220"/>
                  <a:pt x="63684" y="1381979"/>
                  <a:pt x="92869" y="1459802"/>
                </a:cubicBezTo>
                <a:cubicBezTo>
                  <a:pt x="96608" y="1469773"/>
                  <a:pt x="102832" y="1478645"/>
                  <a:pt x="107157" y="1488377"/>
                </a:cubicBezTo>
                <a:cubicBezTo>
                  <a:pt x="117583" y="1511835"/>
                  <a:pt x="122200" y="1531020"/>
                  <a:pt x="135732" y="1552671"/>
                </a:cubicBezTo>
                <a:cubicBezTo>
                  <a:pt x="142042" y="1562767"/>
                  <a:pt x="150725" y="1571231"/>
                  <a:pt x="157163" y="1581246"/>
                </a:cubicBezTo>
                <a:cubicBezTo>
                  <a:pt x="172180" y="1604605"/>
                  <a:pt x="187606" y="1627845"/>
                  <a:pt x="200025" y="1652683"/>
                </a:cubicBezTo>
                <a:cubicBezTo>
                  <a:pt x="204788" y="1662208"/>
                  <a:pt x="207495" y="1673077"/>
                  <a:pt x="214313" y="1681258"/>
                </a:cubicBezTo>
                <a:cubicBezTo>
                  <a:pt x="219809" y="1687854"/>
                  <a:pt x="228600" y="1690783"/>
                  <a:pt x="235744" y="1695546"/>
                </a:cubicBezTo>
                <a:cubicBezTo>
                  <a:pt x="245465" y="1710127"/>
                  <a:pt x="266568" y="1747851"/>
                  <a:pt x="285750" y="1759840"/>
                </a:cubicBezTo>
                <a:cubicBezTo>
                  <a:pt x="299549" y="1768465"/>
                  <a:pt x="326281" y="1775039"/>
                  <a:pt x="342900" y="1781271"/>
                </a:cubicBezTo>
                <a:cubicBezTo>
                  <a:pt x="376979" y="1794051"/>
                  <a:pt x="384802" y="1799842"/>
                  <a:pt x="421482" y="1809846"/>
                </a:cubicBezTo>
                <a:cubicBezTo>
                  <a:pt x="433196" y="1813041"/>
                  <a:pt x="445421" y="1814045"/>
                  <a:pt x="457200" y="1816990"/>
                </a:cubicBezTo>
                <a:cubicBezTo>
                  <a:pt x="464506" y="1818816"/>
                  <a:pt x="471711" y="1821167"/>
                  <a:pt x="478632" y="1824133"/>
                </a:cubicBezTo>
                <a:cubicBezTo>
                  <a:pt x="488420" y="1828328"/>
                  <a:pt x="496876" y="1835838"/>
                  <a:pt x="507207" y="1838421"/>
                </a:cubicBezTo>
                <a:cubicBezTo>
                  <a:pt x="525832" y="1843077"/>
                  <a:pt x="545352" y="1842850"/>
                  <a:pt x="564357" y="1845565"/>
                </a:cubicBezTo>
                <a:cubicBezTo>
                  <a:pt x="578696" y="1847613"/>
                  <a:pt x="592798" y="1851356"/>
                  <a:pt x="607219" y="1852708"/>
                </a:cubicBezTo>
                <a:cubicBezTo>
                  <a:pt x="669043" y="1858504"/>
                  <a:pt x="731044" y="1862233"/>
                  <a:pt x="792957" y="1866996"/>
                </a:cubicBezTo>
                <a:cubicBezTo>
                  <a:pt x="924473" y="1893301"/>
                  <a:pt x="856363" y="1882668"/>
                  <a:pt x="1135857" y="1859852"/>
                </a:cubicBezTo>
                <a:cubicBezTo>
                  <a:pt x="1150867" y="1858627"/>
                  <a:pt x="1178719" y="1845565"/>
                  <a:pt x="1178719" y="1845565"/>
                </a:cubicBezTo>
                <a:cubicBezTo>
                  <a:pt x="1185863" y="1838421"/>
                  <a:pt x="1191744" y="1829737"/>
                  <a:pt x="1200150" y="1824133"/>
                </a:cubicBezTo>
                <a:cubicBezTo>
                  <a:pt x="1206416" y="1819956"/>
                  <a:pt x="1214661" y="1819956"/>
                  <a:pt x="1221582" y="1816990"/>
                </a:cubicBezTo>
                <a:cubicBezTo>
                  <a:pt x="1231370" y="1812795"/>
                  <a:pt x="1240369" y="1806897"/>
                  <a:pt x="1250157" y="1802702"/>
                </a:cubicBezTo>
                <a:cubicBezTo>
                  <a:pt x="1264508" y="1796551"/>
                  <a:pt x="1285657" y="1792041"/>
                  <a:pt x="1300163" y="1788415"/>
                </a:cubicBezTo>
                <a:cubicBezTo>
                  <a:pt x="1309688" y="1783652"/>
                  <a:pt x="1320072" y="1780317"/>
                  <a:pt x="1328738" y="1774127"/>
                </a:cubicBezTo>
                <a:cubicBezTo>
                  <a:pt x="1336959" y="1768255"/>
                  <a:pt x="1342408" y="1759164"/>
                  <a:pt x="1350169" y="1752696"/>
                </a:cubicBezTo>
                <a:cubicBezTo>
                  <a:pt x="1356765" y="1747199"/>
                  <a:pt x="1364456" y="1743171"/>
                  <a:pt x="1371600" y="1738408"/>
                </a:cubicBezTo>
                <a:cubicBezTo>
                  <a:pt x="1408036" y="1683756"/>
                  <a:pt x="1358065" y="1751031"/>
                  <a:pt x="1414463" y="1702690"/>
                </a:cubicBezTo>
                <a:cubicBezTo>
                  <a:pt x="1423503" y="1694942"/>
                  <a:pt x="1427475" y="1682534"/>
                  <a:pt x="1435894" y="1674115"/>
                </a:cubicBezTo>
                <a:cubicBezTo>
                  <a:pt x="1441965" y="1668044"/>
                  <a:pt x="1450729" y="1665323"/>
                  <a:pt x="1457325" y="1659827"/>
                </a:cubicBezTo>
                <a:cubicBezTo>
                  <a:pt x="1504543" y="1620479"/>
                  <a:pt x="1451614" y="1658190"/>
                  <a:pt x="1500188" y="1602677"/>
                </a:cubicBezTo>
                <a:cubicBezTo>
                  <a:pt x="1508028" y="1593717"/>
                  <a:pt x="1520344" y="1589665"/>
                  <a:pt x="1528763" y="1581246"/>
                </a:cubicBezTo>
                <a:cubicBezTo>
                  <a:pt x="1537182" y="1572827"/>
                  <a:pt x="1542354" y="1561631"/>
                  <a:pt x="1550194" y="1552671"/>
                </a:cubicBezTo>
                <a:cubicBezTo>
                  <a:pt x="1559064" y="1542533"/>
                  <a:pt x="1569244" y="1533621"/>
                  <a:pt x="1578769" y="1524096"/>
                </a:cubicBezTo>
                <a:cubicBezTo>
                  <a:pt x="1600621" y="1458544"/>
                  <a:pt x="1564094" y="1560591"/>
                  <a:pt x="1607344" y="1474090"/>
                </a:cubicBezTo>
                <a:cubicBezTo>
                  <a:pt x="1614079" y="1460619"/>
                  <a:pt x="1613278" y="1443758"/>
                  <a:pt x="1621632" y="1431227"/>
                </a:cubicBezTo>
                <a:cubicBezTo>
                  <a:pt x="1641826" y="1400935"/>
                  <a:pt x="1632079" y="1417475"/>
                  <a:pt x="1650207" y="1381221"/>
                </a:cubicBezTo>
                <a:cubicBezTo>
                  <a:pt x="1652588" y="1369315"/>
                  <a:pt x="1654620" y="1357333"/>
                  <a:pt x="1657350" y="1345502"/>
                </a:cubicBezTo>
                <a:cubicBezTo>
                  <a:pt x="1661765" y="1326369"/>
                  <a:pt x="1668019" y="1307652"/>
                  <a:pt x="1671638" y="1288352"/>
                </a:cubicBezTo>
                <a:cubicBezTo>
                  <a:pt x="1675176" y="1269483"/>
                  <a:pt x="1676245" y="1250232"/>
                  <a:pt x="1678782" y="1231202"/>
                </a:cubicBezTo>
                <a:cubicBezTo>
                  <a:pt x="1684913" y="1185217"/>
                  <a:pt x="1685789" y="1182010"/>
                  <a:pt x="1693069" y="1138333"/>
                </a:cubicBezTo>
                <a:cubicBezTo>
                  <a:pt x="1690688" y="1050227"/>
                  <a:pt x="1689838" y="962066"/>
                  <a:pt x="1685925" y="874015"/>
                </a:cubicBezTo>
                <a:cubicBezTo>
                  <a:pt x="1684552" y="843113"/>
                  <a:pt x="1679865" y="817084"/>
                  <a:pt x="1671638" y="788290"/>
                </a:cubicBezTo>
                <a:cubicBezTo>
                  <a:pt x="1669569" y="781049"/>
                  <a:pt x="1669819" y="772183"/>
                  <a:pt x="1664494" y="766858"/>
                </a:cubicBezTo>
                <a:cubicBezTo>
                  <a:pt x="1651796" y="754160"/>
                  <a:pt x="1612788" y="732452"/>
                  <a:pt x="1593057" y="723996"/>
                </a:cubicBezTo>
                <a:cubicBezTo>
                  <a:pt x="1586135" y="721030"/>
                  <a:pt x="1578360" y="720220"/>
                  <a:pt x="1571625" y="716852"/>
                </a:cubicBezTo>
                <a:cubicBezTo>
                  <a:pt x="1563946" y="713012"/>
                  <a:pt x="1558339" y="705280"/>
                  <a:pt x="1550194" y="702565"/>
                </a:cubicBezTo>
                <a:cubicBezTo>
                  <a:pt x="1536453" y="697985"/>
                  <a:pt x="1521535" y="698262"/>
                  <a:pt x="1507332" y="695421"/>
                </a:cubicBezTo>
                <a:cubicBezTo>
                  <a:pt x="1497705" y="693495"/>
                  <a:pt x="1488282" y="690658"/>
                  <a:pt x="1478757" y="688277"/>
                </a:cubicBezTo>
                <a:cubicBezTo>
                  <a:pt x="1381126" y="690658"/>
                  <a:pt x="1283325" y="689200"/>
                  <a:pt x="1185863" y="695421"/>
                </a:cubicBezTo>
                <a:cubicBezTo>
                  <a:pt x="1170833" y="696380"/>
                  <a:pt x="1157288" y="704946"/>
                  <a:pt x="1143000" y="709708"/>
                </a:cubicBezTo>
                <a:lnTo>
                  <a:pt x="1121569" y="716852"/>
                </a:lnTo>
                <a:cubicBezTo>
                  <a:pt x="1114425" y="719233"/>
                  <a:pt x="1107443" y="722170"/>
                  <a:pt x="1100138" y="723996"/>
                </a:cubicBezTo>
                <a:cubicBezTo>
                  <a:pt x="1059783" y="734085"/>
                  <a:pt x="1081191" y="729215"/>
                  <a:pt x="1035844" y="738283"/>
                </a:cubicBezTo>
                <a:cubicBezTo>
                  <a:pt x="1013981" y="732818"/>
                  <a:pt x="1002284" y="733298"/>
                  <a:pt x="985838" y="716852"/>
                </a:cubicBezTo>
                <a:cubicBezTo>
                  <a:pt x="977997" y="709011"/>
                  <a:pt x="960066" y="675254"/>
                  <a:pt x="957263" y="666846"/>
                </a:cubicBezTo>
                <a:cubicBezTo>
                  <a:pt x="951053" y="648217"/>
                  <a:pt x="953867" y="626035"/>
                  <a:pt x="942975" y="609696"/>
                </a:cubicBezTo>
                <a:lnTo>
                  <a:pt x="928688" y="588265"/>
                </a:lnTo>
                <a:cubicBezTo>
                  <a:pt x="926307" y="573977"/>
                  <a:pt x="924686" y="559542"/>
                  <a:pt x="921544" y="545402"/>
                </a:cubicBezTo>
                <a:cubicBezTo>
                  <a:pt x="919910" y="538051"/>
                  <a:pt x="915149" y="531464"/>
                  <a:pt x="914400" y="523971"/>
                </a:cubicBezTo>
                <a:cubicBezTo>
                  <a:pt x="910365" y="483621"/>
                  <a:pt x="910928" y="442912"/>
                  <a:pt x="907257" y="402527"/>
                </a:cubicBezTo>
                <a:cubicBezTo>
                  <a:pt x="906158" y="390435"/>
                  <a:pt x="902109" y="378785"/>
                  <a:pt x="900113" y="366808"/>
                </a:cubicBezTo>
                <a:cubicBezTo>
                  <a:pt x="897345" y="350199"/>
                  <a:pt x="895350" y="333471"/>
                  <a:pt x="892969" y="316802"/>
                </a:cubicBezTo>
                <a:cubicBezTo>
                  <a:pt x="889385" y="227203"/>
                  <a:pt x="893325" y="139630"/>
                  <a:pt x="871538" y="52483"/>
                </a:cubicBezTo>
                <a:cubicBezTo>
                  <a:pt x="869157" y="42958"/>
                  <a:pt x="871937" y="30193"/>
                  <a:pt x="864394" y="23908"/>
                </a:cubicBezTo>
                <a:cubicBezTo>
                  <a:pt x="832605" y="-2582"/>
                  <a:pt x="803673" y="-2285"/>
                  <a:pt x="792957" y="2477"/>
                </a:cubicBezTo>
                <a:close/>
              </a:path>
            </a:pathLst>
          </a:cu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738D2D83-B278-4C18-9253-21A9862F4D87}"/>
              </a:ext>
            </a:extLst>
          </p:cNvPr>
          <p:cNvSpPr txBox="1"/>
          <p:nvPr/>
        </p:nvSpPr>
        <p:spPr>
          <a:xfrm>
            <a:off x="577196" y="4414653"/>
            <a:ext cx="2595582" cy="369332"/>
          </a:xfrm>
          <a:prstGeom prst="rect">
            <a:avLst/>
          </a:prstGeom>
          <a:noFill/>
        </p:spPr>
        <p:txBody>
          <a:bodyPr wrap="none" rtlCol="0">
            <a:spAutoFit/>
          </a:bodyPr>
          <a:lstStyle/>
          <a:p>
            <a:r>
              <a:rPr lang="en-US" dirty="0">
                <a:solidFill>
                  <a:srgbClr val="FFC000"/>
                </a:solidFill>
              </a:rPr>
              <a:t>Meningeal layer of dura</a:t>
            </a:r>
          </a:p>
        </p:txBody>
      </p:sp>
      <p:sp>
        <p:nvSpPr>
          <p:cNvPr id="29" name="TextBox 28">
            <a:extLst>
              <a:ext uri="{FF2B5EF4-FFF2-40B4-BE49-F238E27FC236}">
                <a16:creationId xmlns:a16="http://schemas.microsoft.com/office/drawing/2014/main" id="{6C3619DF-CF58-4B90-A3EC-FF210B853681}"/>
              </a:ext>
            </a:extLst>
          </p:cNvPr>
          <p:cNvSpPr txBox="1"/>
          <p:nvPr/>
        </p:nvSpPr>
        <p:spPr>
          <a:xfrm>
            <a:off x="5483698" y="4461298"/>
            <a:ext cx="2416046" cy="369332"/>
          </a:xfrm>
          <a:prstGeom prst="rect">
            <a:avLst/>
          </a:prstGeom>
          <a:noFill/>
        </p:spPr>
        <p:txBody>
          <a:bodyPr wrap="none" rtlCol="0">
            <a:spAutoFit/>
          </a:bodyPr>
          <a:lstStyle/>
          <a:p>
            <a:r>
              <a:rPr lang="en-US" dirty="0" err="1">
                <a:solidFill>
                  <a:srgbClr val="00B050"/>
                </a:solidFill>
              </a:rPr>
              <a:t>Periostic</a:t>
            </a:r>
            <a:r>
              <a:rPr lang="en-US" dirty="0">
                <a:solidFill>
                  <a:srgbClr val="00B050"/>
                </a:solidFill>
              </a:rPr>
              <a:t> layer of dura</a:t>
            </a:r>
          </a:p>
        </p:txBody>
      </p:sp>
      <p:cxnSp>
        <p:nvCxnSpPr>
          <p:cNvPr id="31" name="Straight Arrow Connector 30">
            <a:extLst>
              <a:ext uri="{FF2B5EF4-FFF2-40B4-BE49-F238E27FC236}">
                <a16:creationId xmlns:a16="http://schemas.microsoft.com/office/drawing/2014/main" id="{D74DE84C-4712-40E7-91AD-EE7DCDCC1194}"/>
              </a:ext>
            </a:extLst>
          </p:cNvPr>
          <p:cNvCxnSpPr>
            <a:endCxn id="24" idx="178"/>
          </p:cNvCxnSpPr>
          <p:nvPr/>
        </p:nvCxnSpPr>
        <p:spPr>
          <a:xfrm flipH="1" flipV="1">
            <a:off x="4964906" y="3671888"/>
            <a:ext cx="673894" cy="74276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98056E4E-6B7E-4DDB-A265-8A727D18D88F}"/>
              </a:ext>
            </a:extLst>
          </p:cNvPr>
          <p:cNvCxnSpPr>
            <a:cxnSpLocks/>
            <a:stCxn id="28" idx="3"/>
          </p:cNvCxnSpPr>
          <p:nvPr/>
        </p:nvCxnSpPr>
        <p:spPr>
          <a:xfrm flipV="1">
            <a:off x="3172778" y="4408953"/>
            <a:ext cx="928844" cy="190366"/>
          </a:xfrm>
          <a:prstGeom prst="straightConnector1">
            <a:avLst/>
          </a:prstGeom>
          <a:ln w="19050">
            <a:solidFill>
              <a:srgbClr val="FFCC00"/>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9BA97A1-4236-4EDA-9AC7-29776F8692FA}"/>
              </a:ext>
            </a:extLst>
          </p:cNvPr>
          <p:cNvSpPr txBox="1"/>
          <p:nvPr/>
        </p:nvSpPr>
        <p:spPr>
          <a:xfrm>
            <a:off x="5886650" y="2025649"/>
            <a:ext cx="992579" cy="369332"/>
          </a:xfrm>
          <a:prstGeom prst="rect">
            <a:avLst/>
          </a:prstGeom>
          <a:noFill/>
        </p:spPr>
        <p:txBody>
          <a:bodyPr wrap="none" rtlCol="0">
            <a:spAutoFit/>
          </a:bodyPr>
          <a:lstStyle/>
          <a:p>
            <a:r>
              <a:rPr lang="en-US" dirty="0"/>
              <a:t>pituitary</a:t>
            </a:r>
          </a:p>
        </p:txBody>
      </p:sp>
      <p:sp>
        <p:nvSpPr>
          <p:cNvPr id="39" name="TextBox 38">
            <a:extLst>
              <a:ext uri="{FF2B5EF4-FFF2-40B4-BE49-F238E27FC236}">
                <a16:creationId xmlns:a16="http://schemas.microsoft.com/office/drawing/2014/main" id="{88AB235D-899A-40F7-B26D-DE124391A16A}"/>
              </a:ext>
            </a:extLst>
          </p:cNvPr>
          <p:cNvSpPr txBox="1"/>
          <p:nvPr/>
        </p:nvSpPr>
        <p:spPr>
          <a:xfrm>
            <a:off x="7461645" y="2245658"/>
            <a:ext cx="569387" cy="369332"/>
          </a:xfrm>
          <a:prstGeom prst="rect">
            <a:avLst/>
          </a:prstGeom>
          <a:noFill/>
        </p:spPr>
        <p:txBody>
          <a:bodyPr wrap="none" rtlCol="0">
            <a:spAutoFit/>
          </a:bodyPr>
          <a:lstStyle/>
          <a:p>
            <a:r>
              <a:rPr lang="en-US" dirty="0"/>
              <a:t>ICA</a:t>
            </a:r>
          </a:p>
        </p:txBody>
      </p:sp>
      <p:cxnSp>
        <p:nvCxnSpPr>
          <p:cNvPr id="40" name="Straight Arrow Connector 39">
            <a:extLst>
              <a:ext uri="{FF2B5EF4-FFF2-40B4-BE49-F238E27FC236}">
                <a16:creationId xmlns:a16="http://schemas.microsoft.com/office/drawing/2014/main" id="{1CE1982D-F523-4ABE-B67E-6FA421226689}"/>
              </a:ext>
            </a:extLst>
          </p:cNvPr>
          <p:cNvCxnSpPr/>
          <p:nvPr/>
        </p:nvCxnSpPr>
        <p:spPr>
          <a:xfrm flipH="1" flipV="1">
            <a:off x="5146751" y="3003364"/>
            <a:ext cx="673894" cy="742765"/>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829E3133-F67D-437E-9B92-05D548009B4C}"/>
              </a:ext>
            </a:extLst>
          </p:cNvPr>
          <p:cNvSpPr txBox="1"/>
          <p:nvPr/>
        </p:nvSpPr>
        <p:spPr>
          <a:xfrm>
            <a:off x="5672003" y="3755384"/>
            <a:ext cx="1633845" cy="369332"/>
          </a:xfrm>
          <a:prstGeom prst="rect">
            <a:avLst/>
          </a:prstGeom>
          <a:noFill/>
        </p:spPr>
        <p:txBody>
          <a:bodyPr wrap="none" rtlCol="0">
            <a:spAutoFit/>
          </a:bodyPr>
          <a:lstStyle/>
          <a:p>
            <a:r>
              <a:rPr lang="en-US" dirty="0">
                <a:solidFill>
                  <a:srgbClr val="00B0F0"/>
                </a:solidFill>
              </a:rPr>
              <a:t>Venous space</a:t>
            </a:r>
          </a:p>
        </p:txBody>
      </p:sp>
      <p:sp>
        <p:nvSpPr>
          <p:cNvPr id="42" name="TextBox 41">
            <a:extLst>
              <a:ext uri="{FF2B5EF4-FFF2-40B4-BE49-F238E27FC236}">
                <a16:creationId xmlns:a16="http://schemas.microsoft.com/office/drawing/2014/main" id="{30AE25B2-213F-43AE-B901-F55CA9CD809D}"/>
              </a:ext>
            </a:extLst>
          </p:cNvPr>
          <p:cNvSpPr txBox="1"/>
          <p:nvPr/>
        </p:nvSpPr>
        <p:spPr>
          <a:xfrm>
            <a:off x="8101491" y="1803627"/>
            <a:ext cx="271228" cy="215444"/>
          </a:xfrm>
          <a:prstGeom prst="rect">
            <a:avLst/>
          </a:prstGeom>
          <a:noFill/>
        </p:spPr>
        <p:txBody>
          <a:bodyPr wrap="none" rtlCol="0">
            <a:spAutoFit/>
          </a:bodyPr>
          <a:lstStyle/>
          <a:p>
            <a:r>
              <a:rPr lang="en-US" sz="800" dirty="0"/>
              <a:t>III</a:t>
            </a:r>
          </a:p>
        </p:txBody>
      </p:sp>
      <p:sp>
        <p:nvSpPr>
          <p:cNvPr id="43" name="TextBox 42">
            <a:extLst>
              <a:ext uri="{FF2B5EF4-FFF2-40B4-BE49-F238E27FC236}">
                <a16:creationId xmlns:a16="http://schemas.microsoft.com/office/drawing/2014/main" id="{C8C74FEB-14AE-48D5-8A16-7A7B89A3EB62}"/>
              </a:ext>
            </a:extLst>
          </p:cNvPr>
          <p:cNvSpPr txBox="1"/>
          <p:nvPr/>
        </p:nvSpPr>
        <p:spPr>
          <a:xfrm>
            <a:off x="8205972" y="2318704"/>
            <a:ext cx="256802" cy="184666"/>
          </a:xfrm>
          <a:prstGeom prst="rect">
            <a:avLst/>
          </a:prstGeom>
          <a:noFill/>
        </p:spPr>
        <p:txBody>
          <a:bodyPr wrap="none" rtlCol="0">
            <a:spAutoFit/>
          </a:bodyPr>
          <a:lstStyle/>
          <a:p>
            <a:r>
              <a:rPr lang="en-US" sz="600" dirty="0"/>
              <a:t>IV</a:t>
            </a:r>
          </a:p>
        </p:txBody>
      </p:sp>
      <p:sp>
        <p:nvSpPr>
          <p:cNvPr id="44" name="TextBox 43">
            <a:extLst>
              <a:ext uri="{FF2B5EF4-FFF2-40B4-BE49-F238E27FC236}">
                <a16:creationId xmlns:a16="http://schemas.microsoft.com/office/drawing/2014/main" id="{F8564FB4-23C1-4B05-BA64-6CF1E01807F5}"/>
              </a:ext>
            </a:extLst>
          </p:cNvPr>
          <p:cNvSpPr txBox="1"/>
          <p:nvPr/>
        </p:nvSpPr>
        <p:spPr>
          <a:xfrm>
            <a:off x="8221466" y="2800931"/>
            <a:ext cx="311304" cy="215444"/>
          </a:xfrm>
          <a:prstGeom prst="rect">
            <a:avLst/>
          </a:prstGeom>
          <a:noFill/>
        </p:spPr>
        <p:txBody>
          <a:bodyPr wrap="none" rtlCol="0">
            <a:spAutoFit/>
          </a:bodyPr>
          <a:lstStyle/>
          <a:p>
            <a:r>
              <a:rPr lang="en-US" sz="800" dirty="0"/>
              <a:t>V1</a:t>
            </a:r>
          </a:p>
        </p:txBody>
      </p:sp>
      <p:sp>
        <p:nvSpPr>
          <p:cNvPr id="45" name="TextBox 44">
            <a:extLst>
              <a:ext uri="{FF2B5EF4-FFF2-40B4-BE49-F238E27FC236}">
                <a16:creationId xmlns:a16="http://schemas.microsoft.com/office/drawing/2014/main" id="{7BE83B01-8D09-4063-8B1D-6C4DD44BE3C6}"/>
              </a:ext>
            </a:extLst>
          </p:cNvPr>
          <p:cNvSpPr txBox="1"/>
          <p:nvPr/>
        </p:nvSpPr>
        <p:spPr>
          <a:xfrm>
            <a:off x="8523055" y="4124716"/>
            <a:ext cx="311304" cy="215444"/>
          </a:xfrm>
          <a:prstGeom prst="rect">
            <a:avLst/>
          </a:prstGeom>
          <a:noFill/>
        </p:spPr>
        <p:txBody>
          <a:bodyPr wrap="none" rtlCol="0">
            <a:spAutoFit/>
          </a:bodyPr>
          <a:lstStyle/>
          <a:p>
            <a:r>
              <a:rPr lang="en-US" sz="800" dirty="0"/>
              <a:t>V2</a:t>
            </a:r>
          </a:p>
        </p:txBody>
      </p:sp>
      <p:sp>
        <p:nvSpPr>
          <p:cNvPr id="46" name="TextBox 45">
            <a:extLst>
              <a:ext uri="{FF2B5EF4-FFF2-40B4-BE49-F238E27FC236}">
                <a16:creationId xmlns:a16="http://schemas.microsoft.com/office/drawing/2014/main" id="{49A22BF5-52E0-4B1E-9360-20DBF3EEC8D4}"/>
              </a:ext>
            </a:extLst>
          </p:cNvPr>
          <p:cNvSpPr txBox="1"/>
          <p:nvPr/>
        </p:nvSpPr>
        <p:spPr>
          <a:xfrm>
            <a:off x="8705221" y="4594388"/>
            <a:ext cx="311304" cy="215444"/>
          </a:xfrm>
          <a:prstGeom prst="rect">
            <a:avLst/>
          </a:prstGeom>
          <a:noFill/>
        </p:spPr>
        <p:txBody>
          <a:bodyPr wrap="none" rtlCol="0">
            <a:spAutoFit/>
          </a:bodyPr>
          <a:lstStyle/>
          <a:p>
            <a:r>
              <a:rPr lang="en-US" sz="800" dirty="0"/>
              <a:t>V3</a:t>
            </a:r>
          </a:p>
        </p:txBody>
      </p:sp>
      <p:sp>
        <p:nvSpPr>
          <p:cNvPr id="47" name="TextBox 46">
            <a:extLst>
              <a:ext uri="{FF2B5EF4-FFF2-40B4-BE49-F238E27FC236}">
                <a16:creationId xmlns:a16="http://schemas.microsoft.com/office/drawing/2014/main" id="{4951467D-7A0C-4612-B531-350CE87A9565}"/>
              </a:ext>
            </a:extLst>
          </p:cNvPr>
          <p:cNvSpPr txBox="1"/>
          <p:nvPr/>
        </p:nvSpPr>
        <p:spPr>
          <a:xfrm>
            <a:off x="7936893" y="2515891"/>
            <a:ext cx="256802" cy="184666"/>
          </a:xfrm>
          <a:prstGeom prst="rect">
            <a:avLst/>
          </a:prstGeom>
          <a:noFill/>
        </p:spPr>
        <p:txBody>
          <a:bodyPr wrap="none" rtlCol="0">
            <a:spAutoFit/>
          </a:bodyPr>
          <a:lstStyle/>
          <a:p>
            <a:r>
              <a:rPr lang="en-US" sz="600" dirty="0"/>
              <a:t>VI</a:t>
            </a:r>
          </a:p>
        </p:txBody>
      </p:sp>
      <p:sp>
        <p:nvSpPr>
          <p:cNvPr id="35" name="Shape 243">
            <a:extLst>
              <a:ext uri="{FF2B5EF4-FFF2-40B4-BE49-F238E27FC236}">
                <a16:creationId xmlns:a16="http://schemas.microsoft.com/office/drawing/2014/main" id="{1D08B460-7CD4-4605-84C4-F55EE4B2C870}"/>
              </a:ext>
            </a:extLst>
          </p:cNvPr>
          <p:cNvSpPr txBox="1"/>
          <p:nvPr/>
        </p:nvSpPr>
        <p:spPr>
          <a:xfrm>
            <a:off x="742950" y="277666"/>
            <a:ext cx="7886700" cy="610649"/>
          </a:xfrm>
          <a:prstGeom prst="rect">
            <a:avLst/>
          </a:prstGeom>
          <a:noFill/>
          <a:ln>
            <a:noFill/>
          </a:ln>
        </p:spPr>
        <p:txBody>
          <a:bodyPr lIns="68569" tIns="34275" rIns="68569" bIns="34275" anchor="ctr" anchorCtr="0">
            <a:noAutofit/>
          </a:bodyPr>
          <a:lstStyle/>
          <a:p>
            <a:pPr>
              <a:lnSpc>
                <a:spcPct val="90000"/>
              </a:lnSpc>
              <a:spcBef>
                <a:spcPts val="0"/>
              </a:spcBef>
              <a:buClr>
                <a:schemeClr val="dk1"/>
              </a:buClr>
              <a:buSzPct val="25000"/>
            </a:pPr>
            <a:r>
              <a:rPr lang="en-US" sz="3300" dirty="0">
                <a:solidFill>
                  <a:schemeClr val="dk2"/>
                </a:solidFill>
                <a:latin typeface="Calibri"/>
                <a:ea typeface="Calibri"/>
                <a:cs typeface="Calibri"/>
                <a:sym typeface="Calibri"/>
              </a:rPr>
              <a:t>Normal Anatomy: CN IV- Cavernous sinus</a:t>
            </a:r>
          </a:p>
        </p:txBody>
      </p:sp>
      <p:grpSp>
        <p:nvGrpSpPr>
          <p:cNvPr id="36" name="Group 35">
            <a:extLst>
              <a:ext uri="{FF2B5EF4-FFF2-40B4-BE49-F238E27FC236}">
                <a16:creationId xmlns:a16="http://schemas.microsoft.com/office/drawing/2014/main" id="{EB76A32D-EFA8-452B-AE06-3ADFC0290988}"/>
              </a:ext>
            </a:extLst>
          </p:cNvPr>
          <p:cNvGrpSpPr/>
          <p:nvPr/>
        </p:nvGrpSpPr>
        <p:grpSpPr>
          <a:xfrm>
            <a:off x="721179" y="1502449"/>
            <a:ext cx="3056925" cy="2437601"/>
            <a:chOff x="5897231" y="1962150"/>
            <a:chExt cx="3056925" cy="2437601"/>
          </a:xfrm>
        </p:grpSpPr>
        <p:grpSp>
          <p:nvGrpSpPr>
            <p:cNvPr id="37" name="Group 36">
              <a:extLst>
                <a:ext uri="{FF2B5EF4-FFF2-40B4-BE49-F238E27FC236}">
                  <a16:creationId xmlns:a16="http://schemas.microsoft.com/office/drawing/2014/main" id="{E0B631FD-41A7-45C2-BFC4-B7E45E545B83}"/>
                </a:ext>
              </a:extLst>
            </p:cNvPr>
            <p:cNvGrpSpPr/>
            <p:nvPr/>
          </p:nvGrpSpPr>
          <p:grpSpPr>
            <a:xfrm>
              <a:off x="5897231" y="1962150"/>
              <a:ext cx="3056925" cy="1917019"/>
              <a:chOff x="6734756" y="2747494"/>
              <a:chExt cx="2219400" cy="1284075"/>
            </a:xfrm>
          </p:grpSpPr>
          <p:pic>
            <p:nvPicPr>
              <p:cNvPr id="49" name="Shape 239">
                <a:extLst>
                  <a:ext uri="{FF2B5EF4-FFF2-40B4-BE49-F238E27FC236}">
                    <a16:creationId xmlns:a16="http://schemas.microsoft.com/office/drawing/2014/main" id="{B502E3AA-A8F5-46FF-95B2-29D17CBBA636}"/>
                  </a:ext>
                </a:extLst>
              </p:cNvPr>
              <p:cNvPicPr preferRelativeResize="0"/>
              <p:nvPr/>
            </p:nvPicPr>
            <p:blipFill rotWithShape="1">
              <a:blip r:embed="rId3" cstate="print">
                <a:alphaModFix/>
                <a:extLst>
                  <a:ext uri="{28A0092B-C50C-407E-A947-70E740481C1C}">
                    <a14:useLocalDpi xmlns:a14="http://schemas.microsoft.com/office/drawing/2010/main" val="0"/>
                  </a:ext>
                </a:extLst>
              </a:blip>
              <a:srcRect/>
              <a:stretch/>
            </p:blipFill>
            <p:spPr>
              <a:xfrm>
                <a:off x="6734756" y="2747494"/>
                <a:ext cx="2219400" cy="1284075"/>
              </a:xfrm>
              <a:prstGeom prst="rect">
                <a:avLst/>
              </a:prstGeom>
              <a:noFill/>
              <a:ln>
                <a:noFill/>
              </a:ln>
            </p:spPr>
          </p:pic>
          <p:sp>
            <p:nvSpPr>
              <p:cNvPr id="50" name="Shape 245">
                <a:extLst>
                  <a:ext uri="{FF2B5EF4-FFF2-40B4-BE49-F238E27FC236}">
                    <a16:creationId xmlns:a16="http://schemas.microsoft.com/office/drawing/2014/main" id="{96347192-51C5-4806-8CD5-2A92E9DCC0A9}"/>
                  </a:ext>
                </a:extLst>
              </p:cNvPr>
              <p:cNvSpPr/>
              <p:nvPr/>
            </p:nvSpPr>
            <p:spPr>
              <a:xfrm>
                <a:off x="8305800" y="3409950"/>
                <a:ext cx="57375" cy="45719"/>
              </a:xfrm>
              <a:prstGeom prst="ellipse">
                <a:avLst/>
              </a:prstGeom>
              <a:solidFill>
                <a:srgbClr val="FFFF00"/>
              </a:solidFill>
              <a:ln w="9525" cap="flat" cmpd="sng">
                <a:solidFill>
                  <a:srgbClr val="FFFF00"/>
                </a:solidFill>
                <a:prstDash val="solid"/>
                <a:round/>
                <a:headEnd type="none" w="med" len="med"/>
                <a:tailEnd type="none" w="med" len="med"/>
              </a:ln>
            </p:spPr>
            <p:txBody>
              <a:bodyPr lIns="68569" tIns="68569" rIns="68569" bIns="68569" anchor="ctr" anchorCtr="0">
                <a:noAutofit/>
              </a:bodyPr>
              <a:lstStyle/>
              <a:p>
                <a:pPr>
                  <a:spcBef>
                    <a:spcPts val="0"/>
                  </a:spcBef>
                </a:pPr>
                <a:endParaRPr/>
              </a:p>
            </p:txBody>
          </p:sp>
          <p:sp>
            <p:nvSpPr>
              <p:cNvPr id="51" name="Line 12">
                <a:extLst>
                  <a:ext uri="{FF2B5EF4-FFF2-40B4-BE49-F238E27FC236}">
                    <a16:creationId xmlns:a16="http://schemas.microsoft.com/office/drawing/2014/main" id="{8AB31BAE-9C24-4E32-9EE0-440924C46653}"/>
                  </a:ext>
                </a:extLst>
              </p:cNvPr>
              <p:cNvSpPr>
                <a:spLocks noChangeShapeType="1"/>
              </p:cNvSpPr>
              <p:nvPr/>
            </p:nvSpPr>
            <p:spPr bwMode="auto">
              <a:xfrm flipH="1">
                <a:off x="8363175" y="3185162"/>
                <a:ext cx="323626" cy="149005"/>
              </a:xfrm>
              <a:prstGeom prst="line">
                <a:avLst/>
              </a:prstGeom>
              <a:noFill/>
              <a:ln w="19050">
                <a:solidFill>
                  <a:srgbClr val="00B0F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8" name="TextBox 47">
              <a:extLst>
                <a:ext uri="{FF2B5EF4-FFF2-40B4-BE49-F238E27FC236}">
                  <a16:creationId xmlns:a16="http://schemas.microsoft.com/office/drawing/2014/main" id="{A9767517-644E-4940-AE86-1CCE298E9F0C}"/>
                </a:ext>
              </a:extLst>
            </p:cNvPr>
            <p:cNvSpPr txBox="1"/>
            <p:nvPr/>
          </p:nvSpPr>
          <p:spPr>
            <a:xfrm>
              <a:off x="6607680" y="4030419"/>
              <a:ext cx="1636025" cy="369332"/>
            </a:xfrm>
            <a:prstGeom prst="rect">
              <a:avLst/>
            </a:prstGeom>
            <a:noFill/>
          </p:spPr>
          <p:txBody>
            <a:bodyPr wrap="none" rtlCol="0">
              <a:spAutoFit/>
            </a:bodyPr>
            <a:lstStyle/>
            <a:p>
              <a:r>
                <a:rPr lang="en-US" dirty="0">
                  <a:solidFill>
                    <a:schemeClr val="accent1"/>
                  </a:solidFill>
                </a:rPr>
                <a:t>Coronal T1 +c</a:t>
              </a:r>
            </a:p>
          </p:txBody>
        </p:sp>
      </p:grpSp>
    </p:spTree>
    <p:extLst>
      <p:ext uri="{BB962C8B-B14F-4D97-AF65-F5344CB8AC3E}">
        <p14:creationId xmlns:p14="http://schemas.microsoft.com/office/powerpoint/2010/main" val="4027113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pic>
        <p:nvPicPr>
          <p:cNvPr id="252" name="Shape 252"/>
          <p:cNvPicPr preferRelativeResize="0"/>
          <p:nvPr/>
        </p:nvPicPr>
        <p:blipFill rotWithShape="1">
          <a:blip r:embed="rId3">
            <a:alphaModFix/>
            <a:extLst>
              <a:ext uri="{28A0092B-C50C-407E-A947-70E740481C1C}">
                <a14:useLocalDpi xmlns:a14="http://schemas.microsoft.com/office/drawing/2010/main" val="0"/>
              </a:ext>
            </a:extLst>
          </a:blip>
          <a:srcRect/>
          <a:stretch/>
        </p:blipFill>
        <p:spPr>
          <a:xfrm>
            <a:off x="880967" y="1200150"/>
            <a:ext cx="3310033" cy="3545044"/>
          </a:xfrm>
          <a:prstGeom prst="rect">
            <a:avLst/>
          </a:prstGeom>
          <a:noFill/>
          <a:ln>
            <a:noFill/>
          </a:ln>
        </p:spPr>
      </p:pic>
      <p:cxnSp>
        <p:nvCxnSpPr>
          <p:cNvPr id="253" name="Shape 253"/>
          <p:cNvCxnSpPr/>
          <p:nvPr/>
        </p:nvCxnSpPr>
        <p:spPr>
          <a:xfrm rot="10800000" flipH="1">
            <a:off x="990600" y="2419350"/>
            <a:ext cx="1202175" cy="484875"/>
          </a:xfrm>
          <a:prstGeom prst="straightConnector1">
            <a:avLst/>
          </a:prstGeom>
          <a:noFill/>
          <a:ln w="44450" cap="flat" cmpd="sng">
            <a:solidFill>
              <a:schemeClr val="dk1"/>
            </a:solidFill>
            <a:prstDash val="solid"/>
            <a:miter/>
            <a:headEnd type="none" w="med" len="med"/>
            <a:tailEnd type="triangle" w="lg" len="lg"/>
          </a:ln>
        </p:spPr>
      </p:cxnSp>
      <p:sp>
        <p:nvSpPr>
          <p:cNvPr id="254" name="Shape 254"/>
          <p:cNvSpPr txBox="1"/>
          <p:nvPr/>
        </p:nvSpPr>
        <p:spPr>
          <a:xfrm>
            <a:off x="742950" y="277666"/>
            <a:ext cx="7886700" cy="610649"/>
          </a:xfrm>
          <a:prstGeom prst="rect">
            <a:avLst/>
          </a:prstGeom>
          <a:noFill/>
          <a:ln>
            <a:noFill/>
          </a:ln>
        </p:spPr>
        <p:txBody>
          <a:bodyPr lIns="68569" tIns="34275" rIns="68569" bIns="34275" anchor="ctr" anchorCtr="0">
            <a:noAutofit/>
          </a:bodyPr>
          <a:lstStyle/>
          <a:p>
            <a:pPr>
              <a:lnSpc>
                <a:spcPct val="90000"/>
              </a:lnSpc>
              <a:spcBef>
                <a:spcPts val="0"/>
              </a:spcBef>
              <a:buClr>
                <a:schemeClr val="dk1"/>
              </a:buClr>
              <a:buSzPct val="25000"/>
            </a:pPr>
            <a:r>
              <a:rPr lang="en-US" sz="3300" dirty="0">
                <a:solidFill>
                  <a:schemeClr val="dk2"/>
                </a:solidFill>
                <a:latin typeface="Calibri"/>
                <a:ea typeface="Calibri"/>
                <a:cs typeface="Calibri"/>
                <a:sym typeface="Calibri"/>
              </a:rPr>
              <a:t>Normal Anatomy: CN IV</a:t>
            </a:r>
          </a:p>
        </p:txBody>
      </p:sp>
      <p:pic>
        <p:nvPicPr>
          <p:cNvPr id="6" name="Picture 4"/>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4572000" y="1373794"/>
            <a:ext cx="4363444" cy="32251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 name="Shape 253"/>
          <p:cNvCxnSpPr/>
          <p:nvPr/>
        </p:nvCxnSpPr>
        <p:spPr>
          <a:xfrm flipH="1" flipV="1">
            <a:off x="7239000" y="3486150"/>
            <a:ext cx="17025" cy="533399"/>
          </a:xfrm>
          <a:prstGeom prst="straightConnector1">
            <a:avLst/>
          </a:prstGeom>
          <a:noFill/>
          <a:ln w="44450" cap="flat" cmpd="sng">
            <a:solidFill>
              <a:schemeClr val="dk1"/>
            </a:solidFill>
            <a:prstDash val="solid"/>
            <a:miter/>
            <a:headEnd type="none" w="med" len="med"/>
            <a:tailEnd type="triangle" w="lg" len="lg"/>
          </a:ln>
        </p:spPr>
      </p:cxnSp>
      <p:sp>
        <p:nvSpPr>
          <p:cNvPr id="3" name="TextBox 2"/>
          <p:cNvSpPr txBox="1"/>
          <p:nvPr/>
        </p:nvSpPr>
        <p:spPr>
          <a:xfrm>
            <a:off x="6553200" y="4028208"/>
            <a:ext cx="1710725" cy="369332"/>
          </a:xfrm>
          <a:prstGeom prst="rect">
            <a:avLst/>
          </a:prstGeom>
          <a:noFill/>
        </p:spPr>
        <p:txBody>
          <a:bodyPr wrap="none" rtlCol="0">
            <a:spAutoFit/>
          </a:bodyPr>
          <a:lstStyle/>
          <a:p>
            <a:r>
              <a:rPr lang="en-US" dirty="0"/>
              <a:t>Anterior clinoid</a:t>
            </a:r>
          </a:p>
        </p:txBody>
      </p:sp>
      <p:cxnSp>
        <p:nvCxnSpPr>
          <p:cNvPr id="10" name="Shape 253"/>
          <p:cNvCxnSpPr/>
          <p:nvPr/>
        </p:nvCxnSpPr>
        <p:spPr>
          <a:xfrm flipH="1" flipV="1">
            <a:off x="7524236" y="3105150"/>
            <a:ext cx="380999" cy="568238"/>
          </a:xfrm>
          <a:prstGeom prst="straightConnector1">
            <a:avLst/>
          </a:prstGeom>
          <a:noFill/>
          <a:ln w="44450" cap="flat" cmpd="sng">
            <a:solidFill>
              <a:schemeClr val="dk1"/>
            </a:solidFill>
            <a:prstDash val="solid"/>
            <a:miter/>
            <a:headEnd type="none" w="med" len="med"/>
            <a:tailEnd type="triangle" w="lg" len="lg"/>
          </a:ln>
        </p:spPr>
      </p:cxnSp>
      <p:sp>
        <p:nvSpPr>
          <p:cNvPr id="12" name="TextBox 11"/>
          <p:cNvSpPr txBox="1"/>
          <p:nvPr/>
        </p:nvSpPr>
        <p:spPr>
          <a:xfrm>
            <a:off x="7637612" y="3604462"/>
            <a:ext cx="659155" cy="369332"/>
          </a:xfrm>
          <a:prstGeom prst="rect">
            <a:avLst/>
          </a:prstGeom>
          <a:noFill/>
        </p:spPr>
        <p:txBody>
          <a:bodyPr wrap="none" rtlCol="0">
            <a:spAutoFit/>
          </a:bodyPr>
          <a:lstStyle/>
          <a:p>
            <a:r>
              <a:rPr lang="en-US" dirty="0"/>
              <a:t>SOF</a:t>
            </a:r>
          </a:p>
        </p:txBody>
      </p:sp>
      <p:sp>
        <p:nvSpPr>
          <p:cNvPr id="8" name="Rectangle 7"/>
          <p:cNvSpPr/>
          <p:nvPr/>
        </p:nvSpPr>
        <p:spPr>
          <a:xfrm rot="1958087">
            <a:off x="7174334" y="3045990"/>
            <a:ext cx="146357" cy="216367"/>
          </a:xfrm>
          <a:prstGeom prst="rect">
            <a:avLst/>
          </a:prstGeom>
          <a:solidFill>
            <a:srgbClr val="FFFF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rot="1958087">
            <a:off x="5152189" y="4727735"/>
            <a:ext cx="146357" cy="216367"/>
          </a:xfrm>
          <a:prstGeom prst="rect">
            <a:avLst/>
          </a:prstGeom>
          <a:solidFill>
            <a:srgbClr val="FF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5316837" y="3737140"/>
            <a:ext cx="1338828" cy="369332"/>
          </a:xfrm>
          <a:prstGeom prst="rect">
            <a:avLst/>
          </a:prstGeom>
          <a:noFill/>
        </p:spPr>
        <p:txBody>
          <a:bodyPr wrap="none" rtlCol="0">
            <a:spAutoFit/>
          </a:bodyPr>
          <a:lstStyle/>
          <a:p>
            <a:r>
              <a:rPr lang="en-US" dirty="0">
                <a:solidFill>
                  <a:srgbClr val="FFFF00"/>
                </a:solidFill>
              </a:rPr>
              <a:t>Optic canal</a:t>
            </a:r>
          </a:p>
        </p:txBody>
      </p:sp>
      <p:cxnSp>
        <p:nvCxnSpPr>
          <p:cNvPr id="18" name="Shape 253"/>
          <p:cNvCxnSpPr>
            <a:stCxn id="17" idx="3"/>
          </p:cNvCxnSpPr>
          <p:nvPr/>
        </p:nvCxnSpPr>
        <p:spPr>
          <a:xfrm flipV="1">
            <a:off x="6655665" y="3258562"/>
            <a:ext cx="521316" cy="663244"/>
          </a:xfrm>
          <a:prstGeom prst="straightConnector1">
            <a:avLst/>
          </a:prstGeom>
          <a:noFill/>
          <a:ln w="3175" cap="flat" cmpd="sng">
            <a:solidFill>
              <a:srgbClr val="FFFF00"/>
            </a:solidFill>
            <a:prstDash val="solid"/>
            <a:miter/>
            <a:headEnd type="none" w="med" len="med"/>
            <a:tailEnd type="triangle" w="lg" len="lg"/>
          </a:ln>
        </p:spPr>
      </p:cxnSp>
    </p:spTree>
    <p:extLst>
      <p:ext uri="{BB962C8B-B14F-4D97-AF65-F5344CB8AC3E}">
        <p14:creationId xmlns:p14="http://schemas.microsoft.com/office/powerpoint/2010/main" val="5152249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5173" t="26562" r="17186" b="25000"/>
          <a:stretch/>
        </p:blipFill>
        <p:spPr bwMode="auto">
          <a:xfrm>
            <a:off x="685800" y="1658353"/>
            <a:ext cx="4043516" cy="2895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5"/>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5625" t="22891" r="14062" b="25547"/>
          <a:stretch/>
        </p:blipFill>
        <p:spPr bwMode="auto">
          <a:xfrm>
            <a:off x="5105400" y="1704073"/>
            <a:ext cx="3886200" cy="28498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Shape 254"/>
          <p:cNvSpPr txBox="1"/>
          <p:nvPr/>
        </p:nvSpPr>
        <p:spPr>
          <a:xfrm>
            <a:off x="742950" y="277666"/>
            <a:ext cx="8248650" cy="610649"/>
          </a:xfrm>
          <a:prstGeom prst="rect">
            <a:avLst/>
          </a:prstGeom>
          <a:noFill/>
          <a:ln>
            <a:noFill/>
          </a:ln>
        </p:spPr>
        <p:txBody>
          <a:bodyPr lIns="68569" tIns="34275" rIns="68569" bIns="34275" anchor="ctr" anchorCtr="0">
            <a:noAutofit/>
          </a:bodyPr>
          <a:lstStyle/>
          <a:p>
            <a:pPr>
              <a:lnSpc>
                <a:spcPct val="90000"/>
              </a:lnSpc>
              <a:spcBef>
                <a:spcPts val="0"/>
              </a:spcBef>
              <a:buClr>
                <a:schemeClr val="dk1"/>
              </a:buClr>
              <a:buSzPct val="25000"/>
            </a:pPr>
            <a:r>
              <a:rPr lang="en-US" sz="3300" dirty="0">
                <a:solidFill>
                  <a:schemeClr val="dk2"/>
                </a:solidFill>
                <a:latin typeface="Calibri"/>
                <a:ea typeface="Calibri"/>
                <a:cs typeface="Calibri"/>
                <a:sym typeface="Calibri"/>
              </a:rPr>
              <a:t>Normal Anatomy: CN IV: Superior orbital fissure</a:t>
            </a:r>
          </a:p>
        </p:txBody>
      </p:sp>
      <p:sp>
        <p:nvSpPr>
          <p:cNvPr id="7" name="TextBox 6"/>
          <p:cNvSpPr txBox="1"/>
          <p:nvPr/>
        </p:nvSpPr>
        <p:spPr>
          <a:xfrm>
            <a:off x="2057400" y="4705350"/>
            <a:ext cx="992579" cy="369332"/>
          </a:xfrm>
          <a:prstGeom prst="rect">
            <a:avLst/>
          </a:prstGeom>
          <a:noFill/>
        </p:spPr>
        <p:txBody>
          <a:bodyPr wrap="none" rtlCol="0">
            <a:spAutoFit/>
          </a:bodyPr>
          <a:lstStyle/>
          <a:p>
            <a:r>
              <a:rPr lang="en-US" dirty="0">
                <a:solidFill>
                  <a:schemeClr val="tx2"/>
                </a:solidFill>
              </a:rPr>
              <a:t>Anterior</a:t>
            </a:r>
          </a:p>
        </p:txBody>
      </p:sp>
      <p:sp>
        <p:nvSpPr>
          <p:cNvPr id="8" name="TextBox 7"/>
          <p:cNvSpPr txBox="1"/>
          <p:nvPr/>
        </p:nvSpPr>
        <p:spPr>
          <a:xfrm>
            <a:off x="6552210" y="4705350"/>
            <a:ext cx="1107996" cy="369332"/>
          </a:xfrm>
          <a:prstGeom prst="rect">
            <a:avLst/>
          </a:prstGeom>
          <a:noFill/>
        </p:spPr>
        <p:txBody>
          <a:bodyPr wrap="none" rtlCol="0">
            <a:spAutoFit/>
          </a:bodyPr>
          <a:lstStyle/>
          <a:p>
            <a:r>
              <a:rPr lang="en-US" dirty="0">
                <a:solidFill>
                  <a:schemeClr val="tx2"/>
                </a:solidFill>
              </a:rPr>
              <a:t>Posterior</a:t>
            </a:r>
          </a:p>
        </p:txBody>
      </p:sp>
      <p:cxnSp>
        <p:nvCxnSpPr>
          <p:cNvPr id="9" name="Shape 253">
            <a:extLst>
              <a:ext uri="{FF2B5EF4-FFF2-40B4-BE49-F238E27FC236}">
                <a16:creationId xmlns:a16="http://schemas.microsoft.com/office/drawing/2014/main" id="{A742E6D1-B177-42D3-9D8E-9C30801C47E1}"/>
              </a:ext>
            </a:extLst>
          </p:cNvPr>
          <p:cNvCxnSpPr>
            <a:cxnSpLocks/>
            <a:stCxn id="10" idx="2"/>
          </p:cNvCxnSpPr>
          <p:nvPr/>
        </p:nvCxnSpPr>
        <p:spPr>
          <a:xfrm>
            <a:off x="3145370" y="2710249"/>
            <a:ext cx="131231" cy="547301"/>
          </a:xfrm>
          <a:prstGeom prst="straightConnector1">
            <a:avLst/>
          </a:prstGeom>
          <a:noFill/>
          <a:ln w="44450" cap="flat" cmpd="sng">
            <a:solidFill>
              <a:srgbClr val="00B050"/>
            </a:solidFill>
            <a:prstDash val="solid"/>
            <a:miter/>
            <a:headEnd type="none" w="med" len="med"/>
            <a:tailEnd type="triangle" w="lg" len="lg"/>
          </a:ln>
        </p:spPr>
      </p:cxnSp>
      <p:sp>
        <p:nvSpPr>
          <p:cNvPr id="10" name="TextBox 9">
            <a:extLst>
              <a:ext uri="{FF2B5EF4-FFF2-40B4-BE49-F238E27FC236}">
                <a16:creationId xmlns:a16="http://schemas.microsoft.com/office/drawing/2014/main" id="{9B189920-6A56-4B86-9A55-A89918F357F1}"/>
              </a:ext>
            </a:extLst>
          </p:cNvPr>
          <p:cNvSpPr txBox="1"/>
          <p:nvPr/>
        </p:nvSpPr>
        <p:spPr>
          <a:xfrm>
            <a:off x="2286000" y="2433250"/>
            <a:ext cx="1718740" cy="276999"/>
          </a:xfrm>
          <a:prstGeom prst="rect">
            <a:avLst/>
          </a:prstGeom>
          <a:noFill/>
          <a:ln>
            <a:noFill/>
          </a:ln>
        </p:spPr>
        <p:txBody>
          <a:bodyPr wrap="none" rtlCol="0">
            <a:spAutoFit/>
          </a:bodyPr>
          <a:lstStyle/>
          <a:p>
            <a:r>
              <a:rPr lang="en-US" sz="1200" dirty="0">
                <a:solidFill>
                  <a:srgbClr val="00B050"/>
                </a:solidFill>
              </a:rPr>
              <a:t>Superior orbital fissure</a:t>
            </a:r>
          </a:p>
        </p:txBody>
      </p:sp>
      <p:sp>
        <p:nvSpPr>
          <p:cNvPr id="13" name="TextBox 12">
            <a:extLst>
              <a:ext uri="{FF2B5EF4-FFF2-40B4-BE49-F238E27FC236}">
                <a16:creationId xmlns:a16="http://schemas.microsoft.com/office/drawing/2014/main" id="{F7A5D7E2-3A2F-407A-A299-E79D792ADE6F}"/>
              </a:ext>
            </a:extLst>
          </p:cNvPr>
          <p:cNvSpPr txBox="1"/>
          <p:nvPr/>
        </p:nvSpPr>
        <p:spPr>
          <a:xfrm>
            <a:off x="5770030" y="2285464"/>
            <a:ext cx="1718740" cy="276999"/>
          </a:xfrm>
          <a:prstGeom prst="rect">
            <a:avLst/>
          </a:prstGeom>
          <a:noFill/>
          <a:ln>
            <a:noFill/>
          </a:ln>
        </p:spPr>
        <p:txBody>
          <a:bodyPr wrap="none" rtlCol="0">
            <a:spAutoFit/>
          </a:bodyPr>
          <a:lstStyle/>
          <a:p>
            <a:r>
              <a:rPr lang="en-US" sz="1200" dirty="0">
                <a:solidFill>
                  <a:srgbClr val="00B050"/>
                </a:solidFill>
              </a:rPr>
              <a:t>Superior orbital fissure</a:t>
            </a:r>
          </a:p>
        </p:txBody>
      </p:sp>
      <p:cxnSp>
        <p:nvCxnSpPr>
          <p:cNvPr id="14" name="Shape 253">
            <a:extLst>
              <a:ext uri="{FF2B5EF4-FFF2-40B4-BE49-F238E27FC236}">
                <a16:creationId xmlns:a16="http://schemas.microsoft.com/office/drawing/2014/main" id="{4E7864B6-28A2-415A-9D05-68CFAFF17E9A}"/>
              </a:ext>
            </a:extLst>
          </p:cNvPr>
          <p:cNvCxnSpPr>
            <a:cxnSpLocks/>
            <a:stCxn id="13" idx="2"/>
          </p:cNvCxnSpPr>
          <p:nvPr/>
        </p:nvCxnSpPr>
        <p:spPr>
          <a:xfrm flipH="1">
            <a:off x="6464310" y="2562463"/>
            <a:ext cx="165090" cy="815758"/>
          </a:xfrm>
          <a:prstGeom prst="straightConnector1">
            <a:avLst/>
          </a:prstGeom>
          <a:noFill/>
          <a:ln w="44450" cap="flat" cmpd="sng">
            <a:solidFill>
              <a:srgbClr val="00B050"/>
            </a:solidFill>
            <a:prstDash val="solid"/>
            <a:miter/>
            <a:headEnd type="none" w="med" len="med"/>
            <a:tailEnd type="triangle" w="lg" len="lg"/>
          </a:ln>
        </p:spPr>
      </p:cxnSp>
    </p:spTree>
    <p:extLst>
      <p:ext uri="{BB962C8B-B14F-4D97-AF65-F5344CB8AC3E}">
        <p14:creationId xmlns:p14="http://schemas.microsoft.com/office/powerpoint/2010/main" val="38458171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pic>
        <p:nvPicPr>
          <p:cNvPr id="487" name="Shape 487"/>
          <p:cNvPicPr preferRelativeResize="0"/>
          <p:nvPr/>
        </p:nvPicPr>
        <p:blipFill rotWithShape="1">
          <a:blip r:embed="rId3">
            <a:alphaModFix/>
            <a:extLst>
              <a:ext uri="{28A0092B-C50C-407E-A947-70E740481C1C}">
                <a14:useLocalDpi xmlns:a14="http://schemas.microsoft.com/office/drawing/2010/main" val="0"/>
              </a:ext>
            </a:extLst>
          </a:blip>
          <a:srcRect/>
          <a:stretch/>
        </p:blipFill>
        <p:spPr>
          <a:xfrm>
            <a:off x="3256519" y="1879726"/>
            <a:ext cx="2901600" cy="2901600"/>
          </a:xfrm>
          <a:prstGeom prst="rect">
            <a:avLst/>
          </a:prstGeom>
          <a:noFill/>
          <a:ln>
            <a:noFill/>
          </a:ln>
        </p:spPr>
      </p:pic>
      <p:sp>
        <p:nvSpPr>
          <p:cNvPr id="488" name="Shape 488"/>
          <p:cNvSpPr txBox="1">
            <a:spLocks noGrp="1"/>
          </p:cNvSpPr>
          <p:nvPr>
            <p:ph type="body" idx="1"/>
          </p:nvPr>
        </p:nvSpPr>
        <p:spPr>
          <a:xfrm>
            <a:off x="1028700" y="986231"/>
            <a:ext cx="7092900" cy="653175"/>
          </a:xfrm>
          <a:prstGeom prst="rect">
            <a:avLst/>
          </a:prstGeom>
          <a:noFill/>
          <a:ln>
            <a:noFill/>
          </a:ln>
        </p:spPr>
        <p:txBody>
          <a:bodyPr vert="horz" wrap="square" lIns="68569" tIns="34275" rIns="68569" bIns="34275" numCol="1" anchor="t" anchorCtr="0" compatLnSpc="1">
            <a:prstTxWarp prst="textNoShape">
              <a:avLst/>
            </a:prstTxWarp>
            <a:noAutofit/>
          </a:bodyPr>
          <a:lstStyle/>
          <a:p>
            <a:pPr marL="171450" indent="-152400">
              <a:lnSpc>
                <a:spcPct val="90000"/>
              </a:lnSpc>
              <a:spcBef>
                <a:spcPts val="0"/>
              </a:spcBef>
              <a:spcAft>
                <a:spcPts val="0"/>
              </a:spcAft>
              <a:buClr>
                <a:schemeClr val="accent1"/>
              </a:buClr>
              <a:buSzPct val="100000"/>
              <a:buFont typeface="Arial"/>
              <a:buChar char="•"/>
            </a:pPr>
            <a:r>
              <a:rPr lang="en-US" sz="1800" dirty="0">
                <a:latin typeface="Calibri"/>
                <a:ea typeface="Calibri"/>
                <a:cs typeface="Calibri"/>
                <a:sym typeface="Calibri"/>
              </a:rPr>
              <a:t>32 year old male presents with diplopia</a:t>
            </a:r>
            <a:r>
              <a:rPr lang="en-US" sz="1800" dirty="0"/>
              <a:t>.  </a:t>
            </a:r>
            <a:r>
              <a:rPr lang="en-US" sz="1800" dirty="0">
                <a:latin typeface="Calibri"/>
                <a:ea typeface="Calibri"/>
                <a:cs typeface="Calibri"/>
                <a:sym typeface="Calibri"/>
              </a:rPr>
              <a:t>Neurologic exam demonstrates left CN IV palsy.</a:t>
            </a:r>
          </a:p>
        </p:txBody>
      </p:sp>
      <p:pic>
        <p:nvPicPr>
          <p:cNvPr id="489" name="Shape 489"/>
          <p:cNvPicPr preferRelativeResize="0">
            <a:picLocks noGrp="1"/>
          </p:cNvPicPr>
          <p:nvPr>
            <p:ph type="body" idx="1"/>
          </p:nvPr>
        </p:nvPicPr>
        <p:blipFill rotWithShape="1">
          <a:blip r:embed="rId4" cstate="print">
            <a:alphaModFix/>
            <a:extLst>
              <a:ext uri="{28A0092B-C50C-407E-A947-70E740481C1C}">
                <a14:useLocalDpi xmlns:a14="http://schemas.microsoft.com/office/drawing/2010/main" val="0"/>
              </a:ext>
            </a:extLst>
          </a:blip>
          <a:srcRect/>
          <a:stretch/>
        </p:blipFill>
        <p:spPr>
          <a:xfrm>
            <a:off x="1149394" y="1879725"/>
            <a:ext cx="2107125" cy="2821275"/>
          </a:xfrm>
          <a:prstGeom prst="rect">
            <a:avLst/>
          </a:prstGeom>
          <a:noFill/>
          <a:ln>
            <a:noFill/>
          </a:ln>
        </p:spPr>
      </p:pic>
      <p:sp>
        <p:nvSpPr>
          <p:cNvPr id="490" name="Shape 490"/>
          <p:cNvSpPr txBox="1"/>
          <p:nvPr/>
        </p:nvSpPr>
        <p:spPr>
          <a:xfrm>
            <a:off x="5909756" y="2195156"/>
            <a:ext cx="3103425" cy="1987875"/>
          </a:xfrm>
          <a:prstGeom prst="rect">
            <a:avLst/>
          </a:prstGeom>
          <a:noFill/>
          <a:ln>
            <a:noFill/>
          </a:ln>
        </p:spPr>
        <p:txBody>
          <a:bodyPr lIns="68569" tIns="34275" rIns="68569" bIns="34275" anchor="ctr" anchorCtr="0">
            <a:noAutofit/>
          </a:bodyPr>
          <a:lstStyle/>
          <a:p>
            <a:pPr>
              <a:lnSpc>
                <a:spcPct val="90000"/>
              </a:lnSpc>
              <a:spcBef>
                <a:spcPts val="0"/>
              </a:spcBef>
              <a:buClr>
                <a:schemeClr val="dk1"/>
              </a:buClr>
              <a:buSzPct val="25000"/>
            </a:pPr>
            <a:endParaRPr lang="en-US" sz="1350" dirty="0">
              <a:solidFill>
                <a:schemeClr val="accent1"/>
              </a:solidFill>
              <a:latin typeface="Calibri"/>
              <a:ea typeface="Calibri"/>
              <a:cs typeface="Calibri"/>
              <a:sym typeface="Calibri"/>
            </a:endParaRPr>
          </a:p>
        </p:txBody>
      </p:sp>
      <p:cxnSp>
        <p:nvCxnSpPr>
          <p:cNvPr id="491" name="Shape 491"/>
          <p:cNvCxnSpPr/>
          <p:nvPr/>
        </p:nvCxnSpPr>
        <p:spPr>
          <a:xfrm rot="10800000">
            <a:off x="2381231" y="3484350"/>
            <a:ext cx="550350" cy="11700"/>
          </a:xfrm>
          <a:prstGeom prst="straightConnector1">
            <a:avLst/>
          </a:prstGeom>
          <a:noFill/>
          <a:ln w="38100" cap="flat" cmpd="sng">
            <a:solidFill>
              <a:schemeClr val="lt1"/>
            </a:solidFill>
            <a:prstDash val="solid"/>
            <a:miter/>
            <a:headEnd type="none" w="med" len="med"/>
            <a:tailEnd type="triangle" w="lg" len="lg"/>
          </a:ln>
        </p:spPr>
      </p:cxnSp>
      <p:cxnSp>
        <p:nvCxnSpPr>
          <p:cNvPr id="492" name="Shape 492"/>
          <p:cNvCxnSpPr/>
          <p:nvPr/>
        </p:nvCxnSpPr>
        <p:spPr>
          <a:xfrm rot="10800000">
            <a:off x="4854994" y="3565369"/>
            <a:ext cx="537525" cy="285075"/>
          </a:xfrm>
          <a:prstGeom prst="straightConnector1">
            <a:avLst/>
          </a:prstGeom>
          <a:noFill/>
          <a:ln w="28575" cap="flat" cmpd="sng">
            <a:solidFill>
              <a:srgbClr val="FFFFFF"/>
            </a:solidFill>
            <a:prstDash val="solid"/>
            <a:miter/>
            <a:headEnd type="none" w="med" len="med"/>
            <a:tailEnd type="triangle" w="lg" len="lg"/>
          </a:ln>
        </p:spPr>
      </p:cxnSp>
      <p:cxnSp>
        <p:nvCxnSpPr>
          <p:cNvPr id="493" name="Shape 493"/>
          <p:cNvCxnSpPr/>
          <p:nvPr/>
        </p:nvCxnSpPr>
        <p:spPr>
          <a:xfrm rot="10800000">
            <a:off x="4826156" y="3954431"/>
            <a:ext cx="384075" cy="404325"/>
          </a:xfrm>
          <a:prstGeom prst="straightConnector1">
            <a:avLst/>
          </a:prstGeom>
          <a:noFill/>
          <a:ln w="38100" cap="flat" cmpd="sng">
            <a:solidFill>
              <a:srgbClr val="C00000"/>
            </a:solidFill>
            <a:prstDash val="solid"/>
            <a:miter/>
            <a:headEnd type="none" w="med" len="med"/>
            <a:tailEnd type="triangle" w="lg" len="lg"/>
          </a:ln>
        </p:spPr>
      </p:cxnSp>
      <p:sp>
        <p:nvSpPr>
          <p:cNvPr id="494" name="Shape 494"/>
          <p:cNvSpPr txBox="1"/>
          <p:nvPr/>
        </p:nvSpPr>
        <p:spPr>
          <a:xfrm>
            <a:off x="742950" y="277666"/>
            <a:ext cx="7886700" cy="610649"/>
          </a:xfrm>
          <a:prstGeom prst="rect">
            <a:avLst/>
          </a:prstGeom>
          <a:noFill/>
          <a:ln>
            <a:noFill/>
          </a:ln>
        </p:spPr>
        <p:txBody>
          <a:bodyPr lIns="68569" tIns="34275" rIns="68569" bIns="34275" anchor="ctr" anchorCtr="0">
            <a:noAutofit/>
          </a:bodyPr>
          <a:lstStyle/>
          <a:p>
            <a:pPr>
              <a:lnSpc>
                <a:spcPct val="90000"/>
              </a:lnSpc>
              <a:spcBef>
                <a:spcPts val="0"/>
              </a:spcBef>
              <a:buClr>
                <a:schemeClr val="dk1"/>
              </a:buClr>
              <a:buSzPct val="25000"/>
            </a:pPr>
            <a:r>
              <a:rPr lang="en-US" sz="3300" dirty="0">
                <a:solidFill>
                  <a:schemeClr val="dk2"/>
                </a:solidFill>
                <a:latin typeface="Calibri"/>
                <a:ea typeface="Calibri"/>
                <a:cs typeface="Calibri"/>
                <a:sym typeface="Calibri"/>
              </a:rPr>
              <a:t>Case 4: CN IV</a:t>
            </a:r>
          </a:p>
        </p:txBody>
      </p:sp>
    </p:spTree>
    <p:extLst>
      <p:ext uri="{BB962C8B-B14F-4D97-AF65-F5344CB8AC3E}">
        <p14:creationId xmlns:p14="http://schemas.microsoft.com/office/powerpoint/2010/main" val="8291233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 Anatomy of CN V</a:t>
            </a:r>
          </a:p>
        </p:txBody>
      </p:sp>
      <p:sp>
        <p:nvSpPr>
          <p:cNvPr id="3" name="Content Placeholder 2"/>
          <p:cNvSpPr>
            <a:spLocks noGrp="1"/>
          </p:cNvSpPr>
          <p:nvPr>
            <p:ph idx="1"/>
          </p:nvPr>
        </p:nvSpPr>
        <p:spPr>
          <a:xfrm>
            <a:off x="838200" y="971553"/>
            <a:ext cx="7848600" cy="3886321"/>
          </a:xfrm>
        </p:spPr>
        <p:txBody>
          <a:bodyPr/>
          <a:lstStyle/>
          <a:p>
            <a:r>
              <a:rPr lang="en-US" sz="2000" b="1" dirty="0">
                <a:solidFill>
                  <a:srgbClr val="00B0F0"/>
                </a:solidFill>
              </a:rPr>
              <a:t>4 Nuclei</a:t>
            </a:r>
          </a:p>
          <a:p>
            <a:pPr lvl="1"/>
            <a:r>
              <a:rPr lang="en-US" sz="1800" dirty="0"/>
              <a:t>3 sensory</a:t>
            </a:r>
          </a:p>
          <a:p>
            <a:pPr lvl="2"/>
            <a:r>
              <a:rPr lang="en-US" sz="1600" i="1" dirty="0"/>
              <a:t>Mesencephalic</a:t>
            </a:r>
          </a:p>
          <a:p>
            <a:pPr lvl="2"/>
            <a:r>
              <a:rPr lang="en-US" sz="1600" i="1" dirty="0"/>
              <a:t>Main Sensory</a:t>
            </a:r>
          </a:p>
          <a:p>
            <a:pPr lvl="2"/>
            <a:r>
              <a:rPr lang="en-US" sz="1600" i="1" dirty="0"/>
              <a:t>Spinal </a:t>
            </a:r>
          </a:p>
          <a:p>
            <a:pPr lvl="1"/>
            <a:r>
              <a:rPr lang="en-US" sz="1800" dirty="0"/>
              <a:t>1 motor</a:t>
            </a:r>
          </a:p>
          <a:p>
            <a:r>
              <a:rPr lang="en-US" sz="2000" b="1" dirty="0">
                <a:solidFill>
                  <a:srgbClr val="C00000"/>
                </a:solidFill>
              </a:rPr>
              <a:t>3 Nerve roots</a:t>
            </a:r>
          </a:p>
          <a:p>
            <a:pPr lvl="1"/>
            <a:r>
              <a:rPr lang="en-US" sz="1800" dirty="0"/>
              <a:t>Ophthalmic division - V1</a:t>
            </a:r>
          </a:p>
          <a:p>
            <a:pPr lvl="1"/>
            <a:r>
              <a:rPr lang="en-US" sz="1800" dirty="0"/>
              <a:t>Maxillary division - V2</a:t>
            </a:r>
          </a:p>
          <a:p>
            <a:pPr lvl="1"/>
            <a:r>
              <a:rPr lang="en-US" sz="1800" dirty="0"/>
              <a:t>Mandibular division - V3</a:t>
            </a:r>
          </a:p>
          <a:p>
            <a:r>
              <a:rPr lang="en-US" sz="2000" dirty="0">
                <a:solidFill>
                  <a:srgbClr val="92D050"/>
                </a:solidFill>
              </a:rPr>
              <a:t>1 Ganglion and a cave</a:t>
            </a:r>
            <a:endParaRPr lang="en-US" sz="3200" dirty="0">
              <a:solidFill>
                <a:srgbClr val="92D050"/>
              </a:solidFill>
            </a:endParaRPr>
          </a:p>
        </p:txBody>
      </p:sp>
    </p:spTree>
    <p:extLst>
      <p:ext uri="{BB962C8B-B14F-4D97-AF65-F5344CB8AC3E}">
        <p14:creationId xmlns:p14="http://schemas.microsoft.com/office/powerpoint/2010/main" val="17371955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4724400" y="2649815"/>
            <a:ext cx="1524000" cy="11060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a:t>Normal Anatomy V: Nuclei </a:t>
            </a:r>
          </a:p>
        </p:txBody>
      </p:sp>
      <p:sp>
        <p:nvSpPr>
          <p:cNvPr id="3" name="Content Placeholder 2"/>
          <p:cNvSpPr>
            <a:spLocks noGrp="1"/>
          </p:cNvSpPr>
          <p:nvPr>
            <p:ph idx="1"/>
          </p:nvPr>
        </p:nvSpPr>
        <p:spPr>
          <a:xfrm>
            <a:off x="609600" y="1047750"/>
            <a:ext cx="3886200" cy="4286431"/>
          </a:xfrm>
        </p:spPr>
        <p:txBody>
          <a:bodyPr/>
          <a:lstStyle/>
          <a:p>
            <a:r>
              <a:rPr lang="en-US" sz="1400" b="1" dirty="0">
                <a:solidFill>
                  <a:srgbClr val="00B0F0"/>
                </a:solidFill>
              </a:rPr>
              <a:t>Mesencephalic nucleus </a:t>
            </a:r>
          </a:p>
          <a:p>
            <a:pPr lvl="1"/>
            <a:r>
              <a:rPr lang="en-US" sz="1200" dirty="0"/>
              <a:t>Anterior to superior aspect of the 4</a:t>
            </a:r>
            <a:r>
              <a:rPr lang="en-US" sz="1200" baseline="30000" dirty="0"/>
              <a:t>th</a:t>
            </a:r>
            <a:r>
              <a:rPr lang="en-US" sz="1200" dirty="0"/>
              <a:t> ventricle/aqueduct extending from the pons to the inferior colliculus</a:t>
            </a:r>
          </a:p>
          <a:p>
            <a:pPr lvl="1"/>
            <a:r>
              <a:rPr lang="en-US" sz="1200" dirty="0"/>
              <a:t>Facial proprioception and control of bite force</a:t>
            </a:r>
          </a:p>
          <a:p>
            <a:r>
              <a:rPr lang="en-US" sz="1400" b="1" dirty="0">
                <a:solidFill>
                  <a:srgbClr val="FF0000"/>
                </a:solidFill>
              </a:rPr>
              <a:t>Main sensory (pontine) nucleus </a:t>
            </a:r>
          </a:p>
          <a:p>
            <a:pPr lvl="1"/>
            <a:r>
              <a:rPr lang="en-US" sz="1200" dirty="0"/>
              <a:t>Lateral to entering trigeminal root</a:t>
            </a:r>
          </a:p>
          <a:p>
            <a:pPr lvl="1"/>
            <a:r>
              <a:rPr lang="en-US" sz="1200" dirty="0"/>
              <a:t>Facial tactile sensation</a:t>
            </a:r>
          </a:p>
          <a:p>
            <a:r>
              <a:rPr lang="en-US" sz="1400" b="1" dirty="0">
                <a:solidFill>
                  <a:srgbClr val="92D050"/>
                </a:solidFill>
              </a:rPr>
              <a:t>Spinal nucleus </a:t>
            </a:r>
          </a:p>
          <a:p>
            <a:pPr lvl="1"/>
            <a:r>
              <a:rPr lang="en-US" sz="1200" dirty="0"/>
              <a:t>Extends from principal sensory root in pons into upper cervical cord (between C2 to C4 level)</a:t>
            </a:r>
          </a:p>
          <a:p>
            <a:pPr lvl="1"/>
            <a:r>
              <a:rPr lang="en-US" sz="1200" dirty="0"/>
              <a:t>Facial pain and temperature</a:t>
            </a:r>
          </a:p>
          <a:p>
            <a:r>
              <a:rPr lang="en-US" sz="1400" b="1" dirty="0">
                <a:solidFill>
                  <a:srgbClr val="7030A0"/>
                </a:solidFill>
              </a:rPr>
              <a:t>Motor Nucleus </a:t>
            </a:r>
          </a:p>
          <a:p>
            <a:pPr lvl="1"/>
            <a:r>
              <a:rPr lang="en-US" sz="1200" dirty="0"/>
              <a:t>Anteromedial to main sensory nucleus in the pons</a:t>
            </a:r>
          </a:p>
          <a:p>
            <a:pPr lvl="1"/>
            <a:r>
              <a:rPr lang="en-US" sz="1200" dirty="0"/>
              <a:t>Supplies muscles of mastication, tensor </a:t>
            </a:r>
            <a:r>
              <a:rPr lang="en-US" sz="1200" dirty="0" err="1"/>
              <a:t>veli</a:t>
            </a:r>
            <a:r>
              <a:rPr lang="en-US" sz="1200" dirty="0"/>
              <a:t> </a:t>
            </a:r>
            <a:r>
              <a:rPr lang="en-US" sz="1200" dirty="0" err="1"/>
              <a:t>palatini</a:t>
            </a:r>
            <a:r>
              <a:rPr lang="en-US" sz="1200" dirty="0"/>
              <a:t>, tensor tympani, mylohyoid and anterior belly of digastric</a:t>
            </a:r>
          </a:p>
          <a:p>
            <a:endParaRPr lang="en-US" sz="1050" dirty="0"/>
          </a:p>
        </p:txBody>
      </p:sp>
      <p:grpSp>
        <p:nvGrpSpPr>
          <p:cNvPr id="7" name="Group 6"/>
          <p:cNvGrpSpPr/>
          <p:nvPr/>
        </p:nvGrpSpPr>
        <p:grpSpPr>
          <a:xfrm>
            <a:off x="6556502" y="1261017"/>
            <a:ext cx="2133600" cy="3572923"/>
            <a:chOff x="6276618" y="1303126"/>
            <a:chExt cx="2061502" cy="3422849"/>
          </a:xfrm>
        </p:grpSpPr>
        <p:pic>
          <p:nvPicPr>
            <p:cNvPr id="1026"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6276618" y="1303126"/>
              <a:ext cx="2061502" cy="34228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Freeform 3"/>
            <p:cNvSpPr/>
            <p:nvPr/>
          </p:nvSpPr>
          <p:spPr>
            <a:xfrm>
              <a:off x="7207193" y="2621280"/>
              <a:ext cx="123247" cy="152400"/>
            </a:xfrm>
            <a:custGeom>
              <a:avLst/>
              <a:gdLst>
                <a:gd name="connsiteX0" fmla="*/ 31807 w 123247"/>
                <a:gd name="connsiteY0" fmla="*/ 0 h 152400"/>
                <a:gd name="connsiteX1" fmla="*/ 1327 w 123247"/>
                <a:gd name="connsiteY1" fmla="*/ 38100 h 152400"/>
                <a:gd name="connsiteX2" fmla="*/ 8947 w 123247"/>
                <a:gd name="connsiteY2" fmla="*/ 99060 h 152400"/>
                <a:gd name="connsiteX3" fmla="*/ 16567 w 123247"/>
                <a:gd name="connsiteY3" fmla="*/ 121920 h 152400"/>
                <a:gd name="connsiteX4" fmla="*/ 39427 w 123247"/>
                <a:gd name="connsiteY4" fmla="*/ 137160 h 152400"/>
                <a:gd name="connsiteX5" fmla="*/ 85147 w 123247"/>
                <a:gd name="connsiteY5" fmla="*/ 152400 h 152400"/>
                <a:gd name="connsiteX6" fmla="*/ 115627 w 123247"/>
                <a:gd name="connsiteY6" fmla="*/ 144780 h 152400"/>
                <a:gd name="connsiteX7" fmla="*/ 123247 w 123247"/>
                <a:gd name="connsiteY7" fmla="*/ 121920 h 152400"/>
                <a:gd name="connsiteX8" fmla="*/ 115627 w 123247"/>
                <a:gd name="connsiteY8" fmla="*/ 38100 h 152400"/>
                <a:gd name="connsiteX9" fmla="*/ 100387 w 123247"/>
                <a:gd name="connsiteY9" fmla="*/ 15240 h 152400"/>
                <a:gd name="connsiteX10" fmla="*/ 54667 w 123247"/>
                <a:gd name="connsiteY10" fmla="*/ 0 h 152400"/>
                <a:gd name="connsiteX11" fmla="*/ 31807 w 123247"/>
                <a:gd name="connsiteY11"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3247" h="152400">
                  <a:moveTo>
                    <a:pt x="31807" y="0"/>
                  </a:moveTo>
                  <a:cubicBezTo>
                    <a:pt x="21647" y="12700"/>
                    <a:pt x="4984" y="22253"/>
                    <a:pt x="1327" y="38100"/>
                  </a:cubicBezTo>
                  <a:cubicBezTo>
                    <a:pt x="-3278" y="58054"/>
                    <a:pt x="5284" y="78912"/>
                    <a:pt x="8947" y="99060"/>
                  </a:cubicBezTo>
                  <a:cubicBezTo>
                    <a:pt x="10384" y="106963"/>
                    <a:pt x="11549" y="115648"/>
                    <a:pt x="16567" y="121920"/>
                  </a:cubicBezTo>
                  <a:cubicBezTo>
                    <a:pt x="22288" y="129071"/>
                    <a:pt x="31058" y="133441"/>
                    <a:pt x="39427" y="137160"/>
                  </a:cubicBezTo>
                  <a:cubicBezTo>
                    <a:pt x="54107" y="143684"/>
                    <a:pt x="85147" y="152400"/>
                    <a:pt x="85147" y="152400"/>
                  </a:cubicBezTo>
                  <a:cubicBezTo>
                    <a:pt x="95307" y="149860"/>
                    <a:pt x="107449" y="151322"/>
                    <a:pt x="115627" y="144780"/>
                  </a:cubicBezTo>
                  <a:cubicBezTo>
                    <a:pt x="121899" y="139762"/>
                    <a:pt x="123247" y="129952"/>
                    <a:pt x="123247" y="121920"/>
                  </a:cubicBezTo>
                  <a:cubicBezTo>
                    <a:pt x="123247" y="93865"/>
                    <a:pt x="121505" y="65532"/>
                    <a:pt x="115627" y="38100"/>
                  </a:cubicBezTo>
                  <a:cubicBezTo>
                    <a:pt x="113708" y="29145"/>
                    <a:pt x="108153" y="20094"/>
                    <a:pt x="100387" y="15240"/>
                  </a:cubicBezTo>
                  <a:cubicBezTo>
                    <a:pt x="86764" y="6726"/>
                    <a:pt x="54667" y="0"/>
                    <a:pt x="54667" y="0"/>
                  </a:cubicBezTo>
                  <a:lnTo>
                    <a:pt x="31807" y="0"/>
                  </a:lnTo>
                  <a:close/>
                </a:path>
              </a:pathLst>
            </a:custGeom>
            <a:solidFill>
              <a:srgbClr val="FF0000">
                <a:alpha val="24000"/>
              </a:srgb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4"/>
            <p:cNvSpPr/>
            <p:nvPr/>
          </p:nvSpPr>
          <p:spPr>
            <a:xfrm>
              <a:off x="7170420" y="2202180"/>
              <a:ext cx="152466" cy="426072"/>
            </a:xfrm>
            <a:custGeom>
              <a:avLst/>
              <a:gdLst>
                <a:gd name="connsiteX0" fmla="*/ 76200 w 152466"/>
                <a:gd name="connsiteY0" fmla="*/ 419100 h 426072"/>
                <a:gd name="connsiteX1" fmla="*/ 68580 w 152466"/>
                <a:gd name="connsiteY1" fmla="*/ 266700 h 426072"/>
                <a:gd name="connsiteX2" fmla="*/ 60960 w 152466"/>
                <a:gd name="connsiteY2" fmla="*/ 243840 h 426072"/>
                <a:gd name="connsiteX3" fmla="*/ 38100 w 152466"/>
                <a:gd name="connsiteY3" fmla="*/ 144780 h 426072"/>
                <a:gd name="connsiteX4" fmla="*/ 22860 w 152466"/>
                <a:gd name="connsiteY4" fmla="*/ 91440 h 426072"/>
                <a:gd name="connsiteX5" fmla="*/ 7620 w 152466"/>
                <a:gd name="connsiteY5" fmla="*/ 45720 h 426072"/>
                <a:gd name="connsiteX6" fmla="*/ 0 w 152466"/>
                <a:gd name="connsiteY6" fmla="*/ 22860 h 426072"/>
                <a:gd name="connsiteX7" fmla="*/ 45720 w 152466"/>
                <a:gd name="connsiteY7" fmla="*/ 0 h 426072"/>
                <a:gd name="connsiteX8" fmla="*/ 68580 w 152466"/>
                <a:gd name="connsiteY8" fmla="*/ 7620 h 426072"/>
                <a:gd name="connsiteX9" fmla="*/ 91440 w 152466"/>
                <a:gd name="connsiteY9" fmla="*/ 53340 h 426072"/>
                <a:gd name="connsiteX10" fmla="*/ 99060 w 152466"/>
                <a:gd name="connsiteY10" fmla="*/ 76200 h 426072"/>
                <a:gd name="connsiteX11" fmla="*/ 114300 w 152466"/>
                <a:gd name="connsiteY11" fmla="*/ 152400 h 426072"/>
                <a:gd name="connsiteX12" fmla="*/ 137160 w 152466"/>
                <a:gd name="connsiteY12" fmla="*/ 220980 h 426072"/>
                <a:gd name="connsiteX13" fmla="*/ 144780 w 152466"/>
                <a:gd name="connsiteY13" fmla="*/ 243840 h 426072"/>
                <a:gd name="connsiteX14" fmla="*/ 152400 w 152466"/>
                <a:gd name="connsiteY14" fmla="*/ 289560 h 426072"/>
                <a:gd name="connsiteX15" fmla="*/ 144780 w 152466"/>
                <a:gd name="connsiteY15" fmla="*/ 411480 h 426072"/>
                <a:gd name="connsiteX16" fmla="*/ 114300 w 152466"/>
                <a:gd name="connsiteY16" fmla="*/ 403860 h 426072"/>
                <a:gd name="connsiteX17" fmla="*/ 76200 w 152466"/>
                <a:gd name="connsiteY17" fmla="*/ 419100 h 426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2466" h="426072">
                  <a:moveTo>
                    <a:pt x="76200" y="419100"/>
                  </a:moveTo>
                  <a:cubicBezTo>
                    <a:pt x="68580" y="396240"/>
                    <a:pt x="72986" y="317372"/>
                    <a:pt x="68580" y="266700"/>
                  </a:cubicBezTo>
                  <a:cubicBezTo>
                    <a:pt x="67884" y="258698"/>
                    <a:pt x="62908" y="251632"/>
                    <a:pt x="60960" y="243840"/>
                  </a:cubicBezTo>
                  <a:cubicBezTo>
                    <a:pt x="48871" y="195482"/>
                    <a:pt x="57066" y="201679"/>
                    <a:pt x="38100" y="144780"/>
                  </a:cubicBezTo>
                  <a:cubicBezTo>
                    <a:pt x="12491" y="67954"/>
                    <a:pt x="51564" y="187121"/>
                    <a:pt x="22860" y="91440"/>
                  </a:cubicBezTo>
                  <a:cubicBezTo>
                    <a:pt x="18244" y="76053"/>
                    <a:pt x="12700" y="60960"/>
                    <a:pt x="7620" y="45720"/>
                  </a:cubicBezTo>
                  <a:lnTo>
                    <a:pt x="0" y="22860"/>
                  </a:lnTo>
                  <a:cubicBezTo>
                    <a:pt x="11558" y="15155"/>
                    <a:pt x="29946" y="0"/>
                    <a:pt x="45720" y="0"/>
                  </a:cubicBezTo>
                  <a:cubicBezTo>
                    <a:pt x="53752" y="0"/>
                    <a:pt x="60960" y="5080"/>
                    <a:pt x="68580" y="7620"/>
                  </a:cubicBezTo>
                  <a:cubicBezTo>
                    <a:pt x="87733" y="65079"/>
                    <a:pt x="61897" y="-5746"/>
                    <a:pt x="91440" y="53340"/>
                  </a:cubicBezTo>
                  <a:cubicBezTo>
                    <a:pt x="95032" y="60524"/>
                    <a:pt x="96853" y="68477"/>
                    <a:pt x="99060" y="76200"/>
                  </a:cubicBezTo>
                  <a:cubicBezTo>
                    <a:pt x="124389" y="164850"/>
                    <a:pt x="84361" y="32646"/>
                    <a:pt x="114300" y="152400"/>
                  </a:cubicBezTo>
                  <a:lnTo>
                    <a:pt x="137160" y="220980"/>
                  </a:lnTo>
                  <a:cubicBezTo>
                    <a:pt x="139700" y="228600"/>
                    <a:pt x="143460" y="235917"/>
                    <a:pt x="144780" y="243840"/>
                  </a:cubicBezTo>
                  <a:lnTo>
                    <a:pt x="152400" y="289560"/>
                  </a:lnTo>
                  <a:cubicBezTo>
                    <a:pt x="149860" y="330200"/>
                    <a:pt x="157657" y="372850"/>
                    <a:pt x="144780" y="411480"/>
                  </a:cubicBezTo>
                  <a:cubicBezTo>
                    <a:pt x="141468" y="421415"/>
                    <a:pt x="124523" y="406132"/>
                    <a:pt x="114300" y="403860"/>
                  </a:cubicBezTo>
                  <a:cubicBezTo>
                    <a:pt x="101657" y="401050"/>
                    <a:pt x="83820" y="441960"/>
                    <a:pt x="76200" y="419100"/>
                  </a:cubicBezTo>
                  <a:close/>
                </a:path>
              </a:pathLst>
            </a:custGeom>
            <a:solidFill>
              <a:srgbClr val="00B0F0">
                <a:alpha val="23000"/>
              </a:srgbClr>
            </a:solidFill>
            <a:ln w="31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grpSp>
      <p:sp>
        <p:nvSpPr>
          <p:cNvPr id="10" name="Freeform 9"/>
          <p:cNvSpPr/>
          <p:nvPr/>
        </p:nvSpPr>
        <p:spPr>
          <a:xfrm>
            <a:off x="7483602" y="2673858"/>
            <a:ext cx="45047" cy="92970"/>
          </a:xfrm>
          <a:custGeom>
            <a:avLst/>
            <a:gdLst>
              <a:gd name="connsiteX0" fmla="*/ 31750 w 45047"/>
              <a:gd name="connsiteY0" fmla="*/ 4070 h 92970"/>
              <a:gd name="connsiteX1" fmla="*/ 3175 w 45047"/>
              <a:gd name="connsiteY1" fmla="*/ 4070 h 92970"/>
              <a:gd name="connsiteX2" fmla="*/ 0 w 45047"/>
              <a:gd name="connsiteY2" fmla="*/ 19945 h 92970"/>
              <a:gd name="connsiteX3" fmla="*/ 3175 w 45047"/>
              <a:gd name="connsiteY3" fmla="*/ 67570 h 92970"/>
              <a:gd name="connsiteX4" fmla="*/ 19050 w 45047"/>
              <a:gd name="connsiteY4" fmla="*/ 83445 h 92970"/>
              <a:gd name="connsiteX5" fmla="*/ 28575 w 45047"/>
              <a:gd name="connsiteY5" fmla="*/ 92970 h 92970"/>
              <a:gd name="connsiteX6" fmla="*/ 44450 w 45047"/>
              <a:gd name="connsiteY6" fmla="*/ 89795 h 92970"/>
              <a:gd name="connsiteX7" fmla="*/ 38100 w 45047"/>
              <a:gd name="connsiteY7" fmla="*/ 45345 h 92970"/>
              <a:gd name="connsiteX8" fmla="*/ 31750 w 45047"/>
              <a:gd name="connsiteY8" fmla="*/ 26295 h 92970"/>
              <a:gd name="connsiteX9" fmla="*/ 31750 w 45047"/>
              <a:gd name="connsiteY9" fmla="*/ 4070 h 92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047" h="92970">
                <a:moveTo>
                  <a:pt x="31750" y="4070"/>
                </a:moveTo>
                <a:cubicBezTo>
                  <a:pt x="26988" y="366"/>
                  <a:pt x="8940" y="-2848"/>
                  <a:pt x="3175" y="4070"/>
                </a:cubicBezTo>
                <a:cubicBezTo>
                  <a:pt x="-280" y="8216"/>
                  <a:pt x="1058" y="14653"/>
                  <a:pt x="0" y="19945"/>
                </a:cubicBezTo>
                <a:cubicBezTo>
                  <a:pt x="1058" y="35820"/>
                  <a:pt x="559" y="51876"/>
                  <a:pt x="3175" y="67570"/>
                </a:cubicBezTo>
                <a:cubicBezTo>
                  <a:pt x="4677" y="76583"/>
                  <a:pt x="13315" y="78665"/>
                  <a:pt x="19050" y="83445"/>
                </a:cubicBezTo>
                <a:cubicBezTo>
                  <a:pt x="22499" y="86320"/>
                  <a:pt x="25400" y="89795"/>
                  <a:pt x="28575" y="92970"/>
                </a:cubicBezTo>
                <a:cubicBezTo>
                  <a:pt x="33867" y="91912"/>
                  <a:pt x="42606" y="94867"/>
                  <a:pt x="44450" y="89795"/>
                </a:cubicBezTo>
                <a:cubicBezTo>
                  <a:pt x="46868" y="83145"/>
                  <a:pt x="41382" y="56284"/>
                  <a:pt x="38100" y="45345"/>
                </a:cubicBezTo>
                <a:cubicBezTo>
                  <a:pt x="36177" y="38934"/>
                  <a:pt x="35463" y="31864"/>
                  <a:pt x="31750" y="26295"/>
                </a:cubicBezTo>
                <a:cubicBezTo>
                  <a:pt x="24226" y="15009"/>
                  <a:pt x="36512" y="7774"/>
                  <a:pt x="31750" y="4070"/>
                </a:cubicBezTo>
                <a:close/>
              </a:path>
            </a:pathLst>
          </a:custGeom>
          <a:solidFill>
            <a:srgbClr val="7030A0">
              <a:alpha val="25000"/>
            </a:srgbClr>
          </a:solidFill>
          <a:ln w="31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030A0"/>
              </a:solidFill>
            </a:endParaRPr>
          </a:p>
        </p:txBody>
      </p:sp>
      <p:cxnSp>
        <p:nvCxnSpPr>
          <p:cNvPr id="24" name="Straight Connector 23"/>
          <p:cNvCxnSpPr>
            <a:stCxn id="34" idx="3"/>
          </p:cNvCxnSpPr>
          <p:nvPr/>
        </p:nvCxnSpPr>
        <p:spPr>
          <a:xfrm>
            <a:off x="6085853" y="1750062"/>
            <a:ext cx="1308849" cy="577344"/>
          </a:xfrm>
          <a:prstGeom prst="line">
            <a:avLst/>
          </a:prstGeom>
          <a:ln w="127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V="1">
            <a:off x="6276680" y="2720343"/>
            <a:ext cx="1118022" cy="231242"/>
          </a:xfrm>
          <a:prstGeom prst="line">
            <a:avLst/>
          </a:prstGeom>
          <a:ln w="127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32" idx="3"/>
          </p:cNvCxnSpPr>
          <p:nvPr/>
        </p:nvCxnSpPr>
        <p:spPr>
          <a:xfrm flipV="1">
            <a:off x="6261416" y="3106553"/>
            <a:ext cx="1321984" cy="1411132"/>
          </a:xfrm>
          <a:prstGeom prst="line">
            <a:avLst/>
          </a:prstGeom>
          <a:ln w="12700">
            <a:solidFill>
              <a:srgbClr val="FFC000"/>
            </a:solidFill>
          </a:ln>
        </p:spPr>
        <p:style>
          <a:lnRef idx="1">
            <a:schemeClr val="accent1"/>
          </a:lnRef>
          <a:fillRef idx="0">
            <a:schemeClr val="accent1"/>
          </a:fillRef>
          <a:effectRef idx="0">
            <a:schemeClr val="accent1"/>
          </a:effectRef>
          <a:fontRef idx="minor">
            <a:schemeClr val="tx1"/>
          </a:fontRef>
        </p:style>
      </p:cxnSp>
      <p:pic>
        <p:nvPicPr>
          <p:cNvPr id="32" name="Picture 5"/>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a:stretch/>
        </p:blipFill>
        <p:spPr bwMode="auto">
          <a:xfrm>
            <a:off x="4777005" y="4079932"/>
            <a:ext cx="1484411" cy="875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4" name="Picture 6"/>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a:stretch/>
        </p:blipFill>
        <p:spPr bwMode="auto">
          <a:xfrm>
            <a:off x="4915956" y="1125883"/>
            <a:ext cx="1169897" cy="12483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5" name="Freeform 34"/>
          <p:cNvSpPr/>
          <p:nvPr/>
        </p:nvSpPr>
        <p:spPr>
          <a:xfrm>
            <a:off x="5599240" y="3462510"/>
            <a:ext cx="54796" cy="50800"/>
          </a:xfrm>
          <a:custGeom>
            <a:avLst/>
            <a:gdLst>
              <a:gd name="connsiteX0" fmla="*/ 54627 w 54796"/>
              <a:gd name="connsiteY0" fmla="*/ 25400 h 50800"/>
              <a:gd name="connsiteX1" fmla="*/ 48277 w 54796"/>
              <a:gd name="connsiteY1" fmla="*/ 9525 h 50800"/>
              <a:gd name="connsiteX2" fmla="*/ 29227 w 54796"/>
              <a:gd name="connsiteY2" fmla="*/ 0 h 50800"/>
              <a:gd name="connsiteX3" fmla="*/ 7002 w 54796"/>
              <a:gd name="connsiteY3" fmla="*/ 3175 h 50800"/>
              <a:gd name="connsiteX4" fmla="*/ 3827 w 54796"/>
              <a:gd name="connsiteY4" fmla="*/ 44450 h 50800"/>
              <a:gd name="connsiteX5" fmla="*/ 13352 w 54796"/>
              <a:gd name="connsiteY5" fmla="*/ 50800 h 50800"/>
              <a:gd name="connsiteX6" fmla="*/ 41927 w 54796"/>
              <a:gd name="connsiteY6" fmla="*/ 41275 h 50800"/>
              <a:gd name="connsiteX7" fmla="*/ 54627 w 54796"/>
              <a:gd name="connsiteY7" fmla="*/ 25400 h 5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796" h="50800">
                <a:moveTo>
                  <a:pt x="54627" y="25400"/>
                </a:moveTo>
                <a:cubicBezTo>
                  <a:pt x="55685" y="20109"/>
                  <a:pt x="51590" y="14163"/>
                  <a:pt x="48277" y="9525"/>
                </a:cubicBezTo>
                <a:cubicBezTo>
                  <a:pt x="44430" y="4140"/>
                  <a:pt x="34950" y="1908"/>
                  <a:pt x="29227" y="0"/>
                </a:cubicBezTo>
                <a:cubicBezTo>
                  <a:pt x="21819" y="1058"/>
                  <a:pt x="13841" y="136"/>
                  <a:pt x="7002" y="3175"/>
                </a:cubicBezTo>
                <a:cubicBezTo>
                  <a:pt x="-6410" y="9136"/>
                  <a:pt x="3512" y="43505"/>
                  <a:pt x="3827" y="44450"/>
                </a:cubicBezTo>
                <a:cubicBezTo>
                  <a:pt x="5034" y="48070"/>
                  <a:pt x="10177" y="48683"/>
                  <a:pt x="13352" y="50800"/>
                </a:cubicBezTo>
                <a:cubicBezTo>
                  <a:pt x="14335" y="50636"/>
                  <a:pt x="39986" y="49039"/>
                  <a:pt x="41927" y="41275"/>
                </a:cubicBezTo>
                <a:cubicBezTo>
                  <a:pt x="44494" y="31008"/>
                  <a:pt x="53569" y="30691"/>
                  <a:pt x="54627" y="25400"/>
                </a:cubicBezTo>
                <a:close/>
              </a:path>
            </a:pathLst>
          </a:custGeom>
          <a:solidFill>
            <a:srgbClr val="7030A0">
              <a:alpha val="75000"/>
            </a:srgbClr>
          </a:solidFill>
          <a:ln w="3175">
            <a:solidFill>
              <a:srgbClr val="7030A0"/>
            </a:solidFill>
          </a:ln>
          <a:effectLst>
            <a:outerShdw blurRad="50800" dist="50800" dir="5400000" algn="ctr" rotWithShape="0">
              <a:srgbClr val="000000">
                <a:alpha val="6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030A0"/>
              </a:solidFill>
            </a:endParaRPr>
          </a:p>
        </p:txBody>
      </p:sp>
      <p:sp>
        <p:nvSpPr>
          <p:cNvPr id="36" name="Freeform 35"/>
          <p:cNvSpPr/>
          <p:nvPr/>
        </p:nvSpPr>
        <p:spPr>
          <a:xfrm>
            <a:off x="5665771" y="3524417"/>
            <a:ext cx="48450" cy="45884"/>
          </a:xfrm>
          <a:custGeom>
            <a:avLst/>
            <a:gdLst>
              <a:gd name="connsiteX0" fmla="*/ 43189 w 48450"/>
              <a:gd name="connsiteY0" fmla="*/ 10959 h 45884"/>
              <a:gd name="connsiteX1" fmla="*/ 27314 w 48450"/>
              <a:gd name="connsiteY1" fmla="*/ 1434 h 45884"/>
              <a:gd name="connsiteX2" fmla="*/ 1914 w 48450"/>
              <a:gd name="connsiteY2" fmla="*/ 4609 h 45884"/>
              <a:gd name="connsiteX3" fmla="*/ 11439 w 48450"/>
              <a:gd name="connsiteY3" fmla="*/ 39534 h 45884"/>
              <a:gd name="connsiteX4" fmla="*/ 20964 w 48450"/>
              <a:gd name="connsiteY4" fmla="*/ 45884 h 45884"/>
              <a:gd name="connsiteX5" fmla="*/ 43189 w 48450"/>
              <a:gd name="connsiteY5" fmla="*/ 7784 h 45884"/>
              <a:gd name="connsiteX6" fmla="*/ 43189 w 48450"/>
              <a:gd name="connsiteY6" fmla="*/ 10959 h 45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450" h="45884">
                <a:moveTo>
                  <a:pt x="43189" y="10959"/>
                </a:moveTo>
                <a:cubicBezTo>
                  <a:pt x="40543" y="9901"/>
                  <a:pt x="33413" y="2372"/>
                  <a:pt x="27314" y="1434"/>
                </a:cubicBezTo>
                <a:cubicBezTo>
                  <a:pt x="18881" y="137"/>
                  <a:pt x="7152" y="-2126"/>
                  <a:pt x="1914" y="4609"/>
                </a:cubicBezTo>
                <a:cubicBezTo>
                  <a:pt x="-3838" y="12004"/>
                  <a:pt x="4560" y="32655"/>
                  <a:pt x="11439" y="39534"/>
                </a:cubicBezTo>
                <a:cubicBezTo>
                  <a:pt x="14137" y="42232"/>
                  <a:pt x="17789" y="43767"/>
                  <a:pt x="20964" y="45884"/>
                </a:cubicBezTo>
                <a:cubicBezTo>
                  <a:pt x="55611" y="41553"/>
                  <a:pt x="50359" y="50804"/>
                  <a:pt x="43189" y="7784"/>
                </a:cubicBezTo>
                <a:cubicBezTo>
                  <a:pt x="42943" y="6308"/>
                  <a:pt x="45835" y="12017"/>
                  <a:pt x="43189" y="10959"/>
                </a:cubicBezTo>
                <a:close/>
              </a:path>
            </a:pathLst>
          </a:custGeom>
          <a:solidFill>
            <a:srgbClr val="FF0000">
              <a:alpha val="75000"/>
            </a:srgb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36"/>
          <p:cNvSpPr/>
          <p:nvPr/>
        </p:nvSpPr>
        <p:spPr>
          <a:xfrm>
            <a:off x="5611044" y="4650976"/>
            <a:ext cx="47769" cy="51015"/>
          </a:xfrm>
          <a:custGeom>
            <a:avLst/>
            <a:gdLst>
              <a:gd name="connsiteX0" fmla="*/ 45346 w 47769"/>
              <a:gd name="connsiteY0" fmla="*/ 17677 h 51015"/>
              <a:gd name="connsiteX1" fmla="*/ 2483 w 47769"/>
              <a:gd name="connsiteY1" fmla="*/ 8152 h 51015"/>
              <a:gd name="connsiteX2" fmla="*/ 4864 w 47769"/>
              <a:gd name="connsiteY2" fmla="*/ 31965 h 51015"/>
              <a:gd name="connsiteX3" fmla="*/ 7246 w 47769"/>
              <a:gd name="connsiteY3" fmla="*/ 39108 h 51015"/>
              <a:gd name="connsiteX4" fmla="*/ 28677 w 47769"/>
              <a:gd name="connsiteY4" fmla="*/ 51015 h 51015"/>
              <a:gd name="connsiteX5" fmla="*/ 45346 w 47769"/>
              <a:gd name="connsiteY5" fmla="*/ 48633 h 51015"/>
              <a:gd name="connsiteX6" fmla="*/ 47727 w 47769"/>
              <a:gd name="connsiteY6" fmla="*/ 41490 h 51015"/>
              <a:gd name="connsiteX7" fmla="*/ 42964 w 47769"/>
              <a:gd name="connsiteY7" fmla="*/ 15296 h 51015"/>
              <a:gd name="connsiteX8" fmla="*/ 45346 w 47769"/>
              <a:gd name="connsiteY8" fmla="*/ 17677 h 51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769" h="51015">
                <a:moveTo>
                  <a:pt x="45346" y="17677"/>
                </a:moveTo>
                <a:cubicBezTo>
                  <a:pt x="38599" y="16486"/>
                  <a:pt x="30993" y="-14248"/>
                  <a:pt x="2483" y="8152"/>
                </a:cubicBezTo>
                <a:cubicBezTo>
                  <a:pt x="-3790" y="13080"/>
                  <a:pt x="3651" y="24081"/>
                  <a:pt x="4864" y="31965"/>
                </a:cubicBezTo>
                <a:cubicBezTo>
                  <a:pt x="5246" y="34446"/>
                  <a:pt x="5471" y="37333"/>
                  <a:pt x="7246" y="39108"/>
                </a:cubicBezTo>
                <a:cubicBezTo>
                  <a:pt x="15434" y="47295"/>
                  <a:pt x="19694" y="48020"/>
                  <a:pt x="28677" y="51015"/>
                </a:cubicBezTo>
                <a:cubicBezTo>
                  <a:pt x="34233" y="50221"/>
                  <a:pt x="40326" y="51143"/>
                  <a:pt x="45346" y="48633"/>
                </a:cubicBezTo>
                <a:cubicBezTo>
                  <a:pt x="47591" y="47511"/>
                  <a:pt x="47906" y="43993"/>
                  <a:pt x="47727" y="41490"/>
                </a:cubicBezTo>
                <a:cubicBezTo>
                  <a:pt x="47095" y="32638"/>
                  <a:pt x="45402" y="23829"/>
                  <a:pt x="42964" y="15296"/>
                </a:cubicBezTo>
                <a:cubicBezTo>
                  <a:pt x="40734" y="7492"/>
                  <a:pt x="52093" y="18868"/>
                  <a:pt x="45346" y="17677"/>
                </a:cubicBezTo>
                <a:close/>
              </a:path>
            </a:pathLst>
          </a:custGeom>
          <a:solidFill>
            <a:srgbClr val="92D050">
              <a:alpha val="75000"/>
            </a:srgbClr>
          </a:solidFill>
          <a:ln w="31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37"/>
          <p:cNvSpPr/>
          <p:nvPr/>
        </p:nvSpPr>
        <p:spPr>
          <a:xfrm>
            <a:off x="5599240" y="1992128"/>
            <a:ext cx="57150" cy="66722"/>
          </a:xfrm>
          <a:custGeom>
            <a:avLst/>
            <a:gdLst>
              <a:gd name="connsiteX0" fmla="*/ 57150 w 57150"/>
              <a:gd name="connsiteY0" fmla="*/ 42863 h 66722"/>
              <a:gd name="connsiteX1" fmla="*/ 38100 w 57150"/>
              <a:gd name="connsiteY1" fmla="*/ 19050 h 66722"/>
              <a:gd name="connsiteX2" fmla="*/ 28575 w 57150"/>
              <a:gd name="connsiteY2" fmla="*/ 4763 h 66722"/>
              <a:gd name="connsiteX3" fmla="*/ 14287 w 57150"/>
              <a:gd name="connsiteY3" fmla="*/ 0 h 66722"/>
              <a:gd name="connsiteX4" fmla="*/ 4762 w 57150"/>
              <a:gd name="connsiteY4" fmla="*/ 28575 h 66722"/>
              <a:gd name="connsiteX5" fmla="*/ 0 w 57150"/>
              <a:gd name="connsiteY5" fmla="*/ 42863 h 66722"/>
              <a:gd name="connsiteX6" fmla="*/ 4762 w 57150"/>
              <a:gd name="connsiteY6" fmla="*/ 61913 h 66722"/>
              <a:gd name="connsiteX7" fmla="*/ 47625 w 57150"/>
              <a:gd name="connsiteY7" fmla="*/ 61913 h 66722"/>
              <a:gd name="connsiteX8" fmla="*/ 57150 w 57150"/>
              <a:gd name="connsiteY8" fmla="*/ 42863 h 6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50" h="66722">
                <a:moveTo>
                  <a:pt x="57150" y="42863"/>
                </a:moveTo>
                <a:cubicBezTo>
                  <a:pt x="50800" y="34925"/>
                  <a:pt x="44199" y="27182"/>
                  <a:pt x="38100" y="19050"/>
                </a:cubicBezTo>
                <a:cubicBezTo>
                  <a:pt x="34666" y="14471"/>
                  <a:pt x="33044" y="8339"/>
                  <a:pt x="28575" y="4763"/>
                </a:cubicBezTo>
                <a:cubicBezTo>
                  <a:pt x="24655" y="1627"/>
                  <a:pt x="19050" y="1588"/>
                  <a:pt x="14287" y="0"/>
                </a:cubicBezTo>
                <a:lnTo>
                  <a:pt x="4762" y="28575"/>
                </a:lnTo>
                <a:lnTo>
                  <a:pt x="0" y="42863"/>
                </a:lnTo>
                <a:cubicBezTo>
                  <a:pt x="1587" y="49213"/>
                  <a:pt x="673" y="56802"/>
                  <a:pt x="4762" y="61913"/>
                </a:cubicBezTo>
                <a:cubicBezTo>
                  <a:pt x="12201" y="71212"/>
                  <a:pt x="44892" y="64646"/>
                  <a:pt x="47625" y="61913"/>
                </a:cubicBezTo>
                <a:lnTo>
                  <a:pt x="57150" y="42863"/>
                </a:lnTo>
                <a:close/>
              </a:path>
            </a:pathLst>
          </a:custGeom>
          <a:solidFill>
            <a:srgbClr val="00B0F0">
              <a:alpha val="75000"/>
            </a:srgbClr>
          </a:solidFill>
          <a:ln w="3175">
            <a:solidFill>
              <a:srgbClr val="00B0F0"/>
            </a:solidFill>
          </a:ln>
          <a:effectLst>
            <a:outerShdw blurRad="50800" dist="50800" dir="5400000" algn="ctr" rotWithShape="0">
              <a:srgbClr val="000000">
                <a:alpha val="6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7602443" y="2805676"/>
            <a:ext cx="292994" cy="2041338"/>
          </a:xfrm>
          <a:custGeom>
            <a:avLst/>
            <a:gdLst>
              <a:gd name="connsiteX0" fmla="*/ 37098 w 292994"/>
              <a:gd name="connsiteY0" fmla="*/ 6383 h 2041338"/>
              <a:gd name="connsiteX1" fmla="*/ 37098 w 292994"/>
              <a:gd name="connsiteY1" fmla="*/ 118809 h 2041338"/>
              <a:gd name="connsiteX2" fmla="*/ 59584 w 292994"/>
              <a:gd name="connsiteY2" fmla="*/ 328671 h 2041338"/>
              <a:gd name="connsiteX3" fmla="*/ 67079 w 292994"/>
              <a:gd name="connsiteY3" fmla="*/ 823347 h 2041338"/>
              <a:gd name="connsiteX4" fmla="*/ 74574 w 292994"/>
              <a:gd name="connsiteY4" fmla="*/ 860822 h 2041338"/>
              <a:gd name="connsiteX5" fmla="*/ 89564 w 292994"/>
              <a:gd name="connsiteY5" fmla="*/ 905793 h 2041338"/>
              <a:gd name="connsiteX6" fmla="*/ 97059 w 292994"/>
              <a:gd name="connsiteY6" fmla="*/ 995734 h 2041338"/>
              <a:gd name="connsiteX7" fmla="*/ 104554 w 292994"/>
              <a:gd name="connsiteY7" fmla="*/ 1018219 h 2041338"/>
              <a:gd name="connsiteX8" fmla="*/ 112049 w 292994"/>
              <a:gd name="connsiteY8" fmla="*/ 1070684 h 2041338"/>
              <a:gd name="connsiteX9" fmla="*/ 119544 w 292994"/>
              <a:gd name="connsiteY9" fmla="*/ 1130645 h 2041338"/>
              <a:gd name="connsiteX10" fmla="*/ 134534 w 292994"/>
              <a:gd name="connsiteY10" fmla="*/ 1175616 h 2041338"/>
              <a:gd name="connsiteX11" fmla="*/ 142029 w 292994"/>
              <a:gd name="connsiteY11" fmla="*/ 1205596 h 2041338"/>
              <a:gd name="connsiteX12" fmla="*/ 149525 w 292994"/>
              <a:gd name="connsiteY12" fmla="*/ 1228081 h 2041338"/>
              <a:gd name="connsiteX13" fmla="*/ 164515 w 292994"/>
              <a:gd name="connsiteY13" fmla="*/ 1333012 h 2041338"/>
              <a:gd name="connsiteX14" fmla="*/ 172010 w 292994"/>
              <a:gd name="connsiteY14" fmla="*/ 1355497 h 2041338"/>
              <a:gd name="connsiteX15" fmla="*/ 187000 w 292994"/>
              <a:gd name="connsiteY15" fmla="*/ 1452934 h 2041338"/>
              <a:gd name="connsiteX16" fmla="*/ 194495 w 292994"/>
              <a:gd name="connsiteY16" fmla="*/ 1475419 h 2041338"/>
              <a:gd name="connsiteX17" fmla="*/ 201990 w 292994"/>
              <a:gd name="connsiteY17" fmla="*/ 1535379 h 2041338"/>
              <a:gd name="connsiteX18" fmla="*/ 216980 w 292994"/>
              <a:gd name="connsiteY18" fmla="*/ 1625320 h 2041338"/>
              <a:gd name="connsiteX19" fmla="*/ 231970 w 292994"/>
              <a:gd name="connsiteY19" fmla="*/ 1722757 h 2041338"/>
              <a:gd name="connsiteX20" fmla="*/ 246961 w 292994"/>
              <a:gd name="connsiteY20" fmla="*/ 1767727 h 2041338"/>
              <a:gd name="connsiteX21" fmla="*/ 254456 w 292994"/>
              <a:gd name="connsiteY21" fmla="*/ 1790212 h 2041338"/>
              <a:gd name="connsiteX22" fmla="*/ 276941 w 292994"/>
              <a:gd name="connsiteY22" fmla="*/ 1857668 h 2041338"/>
              <a:gd name="connsiteX23" fmla="*/ 284436 w 292994"/>
              <a:gd name="connsiteY23" fmla="*/ 1880153 h 2041338"/>
              <a:gd name="connsiteX24" fmla="*/ 284436 w 292994"/>
              <a:gd name="connsiteY24" fmla="*/ 2037550 h 2041338"/>
              <a:gd name="connsiteX25" fmla="*/ 246961 w 292994"/>
              <a:gd name="connsiteY25" fmla="*/ 2030055 h 2041338"/>
              <a:gd name="connsiteX26" fmla="*/ 209485 w 292994"/>
              <a:gd name="connsiteY26" fmla="*/ 1992579 h 2041338"/>
              <a:gd name="connsiteX27" fmla="*/ 194495 w 292994"/>
              <a:gd name="connsiteY27" fmla="*/ 1910134 h 2041338"/>
              <a:gd name="connsiteX28" fmla="*/ 187000 w 292994"/>
              <a:gd name="connsiteY28" fmla="*/ 1767727 h 2041338"/>
              <a:gd name="connsiteX29" fmla="*/ 172010 w 292994"/>
              <a:gd name="connsiteY29" fmla="*/ 1662796 h 2041338"/>
              <a:gd name="connsiteX30" fmla="*/ 142029 w 292994"/>
              <a:gd name="connsiteY30" fmla="*/ 1467924 h 2041338"/>
              <a:gd name="connsiteX31" fmla="*/ 134534 w 292994"/>
              <a:gd name="connsiteY31" fmla="*/ 1430448 h 2041338"/>
              <a:gd name="connsiteX32" fmla="*/ 127039 w 292994"/>
              <a:gd name="connsiteY32" fmla="*/ 1400468 h 2041338"/>
              <a:gd name="connsiteX33" fmla="*/ 119544 w 292994"/>
              <a:gd name="connsiteY33" fmla="*/ 1348002 h 2041338"/>
              <a:gd name="connsiteX34" fmla="*/ 112049 w 292994"/>
              <a:gd name="connsiteY34" fmla="*/ 1310527 h 2041338"/>
              <a:gd name="connsiteX35" fmla="*/ 97059 w 292994"/>
              <a:gd name="connsiteY35" fmla="*/ 1265557 h 2041338"/>
              <a:gd name="connsiteX36" fmla="*/ 74574 w 292994"/>
              <a:gd name="connsiteY36" fmla="*/ 1070684 h 2041338"/>
              <a:gd name="connsiteX37" fmla="*/ 52089 w 292994"/>
              <a:gd name="connsiteY37" fmla="*/ 988238 h 2041338"/>
              <a:gd name="connsiteX38" fmla="*/ 37098 w 292994"/>
              <a:gd name="connsiteY38" fmla="*/ 935773 h 2041338"/>
              <a:gd name="connsiteX39" fmla="*/ 29603 w 292994"/>
              <a:gd name="connsiteY39" fmla="*/ 883307 h 2041338"/>
              <a:gd name="connsiteX40" fmla="*/ 22108 w 292994"/>
              <a:gd name="connsiteY40" fmla="*/ 740901 h 2041338"/>
              <a:gd name="connsiteX41" fmla="*/ 7118 w 292994"/>
              <a:gd name="connsiteY41" fmla="*/ 695930 h 2041338"/>
              <a:gd name="connsiteX42" fmla="*/ 14613 w 292994"/>
              <a:gd name="connsiteY42" fmla="*/ 366147 h 2041338"/>
              <a:gd name="connsiteX43" fmla="*/ 22108 w 292994"/>
              <a:gd name="connsiteY43" fmla="*/ 328671 h 2041338"/>
              <a:gd name="connsiteX44" fmla="*/ 7118 w 292994"/>
              <a:gd name="connsiteY44" fmla="*/ 178770 h 2041338"/>
              <a:gd name="connsiteX45" fmla="*/ 37098 w 292994"/>
              <a:gd name="connsiteY45" fmla="*/ 13878 h 2041338"/>
              <a:gd name="connsiteX46" fmla="*/ 37098 w 292994"/>
              <a:gd name="connsiteY46" fmla="*/ 6383 h 2041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292994" h="2041338">
                <a:moveTo>
                  <a:pt x="37098" y="6383"/>
                </a:moveTo>
                <a:cubicBezTo>
                  <a:pt x="37098" y="23871"/>
                  <a:pt x="30180" y="21958"/>
                  <a:pt x="37098" y="118809"/>
                </a:cubicBezTo>
                <a:cubicBezTo>
                  <a:pt x="49965" y="298954"/>
                  <a:pt x="33520" y="198358"/>
                  <a:pt x="59584" y="328671"/>
                </a:cubicBezTo>
                <a:cubicBezTo>
                  <a:pt x="62082" y="493563"/>
                  <a:pt x="62436" y="658501"/>
                  <a:pt x="67079" y="823347"/>
                </a:cubicBezTo>
                <a:cubicBezTo>
                  <a:pt x="67438" y="836081"/>
                  <a:pt x="71222" y="848532"/>
                  <a:pt x="74574" y="860822"/>
                </a:cubicBezTo>
                <a:cubicBezTo>
                  <a:pt x="78732" y="876066"/>
                  <a:pt x="89564" y="905793"/>
                  <a:pt x="89564" y="905793"/>
                </a:cubicBezTo>
                <a:cubicBezTo>
                  <a:pt x="92062" y="935773"/>
                  <a:pt x="93083" y="965914"/>
                  <a:pt x="97059" y="995734"/>
                </a:cubicBezTo>
                <a:cubicBezTo>
                  <a:pt x="98103" y="1003565"/>
                  <a:pt x="103005" y="1010472"/>
                  <a:pt x="104554" y="1018219"/>
                </a:cubicBezTo>
                <a:cubicBezTo>
                  <a:pt x="108019" y="1035542"/>
                  <a:pt x="109714" y="1053173"/>
                  <a:pt x="112049" y="1070684"/>
                </a:cubicBezTo>
                <a:cubicBezTo>
                  <a:pt x="114711" y="1090650"/>
                  <a:pt x="115324" y="1110950"/>
                  <a:pt x="119544" y="1130645"/>
                </a:cubicBezTo>
                <a:cubicBezTo>
                  <a:pt x="122855" y="1146095"/>
                  <a:pt x="130702" y="1160287"/>
                  <a:pt x="134534" y="1175616"/>
                </a:cubicBezTo>
                <a:cubicBezTo>
                  <a:pt x="137032" y="1185609"/>
                  <a:pt x="139199" y="1195691"/>
                  <a:pt x="142029" y="1205596"/>
                </a:cubicBezTo>
                <a:cubicBezTo>
                  <a:pt x="144200" y="1213193"/>
                  <a:pt x="147609" y="1220416"/>
                  <a:pt x="149525" y="1228081"/>
                </a:cubicBezTo>
                <a:cubicBezTo>
                  <a:pt x="163008" y="1282009"/>
                  <a:pt x="152859" y="1263075"/>
                  <a:pt x="164515" y="1333012"/>
                </a:cubicBezTo>
                <a:cubicBezTo>
                  <a:pt x="165814" y="1340805"/>
                  <a:pt x="169512" y="1348002"/>
                  <a:pt x="172010" y="1355497"/>
                </a:cubicBezTo>
                <a:cubicBezTo>
                  <a:pt x="176561" y="1391904"/>
                  <a:pt x="178416" y="1418598"/>
                  <a:pt x="187000" y="1452934"/>
                </a:cubicBezTo>
                <a:cubicBezTo>
                  <a:pt x="188916" y="1460599"/>
                  <a:pt x="191997" y="1467924"/>
                  <a:pt x="194495" y="1475419"/>
                </a:cubicBezTo>
                <a:cubicBezTo>
                  <a:pt x="196993" y="1495406"/>
                  <a:pt x="199637" y="1515375"/>
                  <a:pt x="201990" y="1535379"/>
                </a:cubicBezTo>
                <a:cubicBezTo>
                  <a:pt x="211118" y="1612969"/>
                  <a:pt x="202065" y="1580575"/>
                  <a:pt x="216980" y="1625320"/>
                </a:cubicBezTo>
                <a:cubicBezTo>
                  <a:pt x="220486" y="1653371"/>
                  <a:pt x="224047" y="1693706"/>
                  <a:pt x="231970" y="1722757"/>
                </a:cubicBezTo>
                <a:cubicBezTo>
                  <a:pt x="236128" y="1738001"/>
                  <a:pt x="241964" y="1752737"/>
                  <a:pt x="246961" y="1767727"/>
                </a:cubicBezTo>
                <a:lnTo>
                  <a:pt x="254456" y="1790212"/>
                </a:lnTo>
                <a:lnTo>
                  <a:pt x="276941" y="1857668"/>
                </a:lnTo>
                <a:lnTo>
                  <a:pt x="284436" y="1880153"/>
                </a:lnTo>
                <a:cubicBezTo>
                  <a:pt x="287567" y="1911459"/>
                  <a:pt x="302019" y="2008245"/>
                  <a:pt x="284436" y="2037550"/>
                </a:cubicBezTo>
                <a:cubicBezTo>
                  <a:pt x="277882" y="2048474"/>
                  <a:pt x="259453" y="2032553"/>
                  <a:pt x="246961" y="2030055"/>
                </a:cubicBezTo>
                <a:cubicBezTo>
                  <a:pt x="234469" y="2017563"/>
                  <a:pt x="212950" y="2009902"/>
                  <a:pt x="209485" y="1992579"/>
                </a:cubicBezTo>
                <a:cubicBezTo>
                  <a:pt x="199010" y="1940202"/>
                  <a:pt x="204084" y="1967670"/>
                  <a:pt x="194495" y="1910134"/>
                </a:cubicBezTo>
                <a:cubicBezTo>
                  <a:pt x="191997" y="1862665"/>
                  <a:pt x="190162" y="1815156"/>
                  <a:pt x="187000" y="1767727"/>
                </a:cubicBezTo>
                <a:cubicBezTo>
                  <a:pt x="181526" y="1685623"/>
                  <a:pt x="187448" y="1709110"/>
                  <a:pt x="172010" y="1662796"/>
                </a:cubicBezTo>
                <a:cubicBezTo>
                  <a:pt x="156433" y="1475872"/>
                  <a:pt x="199567" y="1525458"/>
                  <a:pt x="142029" y="1467924"/>
                </a:cubicBezTo>
                <a:cubicBezTo>
                  <a:pt x="139531" y="1455432"/>
                  <a:pt x="137298" y="1442884"/>
                  <a:pt x="134534" y="1430448"/>
                </a:cubicBezTo>
                <a:cubicBezTo>
                  <a:pt x="132299" y="1420392"/>
                  <a:pt x="128882" y="1410603"/>
                  <a:pt x="127039" y="1400468"/>
                </a:cubicBezTo>
                <a:cubicBezTo>
                  <a:pt x="123879" y="1383087"/>
                  <a:pt x="122448" y="1365428"/>
                  <a:pt x="119544" y="1348002"/>
                </a:cubicBezTo>
                <a:cubicBezTo>
                  <a:pt x="117450" y="1335436"/>
                  <a:pt x="115401" y="1322817"/>
                  <a:pt x="112049" y="1310527"/>
                </a:cubicBezTo>
                <a:cubicBezTo>
                  <a:pt x="107892" y="1295283"/>
                  <a:pt x="97059" y="1265557"/>
                  <a:pt x="97059" y="1265557"/>
                </a:cubicBezTo>
                <a:cubicBezTo>
                  <a:pt x="89564" y="1200599"/>
                  <a:pt x="87398" y="1134803"/>
                  <a:pt x="74574" y="1070684"/>
                </a:cubicBezTo>
                <a:cubicBezTo>
                  <a:pt x="48665" y="941138"/>
                  <a:pt x="90104" y="1140278"/>
                  <a:pt x="52089" y="988238"/>
                </a:cubicBezTo>
                <a:cubicBezTo>
                  <a:pt x="42677" y="950594"/>
                  <a:pt x="47850" y="968030"/>
                  <a:pt x="37098" y="935773"/>
                </a:cubicBezTo>
                <a:cubicBezTo>
                  <a:pt x="34600" y="918284"/>
                  <a:pt x="30958" y="900921"/>
                  <a:pt x="29603" y="883307"/>
                </a:cubicBezTo>
                <a:cubicBezTo>
                  <a:pt x="25957" y="835913"/>
                  <a:pt x="27771" y="788097"/>
                  <a:pt x="22108" y="740901"/>
                </a:cubicBezTo>
                <a:cubicBezTo>
                  <a:pt x="20225" y="725212"/>
                  <a:pt x="7118" y="695930"/>
                  <a:pt x="7118" y="695930"/>
                </a:cubicBezTo>
                <a:cubicBezTo>
                  <a:pt x="9616" y="586002"/>
                  <a:pt x="10129" y="476012"/>
                  <a:pt x="14613" y="366147"/>
                </a:cubicBezTo>
                <a:cubicBezTo>
                  <a:pt x="15133" y="353418"/>
                  <a:pt x="22108" y="341410"/>
                  <a:pt x="22108" y="328671"/>
                </a:cubicBezTo>
                <a:cubicBezTo>
                  <a:pt x="22108" y="245246"/>
                  <a:pt x="19149" y="238926"/>
                  <a:pt x="7118" y="178770"/>
                </a:cubicBezTo>
                <a:cubicBezTo>
                  <a:pt x="12019" y="80740"/>
                  <a:pt x="-26466" y="45660"/>
                  <a:pt x="37098" y="13878"/>
                </a:cubicBezTo>
                <a:cubicBezTo>
                  <a:pt x="39333" y="12761"/>
                  <a:pt x="37098" y="-11105"/>
                  <a:pt x="37098" y="6383"/>
                </a:cubicBezTo>
                <a:close/>
              </a:path>
            </a:pathLst>
          </a:custGeom>
          <a:solidFill>
            <a:schemeClr val="accent2">
              <a:alpha val="25000"/>
            </a:schemeClr>
          </a:solidFill>
          <a:ln w="31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44507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 Anatomy V: Central Course</a:t>
            </a:r>
          </a:p>
        </p:txBody>
      </p:sp>
      <p:pic>
        <p:nvPicPr>
          <p:cNvPr id="5"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1162051" y="1200150"/>
            <a:ext cx="3657600" cy="35813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Shape 245"/>
          <p:cNvSpPr/>
          <p:nvPr/>
        </p:nvSpPr>
        <p:spPr>
          <a:xfrm flipH="1" flipV="1">
            <a:off x="3158211" y="3259683"/>
            <a:ext cx="76200" cy="76200"/>
          </a:xfrm>
          <a:prstGeom prst="ellipse">
            <a:avLst/>
          </a:prstGeom>
          <a:solidFill>
            <a:srgbClr val="7030A0"/>
          </a:solidFill>
          <a:ln w="9525" cap="flat" cmpd="sng">
            <a:noFill/>
            <a:prstDash val="solid"/>
            <a:round/>
            <a:headEnd type="none" w="med" len="med"/>
            <a:tailEnd type="none" w="med" len="med"/>
          </a:ln>
        </p:spPr>
        <p:txBody>
          <a:bodyPr lIns="68569" tIns="68569" rIns="68569" bIns="68569" anchor="ctr" anchorCtr="0">
            <a:noAutofit/>
          </a:bodyPr>
          <a:lstStyle/>
          <a:p>
            <a:pPr>
              <a:spcBef>
                <a:spcPts val="0"/>
              </a:spcBef>
            </a:pPr>
            <a:endParaRPr/>
          </a:p>
        </p:txBody>
      </p:sp>
      <p:sp>
        <p:nvSpPr>
          <p:cNvPr id="8" name="Shape 245"/>
          <p:cNvSpPr/>
          <p:nvPr/>
        </p:nvSpPr>
        <p:spPr>
          <a:xfrm flipH="1" flipV="1">
            <a:off x="3219451" y="3323977"/>
            <a:ext cx="76200" cy="76200"/>
          </a:xfrm>
          <a:prstGeom prst="ellipse">
            <a:avLst/>
          </a:prstGeom>
          <a:solidFill>
            <a:srgbClr val="FF0000"/>
          </a:solidFill>
          <a:ln w="9525" cap="flat" cmpd="sng">
            <a:noFill/>
            <a:prstDash val="solid"/>
            <a:round/>
            <a:headEnd type="none" w="med" len="med"/>
            <a:tailEnd type="none" w="med" len="med"/>
          </a:ln>
        </p:spPr>
        <p:txBody>
          <a:bodyPr lIns="68569" tIns="68569" rIns="68569" bIns="68569" anchor="ctr" anchorCtr="0">
            <a:noAutofit/>
          </a:bodyPr>
          <a:lstStyle/>
          <a:p>
            <a:pPr>
              <a:spcBef>
                <a:spcPts val="0"/>
              </a:spcBef>
            </a:pPr>
            <a:endParaRPr/>
          </a:p>
        </p:txBody>
      </p:sp>
      <p:sp>
        <p:nvSpPr>
          <p:cNvPr id="11" name="Freeform 10"/>
          <p:cNvSpPr/>
          <p:nvPr/>
        </p:nvSpPr>
        <p:spPr>
          <a:xfrm>
            <a:off x="3280691" y="3015276"/>
            <a:ext cx="241223" cy="322564"/>
          </a:xfrm>
          <a:custGeom>
            <a:avLst/>
            <a:gdLst>
              <a:gd name="connsiteX0" fmla="*/ 0 w 241223"/>
              <a:gd name="connsiteY0" fmla="*/ 322564 h 322564"/>
              <a:gd name="connsiteX1" fmla="*/ 8415 w 241223"/>
              <a:gd name="connsiteY1" fmla="*/ 308540 h 322564"/>
              <a:gd name="connsiteX2" fmla="*/ 16830 w 241223"/>
              <a:gd name="connsiteY2" fmla="*/ 302930 h 322564"/>
              <a:gd name="connsiteX3" fmla="*/ 19635 w 241223"/>
              <a:gd name="connsiteY3" fmla="*/ 294515 h 322564"/>
              <a:gd name="connsiteX4" fmla="*/ 39269 w 241223"/>
              <a:gd name="connsiteY4" fmla="*/ 274881 h 322564"/>
              <a:gd name="connsiteX5" fmla="*/ 58904 w 241223"/>
              <a:gd name="connsiteY5" fmla="*/ 255247 h 322564"/>
              <a:gd name="connsiteX6" fmla="*/ 70123 w 241223"/>
              <a:gd name="connsiteY6" fmla="*/ 241222 h 322564"/>
              <a:gd name="connsiteX7" fmla="*/ 78538 w 241223"/>
              <a:gd name="connsiteY7" fmla="*/ 230003 h 322564"/>
              <a:gd name="connsiteX8" fmla="*/ 95367 w 241223"/>
              <a:gd name="connsiteY8" fmla="*/ 213173 h 322564"/>
              <a:gd name="connsiteX9" fmla="*/ 100977 w 241223"/>
              <a:gd name="connsiteY9" fmla="*/ 204758 h 322564"/>
              <a:gd name="connsiteX10" fmla="*/ 103782 w 241223"/>
              <a:gd name="connsiteY10" fmla="*/ 196344 h 322564"/>
              <a:gd name="connsiteX11" fmla="*/ 120612 w 241223"/>
              <a:gd name="connsiteY11" fmla="*/ 179514 h 322564"/>
              <a:gd name="connsiteX12" fmla="*/ 129026 w 241223"/>
              <a:gd name="connsiteY12" fmla="*/ 171099 h 322564"/>
              <a:gd name="connsiteX13" fmla="*/ 143051 w 241223"/>
              <a:gd name="connsiteY13" fmla="*/ 154270 h 322564"/>
              <a:gd name="connsiteX14" fmla="*/ 154270 w 241223"/>
              <a:gd name="connsiteY14" fmla="*/ 143050 h 322564"/>
              <a:gd name="connsiteX15" fmla="*/ 165490 w 241223"/>
              <a:gd name="connsiteY15" fmla="*/ 129026 h 322564"/>
              <a:gd name="connsiteX16" fmla="*/ 179515 w 241223"/>
              <a:gd name="connsiteY16" fmla="*/ 109391 h 322564"/>
              <a:gd name="connsiteX17" fmla="*/ 190734 w 241223"/>
              <a:gd name="connsiteY17" fmla="*/ 98172 h 322564"/>
              <a:gd name="connsiteX18" fmla="*/ 201954 w 241223"/>
              <a:gd name="connsiteY18" fmla="*/ 78537 h 322564"/>
              <a:gd name="connsiteX19" fmla="*/ 210369 w 241223"/>
              <a:gd name="connsiteY19" fmla="*/ 72928 h 322564"/>
              <a:gd name="connsiteX20" fmla="*/ 221588 w 241223"/>
              <a:gd name="connsiteY20" fmla="*/ 53293 h 322564"/>
              <a:gd name="connsiteX21" fmla="*/ 224393 w 241223"/>
              <a:gd name="connsiteY21" fmla="*/ 44879 h 322564"/>
              <a:gd name="connsiteX22" fmla="*/ 230003 w 241223"/>
              <a:gd name="connsiteY22" fmla="*/ 36464 h 322564"/>
              <a:gd name="connsiteX23" fmla="*/ 235613 w 241223"/>
              <a:gd name="connsiteY23" fmla="*/ 19634 h 322564"/>
              <a:gd name="connsiteX24" fmla="*/ 238418 w 241223"/>
              <a:gd name="connsiteY24" fmla="*/ 11220 h 322564"/>
              <a:gd name="connsiteX25" fmla="*/ 241223 w 241223"/>
              <a:gd name="connsiteY25" fmla="*/ 0 h 322564"/>
              <a:gd name="connsiteX0" fmla="*/ 0 w 241223"/>
              <a:gd name="connsiteY0" fmla="*/ 322564 h 322564"/>
              <a:gd name="connsiteX1" fmla="*/ 8415 w 241223"/>
              <a:gd name="connsiteY1" fmla="*/ 308540 h 322564"/>
              <a:gd name="connsiteX2" fmla="*/ 16830 w 241223"/>
              <a:gd name="connsiteY2" fmla="*/ 302930 h 322564"/>
              <a:gd name="connsiteX3" fmla="*/ 19635 w 241223"/>
              <a:gd name="connsiteY3" fmla="*/ 294515 h 322564"/>
              <a:gd name="connsiteX4" fmla="*/ 39269 w 241223"/>
              <a:gd name="connsiteY4" fmla="*/ 274881 h 322564"/>
              <a:gd name="connsiteX5" fmla="*/ 58904 w 241223"/>
              <a:gd name="connsiteY5" fmla="*/ 255247 h 322564"/>
              <a:gd name="connsiteX6" fmla="*/ 70123 w 241223"/>
              <a:gd name="connsiteY6" fmla="*/ 241222 h 322564"/>
              <a:gd name="connsiteX7" fmla="*/ 85682 w 241223"/>
              <a:gd name="connsiteY7" fmla="*/ 230003 h 322564"/>
              <a:gd name="connsiteX8" fmla="*/ 95367 w 241223"/>
              <a:gd name="connsiteY8" fmla="*/ 213173 h 322564"/>
              <a:gd name="connsiteX9" fmla="*/ 100977 w 241223"/>
              <a:gd name="connsiteY9" fmla="*/ 204758 h 322564"/>
              <a:gd name="connsiteX10" fmla="*/ 103782 w 241223"/>
              <a:gd name="connsiteY10" fmla="*/ 196344 h 322564"/>
              <a:gd name="connsiteX11" fmla="*/ 120612 w 241223"/>
              <a:gd name="connsiteY11" fmla="*/ 179514 h 322564"/>
              <a:gd name="connsiteX12" fmla="*/ 129026 w 241223"/>
              <a:gd name="connsiteY12" fmla="*/ 171099 h 322564"/>
              <a:gd name="connsiteX13" fmla="*/ 143051 w 241223"/>
              <a:gd name="connsiteY13" fmla="*/ 154270 h 322564"/>
              <a:gd name="connsiteX14" fmla="*/ 154270 w 241223"/>
              <a:gd name="connsiteY14" fmla="*/ 143050 h 322564"/>
              <a:gd name="connsiteX15" fmla="*/ 165490 w 241223"/>
              <a:gd name="connsiteY15" fmla="*/ 129026 h 322564"/>
              <a:gd name="connsiteX16" fmla="*/ 179515 w 241223"/>
              <a:gd name="connsiteY16" fmla="*/ 109391 h 322564"/>
              <a:gd name="connsiteX17" fmla="*/ 190734 w 241223"/>
              <a:gd name="connsiteY17" fmla="*/ 98172 h 322564"/>
              <a:gd name="connsiteX18" fmla="*/ 201954 w 241223"/>
              <a:gd name="connsiteY18" fmla="*/ 78537 h 322564"/>
              <a:gd name="connsiteX19" fmla="*/ 210369 w 241223"/>
              <a:gd name="connsiteY19" fmla="*/ 72928 h 322564"/>
              <a:gd name="connsiteX20" fmla="*/ 221588 w 241223"/>
              <a:gd name="connsiteY20" fmla="*/ 53293 h 322564"/>
              <a:gd name="connsiteX21" fmla="*/ 224393 w 241223"/>
              <a:gd name="connsiteY21" fmla="*/ 44879 h 322564"/>
              <a:gd name="connsiteX22" fmla="*/ 230003 w 241223"/>
              <a:gd name="connsiteY22" fmla="*/ 36464 h 322564"/>
              <a:gd name="connsiteX23" fmla="*/ 235613 w 241223"/>
              <a:gd name="connsiteY23" fmla="*/ 19634 h 322564"/>
              <a:gd name="connsiteX24" fmla="*/ 238418 w 241223"/>
              <a:gd name="connsiteY24" fmla="*/ 11220 h 322564"/>
              <a:gd name="connsiteX25" fmla="*/ 241223 w 241223"/>
              <a:gd name="connsiteY25" fmla="*/ 0 h 32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41223" h="322564">
                <a:moveTo>
                  <a:pt x="0" y="322564"/>
                </a:moveTo>
                <a:cubicBezTo>
                  <a:pt x="2805" y="317889"/>
                  <a:pt x="4867" y="312679"/>
                  <a:pt x="8415" y="308540"/>
                </a:cubicBezTo>
                <a:cubicBezTo>
                  <a:pt x="10609" y="305980"/>
                  <a:pt x="14724" y="305562"/>
                  <a:pt x="16830" y="302930"/>
                </a:cubicBezTo>
                <a:cubicBezTo>
                  <a:pt x="18677" y="300621"/>
                  <a:pt x="17788" y="296824"/>
                  <a:pt x="19635" y="294515"/>
                </a:cubicBezTo>
                <a:cubicBezTo>
                  <a:pt x="25417" y="287288"/>
                  <a:pt x="33487" y="282108"/>
                  <a:pt x="39269" y="274881"/>
                </a:cubicBezTo>
                <a:cubicBezTo>
                  <a:pt x="52595" y="258225"/>
                  <a:pt x="45508" y="264178"/>
                  <a:pt x="58904" y="255247"/>
                </a:cubicBezTo>
                <a:cubicBezTo>
                  <a:pt x="64362" y="238867"/>
                  <a:pt x="65660" y="245429"/>
                  <a:pt x="70123" y="241222"/>
                </a:cubicBezTo>
                <a:cubicBezTo>
                  <a:pt x="74586" y="237015"/>
                  <a:pt x="82555" y="233478"/>
                  <a:pt x="85682" y="230003"/>
                </a:cubicBezTo>
                <a:cubicBezTo>
                  <a:pt x="90989" y="224106"/>
                  <a:pt x="92818" y="217380"/>
                  <a:pt x="95367" y="213173"/>
                </a:cubicBezTo>
                <a:cubicBezTo>
                  <a:pt x="97916" y="208966"/>
                  <a:pt x="99469" y="207773"/>
                  <a:pt x="100977" y="204758"/>
                </a:cubicBezTo>
                <a:cubicBezTo>
                  <a:pt x="102299" y="202114"/>
                  <a:pt x="101967" y="198678"/>
                  <a:pt x="103782" y="196344"/>
                </a:cubicBezTo>
                <a:cubicBezTo>
                  <a:pt x="108653" y="190082"/>
                  <a:pt x="115002" y="185124"/>
                  <a:pt x="120612" y="179514"/>
                </a:cubicBezTo>
                <a:lnTo>
                  <a:pt x="129026" y="171099"/>
                </a:lnTo>
                <a:cubicBezTo>
                  <a:pt x="158201" y="141924"/>
                  <a:pt x="119623" y="181604"/>
                  <a:pt x="143051" y="154270"/>
                </a:cubicBezTo>
                <a:cubicBezTo>
                  <a:pt x="146493" y="150254"/>
                  <a:pt x="150756" y="147003"/>
                  <a:pt x="154270" y="143050"/>
                </a:cubicBezTo>
                <a:cubicBezTo>
                  <a:pt x="158247" y="138576"/>
                  <a:pt x="161898" y="133815"/>
                  <a:pt x="165490" y="129026"/>
                </a:cubicBezTo>
                <a:cubicBezTo>
                  <a:pt x="173347" y="118550"/>
                  <a:pt x="169557" y="120771"/>
                  <a:pt x="179515" y="109391"/>
                </a:cubicBezTo>
                <a:cubicBezTo>
                  <a:pt x="182998" y="105411"/>
                  <a:pt x="186994" y="101912"/>
                  <a:pt x="190734" y="98172"/>
                </a:cubicBezTo>
                <a:cubicBezTo>
                  <a:pt x="193943" y="88544"/>
                  <a:pt x="193463" y="87027"/>
                  <a:pt x="201954" y="78537"/>
                </a:cubicBezTo>
                <a:cubicBezTo>
                  <a:pt x="204338" y="76153"/>
                  <a:pt x="207564" y="74798"/>
                  <a:pt x="210369" y="72928"/>
                </a:cubicBezTo>
                <a:cubicBezTo>
                  <a:pt x="216796" y="53639"/>
                  <a:pt x="208007" y="77059"/>
                  <a:pt x="221588" y="53293"/>
                </a:cubicBezTo>
                <a:cubicBezTo>
                  <a:pt x="223055" y="50726"/>
                  <a:pt x="223071" y="47523"/>
                  <a:pt x="224393" y="44879"/>
                </a:cubicBezTo>
                <a:cubicBezTo>
                  <a:pt x="225901" y="41864"/>
                  <a:pt x="228634" y="39545"/>
                  <a:pt x="230003" y="36464"/>
                </a:cubicBezTo>
                <a:cubicBezTo>
                  <a:pt x="232405" y="31060"/>
                  <a:pt x="233743" y="25244"/>
                  <a:pt x="235613" y="19634"/>
                </a:cubicBezTo>
                <a:cubicBezTo>
                  <a:pt x="236548" y="16829"/>
                  <a:pt x="237701" y="14088"/>
                  <a:pt x="238418" y="11220"/>
                </a:cubicBezTo>
                <a:lnTo>
                  <a:pt x="241223" y="0"/>
                </a:lnTo>
              </a:path>
            </a:pathLst>
          </a:cu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p:cNvSpPr/>
          <p:nvPr/>
        </p:nvSpPr>
        <p:spPr>
          <a:xfrm rot="526634">
            <a:off x="3242649" y="2969453"/>
            <a:ext cx="241223" cy="322564"/>
          </a:xfrm>
          <a:custGeom>
            <a:avLst/>
            <a:gdLst>
              <a:gd name="connsiteX0" fmla="*/ 0 w 241223"/>
              <a:gd name="connsiteY0" fmla="*/ 322564 h 322564"/>
              <a:gd name="connsiteX1" fmla="*/ 8415 w 241223"/>
              <a:gd name="connsiteY1" fmla="*/ 308540 h 322564"/>
              <a:gd name="connsiteX2" fmla="*/ 16830 w 241223"/>
              <a:gd name="connsiteY2" fmla="*/ 302930 h 322564"/>
              <a:gd name="connsiteX3" fmla="*/ 19635 w 241223"/>
              <a:gd name="connsiteY3" fmla="*/ 294515 h 322564"/>
              <a:gd name="connsiteX4" fmla="*/ 39269 w 241223"/>
              <a:gd name="connsiteY4" fmla="*/ 274881 h 322564"/>
              <a:gd name="connsiteX5" fmla="*/ 58904 w 241223"/>
              <a:gd name="connsiteY5" fmla="*/ 255247 h 322564"/>
              <a:gd name="connsiteX6" fmla="*/ 70123 w 241223"/>
              <a:gd name="connsiteY6" fmla="*/ 241222 h 322564"/>
              <a:gd name="connsiteX7" fmla="*/ 78538 w 241223"/>
              <a:gd name="connsiteY7" fmla="*/ 230003 h 322564"/>
              <a:gd name="connsiteX8" fmla="*/ 95367 w 241223"/>
              <a:gd name="connsiteY8" fmla="*/ 213173 h 322564"/>
              <a:gd name="connsiteX9" fmla="*/ 100977 w 241223"/>
              <a:gd name="connsiteY9" fmla="*/ 204758 h 322564"/>
              <a:gd name="connsiteX10" fmla="*/ 103782 w 241223"/>
              <a:gd name="connsiteY10" fmla="*/ 196344 h 322564"/>
              <a:gd name="connsiteX11" fmla="*/ 120612 w 241223"/>
              <a:gd name="connsiteY11" fmla="*/ 179514 h 322564"/>
              <a:gd name="connsiteX12" fmla="*/ 129026 w 241223"/>
              <a:gd name="connsiteY12" fmla="*/ 171099 h 322564"/>
              <a:gd name="connsiteX13" fmla="*/ 143051 w 241223"/>
              <a:gd name="connsiteY13" fmla="*/ 154270 h 322564"/>
              <a:gd name="connsiteX14" fmla="*/ 154270 w 241223"/>
              <a:gd name="connsiteY14" fmla="*/ 143050 h 322564"/>
              <a:gd name="connsiteX15" fmla="*/ 165490 w 241223"/>
              <a:gd name="connsiteY15" fmla="*/ 129026 h 322564"/>
              <a:gd name="connsiteX16" fmla="*/ 179515 w 241223"/>
              <a:gd name="connsiteY16" fmla="*/ 109391 h 322564"/>
              <a:gd name="connsiteX17" fmla="*/ 190734 w 241223"/>
              <a:gd name="connsiteY17" fmla="*/ 98172 h 322564"/>
              <a:gd name="connsiteX18" fmla="*/ 201954 w 241223"/>
              <a:gd name="connsiteY18" fmla="*/ 78537 h 322564"/>
              <a:gd name="connsiteX19" fmla="*/ 210369 w 241223"/>
              <a:gd name="connsiteY19" fmla="*/ 72928 h 322564"/>
              <a:gd name="connsiteX20" fmla="*/ 221588 w 241223"/>
              <a:gd name="connsiteY20" fmla="*/ 53293 h 322564"/>
              <a:gd name="connsiteX21" fmla="*/ 224393 w 241223"/>
              <a:gd name="connsiteY21" fmla="*/ 44879 h 322564"/>
              <a:gd name="connsiteX22" fmla="*/ 230003 w 241223"/>
              <a:gd name="connsiteY22" fmla="*/ 36464 h 322564"/>
              <a:gd name="connsiteX23" fmla="*/ 235613 w 241223"/>
              <a:gd name="connsiteY23" fmla="*/ 19634 h 322564"/>
              <a:gd name="connsiteX24" fmla="*/ 238418 w 241223"/>
              <a:gd name="connsiteY24" fmla="*/ 11220 h 322564"/>
              <a:gd name="connsiteX25" fmla="*/ 241223 w 241223"/>
              <a:gd name="connsiteY25" fmla="*/ 0 h 322564"/>
              <a:gd name="connsiteX0" fmla="*/ 0 w 241223"/>
              <a:gd name="connsiteY0" fmla="*/ 322564 h 322564"/>
              <a:gd name="connsiteX1" fmla="*/ 8415 w 241223"/>
              <a:gd name="connsiteY1" fmla="*/ 308540 h 322564"/>
              <a:gd name="connsiteX2" fmla="*/ 16830 w 241223"/>
              <a:gd name="connsiteY2" fmla="*/ 302930 h 322564"/>
              <a:gd name="connsiteX3" fmla="*/ 19635 w 241223"/>
              <a:gd name="connsiteY3" fmla="*/ 294515 h 322564"/>
              <a:gd name="connsiteX4" fmla="*/ 39269 w 241223"/>
              <a:gd name="connsiteY4" fmla="*/ 274881 h 322564"/>
              <a:gd name="connsiteX5" fmla="*/ 58904 w 241223"/>
              <a:gd name="connsiteY5" fmla="*/ 255247 h 322564"/>
              <a:gd name="connsiteX6" fmla="*/ 70123 w 241223"/>
              <a:gd name="connsiteY6" fmla="*/ 241222 h 322564"/>
              <a:gd name="connsiteX7" fmla="*/ 85682 w 241223"/>
              <a:gd name="connsiteY7" fmla="*/ 230003 h 322564"/>
              <a:gd name="connsiteX8" fmla="*/ 95367 w 241223"/>
              <a:gd name="connsiteY8" fmla="*/ 213173 h 322564"/>
              <a:gd name="connsiteX9" fmla="*/ 100977 w 241223"/>
              <a:gd name="connsiteY9" fmla="*/ 204758 h 322564"/>
              <a:gd name="connsiteX10" fmla="*/ 103782 w 241223"/>
              <a:gd name="connsiteY10" fmla="*/ 196344 h 322564"/>
              <a:gd name="connsiteX11" fmla="*/ 120612 w 241223"/>
              <a:gd name="connsiteY11" fmla="*/ 179514 h 322564"/>
              <a:gd name="connsiteX12" fmla="*/ 129026 w 241223"/>
              <a:gd name="connsiteY12" fmla="*/ 171099 h 322564"/>
              <a:gd name="connsiteX13" fmla="*/ 143051 w 241223"/>
              <a:gd name="connsiteY13" fmla="*/ 154270 h 322564"/>
              <a:gd name="connsiteX14" fmla="*/ 154270 w 241223"/>
              <a:gd name="connsiteY14" fmla="*/ 143050 h 322564"/>
              <a:gd name="connsiteX15" fmla="*/ 165490 w 241223"/>
              <a:gd name="connsiteY15" fmla="*/ 129026 h 322564"/>
              <a:gd name="connsiteX16" fmla="*/ 179515 w 241223"/>
              <a:gd name="connsiteY16" fmla="*/ 109391 h 322564"/>
              <a:gd name="connsiteX17" fmla="*/ 190734 w 241223"/>
              <a:gd name="connsiteY17" fmla="*/ 98172 h 322564"/>
              <a:gd name="connsiteX18" fmla="*/ 201954 w 241223"/>
              <a:gd name="connsiteY18" fmla="*/ 78537 h 322564"/>
              <a:gd name="connsiteX19" fmla="*/ 210369 w 241223"/>
              <a:gd name="connsiteY19" fmla="*/ 72928 h 322564"/>
              <a:gd name="connsiteX20" fmla="*/ 221588 w 241223"/>
              <a:gd name="connsiteY20" fmla="*/ 53293 h 322564"/>
              <a:gd name="connsiteX21" fmla="*/ 224393 w 241223"/>
              <a:gd name="connsiteY21" fmla="*/ 44879 h 322564"/>
              <a:gd name="connsiteX22" fmla="*/ 230003 w 241223"/>
              <a:gd name="connsiteY22" fmla="*/ 36464 h 322564"/>
              <a:gd name="connsiteX23" fmla="*/ 235613 w 241223"/>
              <a:gd name="connsiteY23" fmla="*/ 19634 h 322564"/>
              <a:gd name="connsiteX24" fmla="*/ 238418 w 241223"/>
              <a:gd name="connsiteY24" fmla="*/ 11220 h 322564"/>
              <a:gd name="connsiteX25" fmla="*/ 241223 w 241223"/>
              <a:gd name="connsiteY25" fmla="*/ 0 h 32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41223" h="322564">
                <a:moveTo>
                  <a:pt x="0" y="322564"/>
                </a:moveTo>
                <a:cubicBezTo>
                  <a:pt x="2805" y="317889"/>
                  <a:pt x="4867" y="312679"/>
                  <a:pt x="8415" y="308540"/>
                </a:cubicBezTo>
                <a:cubicBezTo>
                  <a:pt x="10609" y="305980"/>
                  <a:pt x="14724" y="305562"/>
                  <a:pt x="16830" y="302930"/>
                </a:cubicBezTo>
                <a:cubicBezTo>
                  <a:pt x="18677" y="300621"/>
                  <a:pt x="17788" y="296824"/>
                  <a:pt x="19635" y="294515"/>
                </a:cubicBezTo>
                <a:cubicBezTo>
                  <a:pt x="25417" y="287288"/>
                  <a:pt x="33487" y="282108"/>
                  <a:pt x="39269" y="274881"/>
                </a:cubicBezTo>
                <a:cubicBezTo>
                  <a:pt x="52595" y="258225"/>
                  <a:pt x="45508" y="264178"/>
                  <a:pt x="58904" y="255247"/>
                </a:cubicBezTo>
                <a:cubicBezTo>
                  <a:pt x="64362" y="238867"/>
                  <a:pt x="65660" y="245429"/>
                  <a:pt x="70123" y="241222"/>
                </a:cubicBezTo>
                <a:cubicBezTo>
                  <a:pt x="74586" y="237015"/>
                  <a:pt x="82555" y="233478"/>
                  <a:pt x="85682" y="230003"/>
                </a:cubicBezTo>
                <a:cubicBezTo>
                  <a:pt x="90989" y="224106"/>
                  <a:pt x="92818" y="217380"/>
                  <a:pt x="95367" y="213173"/>
                </a:cubicBezTo>
                <a:cubicBezTo>
                  <a:pt x="97916" y="208966"/>
                  <a:pt x="99469" y="207773"/>
                  <a:pt x="100977" y="204758"/>
                </a:cubicBezTo>
                <a:cubicBezTo>
                  <a:pt x="102299" y="202114"/>
                  <a:pt x="101967" y="198678"/>
                  <a:pt x="103782" y="196344"/>
                </a:cubicBezTo>
                <a:cubicBezTo>
                  <a:pt x="108653" y="190082"/>
                  <a:pt x="115002" y="185124"/>
                  <a:pt x="120612" y="179514"/>
                </a:cubicBezTo>
                <a:lnTo>
                  <a:pt x="129026" y="171099"/>
                </a:lnTo>
                <a:cubicBezTo>
                  <a:pt x="158201" y="141924"/>
                  <a:pt x="119623" y="181604"/>
                  <a:pt x="143051" y="154270"/>
                </a:cubicBezTo>
                <a:cubicBezTo>
                  <a:pt x="146493" y="150254"/>
                  <a:pt x="150756" y="147003"/>
                  <a:pt x="154270" y="143050"/>
                </a:cubicBezTo>
                <a:cubicBezTo>
                  <a:pt x="158247" y="138576"/>
                  <a:pt x="161898" y="133815"/>
                  <a:pt x="165490" y="129026"/>
                </a:cubicBezTo>
                <a:cubicBezTo>
                  <a:pt x="173347" y="118550"/>
                  <a:pt x="169557" y="120771"/>
                  <a:pt x="179515" y="109391"/>
                </a:cubicBezTo>
                <a:cubicBezTo>
                  <a:pt x="182998" y="105411"/>
                  <a:pt x="186994" y="101912"/>
                  <a:pt x="190734" y="98172"/>
                </a:cubicBezTo>
                <a:cubicBezTo>
                  <a:pt x="193943" y="88544"/>
                  <a:pt x="193463" y="87027"/>
                  <a:pt x="201954" y="78537"/>
                </a:cubicBezTo>
                <a:cubicBezTo>
                  <a:pt x="204338" y="76153"/>
                  <a:pt x="207564" y="74798"/>
                  <a:pt x="210369" y="72928"/>
                </a:cubicBezTo>
                <a:cubicBezTo>
                  <a:pt x="216796" y="53639"/>
                  <a:pt x="208007" y="77059"/>
                  <a:pt x="221588" y="53293"/>
                </a:cubicBezTo>
                <a:cubicBezTo>
                  <a:pt x="223055" y="50726"/>
                  <a:pt x="223071" y="47523"/>
                  <a:pt x="224393" y="44879"/>
                </a:cubicBezTo>
                <a:cubicBezTo>
                  <a:pt x="225901" y="41864"/>
                  <a:pt x="228634" y="39545"/>
                  <a:pt x="230003" y="36464"/>
                </a:cubicBezTo>
                <a:cubicBezTo>
                  <a:pt x="232405" y="31060"/>
                  <a:pt x="233743" y="25244"/>
                  <a:pt x="235613" y="19634"/>
                </a:cubicBezTo>
                <a:cubicBezTo>
                  <a:pt x="236548" y="16829"/>
                  <a:pt x="237701" y="14088"/>
                  <a:pt x="238418" y="11220"/>
                </a:cubicBezTo>
                <a:lnTo>
                  <a:pt x="241223" y="0"/>
                </a:lnTo>
              </a:path>
            </a:pathLst>
          </a:cu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245"/>
          <p:cNvSpPr/>
          <p:nvPr/>
        </p:nvSpPr>
        <p:spPr>
          <a:xfrm flipH="1" flipV="1">
            <a:off x="5600700" y="1522373"/>
            <a:ext cx="381000" cy="381000"/>
          </a:xfrm>
          <a:prstGeom prst="ellipse">
            <a:avLst/>
          </a:prstGeom>
          <a:solidFill>
            <a:srgbClr val="7030A0"/>
          </a:solidFill>
          <a:ln w="9525" cap="flat" cmpd="sng">
            <a:noFill/>
            <a:prstDash val="solid"/>
            <a:round/>
            <a:headEnd type="none" w="med" len="med"/>
            <a:tailEnd type="none" w="med" len="med"/>
          </a:ln>
        </p:spPr>
        <p:txBody>
          <a:bodyPr lIns="68569" tIns="68569" rIns="68569" bIns="68569" anchor="ctr" anchorCtr="0">
            <a:noAutofit/>
          </a:bodyPr>
          <a:lstStyle/>
          <a:p>
            <a:pPr>
              <a:spcBef>
                <a:spcPts val="0"/>
              </a:spcBef>
            </a:pPr>
            <a:endParaRPr/>
          </a:p>
        </p:txBody>
      </p:sp>
      <p:sp>
        <p:nvSpPr>
          <p:cNvPr id="14" name="Shape 245"/>
          <p:cNvSpPr/>
          <p:nvPr/>
        </p:nvSpPr>
        <p:spPr>
          <a:xfrm flipV="1">
            <a:off x="5600700" y="2176422"/>
            <a:ext cx="381000" cy="393701"/>
          </a:xfrm>
          <a:prstGeom prst="ellipse">
            <a:avLst/>
          </a:prstGeom>
          <a:solidFill>
            <a:srgbClr val="FF0000"/>
          </a:solidFill>
          <a:ln w="9525" cap="flat" cmpd="sng">
            <a:noFill/>
            <a:prstDash val="solid"/>
            <a:round/>
            <a:headEnd type="none" w="med" len="med"/>
            <a:tailEnd type="none" w="med" len="med"/>
          </a:ln>
        </p:spPr>
        <p:txBody>
          <a:bodyPr lIns="68569" tIns="68569" rIns="68569" bIns="68569" anchor="ctr" anchorCtr="0">
            <a:noAutofit/>
          </a:bodyPr>
          <a:lstStyle/>
          <a:p>
            <a:pPr>
              <a:spcBef>
                <a:spcPts val="0"/>
              </a:spcBef>
            </a:pPr>
            <a:endParaRPr/>
          </a:p>
        </p:txBody>
      </p:sp>
      <p:sp>
        <p:nvSpPr>
          <p:cNvPr id="15" name="TextBox 14"/>
          <p:cNvSpPr txBox="1"/>
          <p:nvPr/>
        </p:nvSpPr>
        <p:spPr>
          <a:xfrm>
            <a:off x="5943600" y="1504950"/>
            <a:ext cx="2198038" cy="369332"/>
          </a:xfrm>
          <a:prstGeom prst="rect">
            <a:avLst/>
          </a:prstGeom>
          <a:noFill/>
        </p:spPr>
        <p:txBody>
          <a:bodyPr wrap="none" rtlCol="0">
            <a:spAutoFit/>
          </a:bodyPr>
          <a:lstStyle/>
          <a:p>
            <a:r>
              <a:rPr lang="en-US" dirty="0">
                <a:solidFill>
                  <a:srgbClr val="7030A0"/>
                </a:solidFill>
              </a:rPr>
              <a:t>Main motor nucleus</a:t>
            </a:r>
          </a:p>
        </p:txBody>
      </p:sp>
      <p:sp>
        <p:nvSpPr>
          <p:cNvPr id="16" name="TextBox 15"/>
          <p:cNvSpPr txBox="1"/>
          <p:nvPr/>
        </p:nvSpPr>
        <p:spPr>
          <a:xfrm>
            <a:off x="6031561" y="2200791"/>
            <a:ext cx="2416046" cy="369332"/>
          </a:xfrm>
          <a:prstGeom prst="rect">
            <a:avLst/>
          </a:prstGeom>
          <a:noFill/>
        </p:spPr>
        <p:txBody>
          <a:bodyPr wrap="none" rtlCol="0">
            <a:spAutoFit/>
          </a:bodyPr>
          <a:lstStyle/>
          <a:p>
            <a:r>
              <a:rPr lang="en-US" dirty="0">
                <a:solidFill>
                  <a:srgbClr val="FF0000"/>
                </a:solidFill>
              </a:rPr>
              <a:t>Main sensory nucleus</a:t>
            </a:r>
          </a:p>
        </p:txBody>
      </p:sp>
    </p:spTree>
    <p:extLst>
      <p:ext uri="{BB962C8B-B14F-4D97-AF65-F5344CB8AC3E}">
        <p14:creationId xmlns:p14="http://schemas.microsoft.com/office/powerpoint/2010/main" val="9723383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73050"/>
            <a:ext cx="8001000" cy="685800"/>
          </a:xfrm>
        </p:spPr>
        <p:txBody>
          <a:bodyPr/>
          <a:lstStyle/>
          <a:p>
            <a:r>
              <a:rPr lang="en-US" dirty="0"/>
              <a:t>Normal Anatomy V: Root Entry Zone</a:t>
            </a:r>
          </a:p>
        </p:txBody>
      </p:sp>
      <p:pic>
        <p:nvPicPr>
          <p:cNvPr id="5"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2590800" y="1200150"/>
            <a:ext cx="3657600" cy="35813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Freeform 6"/>
          <p:cNvSpPr/>
          <p:nvPr/>
        </p:nvSpPr>
        <p:spPr>
          <a:xfrm>
            <a:off x="4895850" y="2889250"/>
            <a:ext cx="114300" cy="140653"/>
          </a:xfrm>
          <a:custGeom>
            <a:avLst/>
            <a:gdLst>
              <a:gd name="connsiteX0" fmla="*/ 6350 w 114300"/>
              <a:gd name="connsiteY0" fmla="*/ 0 h 140653"/>
              <a:gd name="connsiteX1" fmla="*/ 38100 w 114300"/>
              <a:gd name="connsiteY1" fmla="*/ 6350 h 140653"/>
              <a:gd name="connsiteX2" fmla="*/ 63500 w 114300"/>
              <a:gd name="connsiteY2" fmla="*/ 44450 h 140653"/>
              <a:gd name="connsiteX3" fmla="*/ 82550 w 114300"/>
              <a:gd name="connsiteY3" fmla="*/ 63500 h 140653"/>
              <a:gd name="connsiteX4" fmla="*/ 101600 w 114300"/>
              <a:gd name="connsiteY4" fmla="*/ 107950 h 140653"/>
              <a:gd name="connsiteX5" fmla="*/ 114300 w 114300"/>
              <a:gd name="connsiteY5" fmla="*/ 127000 h 140653"/>
              <a:gd name="connsiteX6" fmla="*/ 95250 w 114300"/>
              <a:gd name="connsiteY6" fmla="*/ 139700 h 140653"/>
              <a:gd name="connsiteX7" fmla="*/ 44450 w 114300"/>
              <a:gd name="connsiteY7" fmla="*/ 114300 h 140653"/>
              <a:gd name="connsiteX8" fmla="*/ 38100 w 114300"/>
              <a:gd name="connsiteY8" fmla="*/ 95250 h 140653"/>
              <a:gd name="connsiteX9" fmla="*/ 25400 w 114300"/>
              <a:gd name="connsiteY9" fmla="*/ 76200 h 140653"/>
              <a:gd name="connsiteX10" fmla="*/ 12700 w 114300"/>
              <a:gd name="connsiteY10" fmla="*/ 38100 h 140653"/>
              <a:gd name="connsiteX11" fmla="*/ 0 w 114300"/>
              <a:gd name="connsiteY11" fmla="*/ 12700 h 140653"/>
              <a:gd name="connsiteX12" fmla="*/ 6350 w 114300"/>
              <a:gd name="connsiteY12" fmla="*/ 0 h 140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300" h="140653">
                <a:moveTo>
                  <a:pt x="6350" y="0"/>
                </a:moveTo>
                <a:cubicBezTo>
                  <a:pt x="16933" y="2117"/>
                  <a:pt x="28447" y="1523"/>
                  <a:pt x="38100" y="6350"/>
                </a:cubicBezTo>
                <a:cubicBezTo>
                  <a:pt x="68486" y="21543"/>
                  <a:pt x="49389" y="23283"/>
                  <a:pt x="63500" y="44450"/>
                </a:cubicBezTo>
                <a:cubicBezTo>
                  <a:pt x="68481" y="51922"/>
                  <a:pt x="77330" y="56192"/>
                  <a:pt x="82550" y="63500"/>
                </a:cubicBezTo>
                <a:cubicBezTo>
                  <a:pt x="104573" y="94332"/>
                  <a:pt x="87781" y="80312"/>
                  <a:pt x="101600" y="107950"/>
                </a:cubicBezTo>
                <a:cubicBezTo>
                  <a:pt x="105013" y="114776"/>
                  <a:pt x="110067" y="120650"/>
                  <a:pt x="114300" y="127000"/>
                </a:cubicBezTo>
                <a:cubicBezTo>
                  <a:pt x="107950" y="131233"/>
                  <a:pt x="102835" y="138857"/>
                  <a:pt x="95250" y="139700"/>
                </a:cubicBezTo>
                <a:cubicBezTo>
                  <a:pt x="63554" y="143222"/>
                  <a:pt x="56034" y="137468"/>
                  <a:pt x="44450" y="114300"/>
                </a:cubicBezTo>
                <a:cubicBezTo>
                  <a:pt x="41457" y="108313"/>
                  <a:pt x="41093" y="101237"/>
                  <a:pt x="38100" y="95250"/>
                </a:cubicBezTo>
                <a:cubicBezTo>
                  <a:pt x="34687" y="88424"/>
                  <a:pt x="28500" y="83174"/>
                  <a:pt x="25400" y="76200"/>
                </a:cubicBezTo>
                <a:cubicBezTo>
                  <a:pt x="19963" y="63967"/>
                  <a:pt x="18687" y="50074"/>
                  <a:pt x="12700" y="38100"/>
                </a:cubicBezTo>
                <a:lnTo>
                  <a:pt x="0" y="12700"/>
                </a:lnTo>
                <a:lnTo>
                  <a:pt x="6350" y="0"/>
                </a:lnTo>
                <a:close/>
              </a:path>
            </a:pathLst>
          </a:custGeom>
          <a:solidFill>
            <a:srgbClr val="FFC000">
              <a:alpha val="25000"/>
            </a:srgbClr>
          </a:solidFill>
          <a:ln w="31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20059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73050"/>
            <a:ext cx="8458200" cy="685800"/>
          </a:xfrm>
        </p:spPr>
        <p:txBody>
          <a:bodyPr/>
          <a:lstStyle/>
          <a:p>
            <a:r>
              <a:rPr lang="en-US" dirty="0"/>
              <a:t>Normal Anatomy V: </a:t>
            </a:r>
            <a:r>
              <a:rPr lang="en-US" dirty="0" err="1"/>
              <a:t>Cisternal</a:t>
            </a:r>
            <a:r>
              <a:rPr lang="en-US" dirty="0"/>
              <a:t> Segment</a:t>
            </a:r>
          </a:p>
        </p:txBody>
      </p:sp>
      <p:grpSp>
        <p:nvGrpSpPr>
          <p:cNvPr id="5" name="Group 4"/>
          <p:cNvGrpSpPr/>
          <p:nvPr/>
        </p:nvGrpSpPr>
        <p:grpSpPr>
          <a:xfrm>
            <a:off x="2590800" y="1200150"/>
            <a:ext cx="3657600" cy="3581399"/>
            <a:chOff x="3450770" y="2090057"/>
            <a:chExt cx="2383974" cy="2275115"/>
          </a:xfrm>
        </p:grpSpPr>
        <p:pic>
          <p:nvPicPr>
            <p:cNvPr id="102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3450770" y="2090057"/>
              <a:ext cx="2383974" cy="22751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Freeform 2"/>
            <p:cNvSpPr/>
            <p:nvPr/>
          </p:nvSpPr>
          <p:spPr>
            <a:xfrm>
              <a:off x="4946754" y="2967816"/>
              <a:ext cx="104931" cy="277554"/>
            </a:xfrm>
            <a:custGeom>
              <a:avLst/>
              <a:gdLst>
                <a:gd name="connsiteX0" fmla="*/ 7495 w 104931"/>
                <a:gd name="connsiteY0" fmla="*/ 236 h 277554"/>
                <a:gd name="connsiteX1" fmla="*/ 22485 w 104931"/>
                <a:gd name="connsiteY1" fmla="*/ 37712 h 277554"/>
                <a:gd name="connsiteX2" fmla="*/ 22485 w 104931"/>
                <a:gd name="connsiteY2" fmla="*/ 187614 h 277554"/>
                <a:gd name="connsiteX3" fmla="*/ 0 w 104931"/>
                <a:gd name="connsiteY3" fmla="*/ 210099 h 277554"/>
                <a:gd name="connsiteX4" fmla="*/ 7495 w 104931"/>
                <a:gd name="connsiteY4" fmla="*/ 232584 h 277554"/>
                <a:gd name="connsiteX5" fmla="*/ 52466 w 104931"/>
                <a:gd name="connsiteY5" fmla="*/ 255069 h 277554"/>
                <a:gd name="connsiteX6" fmla="*/ 67456 w 104931"/>
                <a:gd name="connsiteY6" fmla="*/ 277554 h 277554"/>
                <a:gd name="connsiteX7" fmla="*/ 74951 w 104931"/>
                <a:gd name="connsiteY7" fmla="*/ 255069 h 277554"/>
                <a:gd name="connsiteX8" fmla="*/ 82446 w 104931"/>
                <a:gd name="connsiteY8" fmla="*/ 187614 h 277554"/>
                <a:gd name="connsiteX9" fmla="*/ 97436 w 104931"/>
                <a:gd name="connsiteY9" fmla="*/ 142643 h 277554"/>
                <a:gd name="connsiteX10" fmla="*/ 104931 w 104931"/>
                <a:gd name="connsiteY10" fmla="*/ 120158 h 277554"/>
                <a:gd name="connsiteX11" fmla="*/ 97436 w 104931"/>
                <a:gd name="connsiteY11" fmla="*/ 37712 h 277554"/>
                <a:gd name="connsiteX12" fmla="*/ 74951 w 104931"/>
                <a:gd name="connsiteY12" fmla="*/ 22722 h 277554"/>
                <a:gd name="connsiteX13" fmla="*/ 7495 w 104931"/>
                <a:gd name="connsiteY13" fmla="*/ 236 h 27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931" h="277554">
                  <a:moveTo>
                    <a:pt x="7495" y="236"/>
                  </a:moveTo>
                  <a:cubicBezTo>
                    <a:pt x="-1249" y="2734"/>
                    <a:pt x="18619" y="24825"/>
                    <a:pt x="22485" y="37712"/>
                  </a:cubicBezTo>
                  <a:cubicBezTo>
                    <a:pt x="36715" y="85146"/>
                    <a:pt x="32688" y="141700"/>
                    <a:pt x="22485" y="187614"/>
                  </a:cubicBezTo>
                  <a:cubicBezTo>
                    <a:pt x="20186" y="197961"/>
                    <a:pt x="7495" y="202604"/>
                    <a:pt x="0" y="210099"/>
                  </a:cubicBezTo>
                  <a:cubicBezTo>
                    <a:pt x="2498" y="217594"/>
                    <a:pt x="2560" y="226415"/>
                    <a:pt x="7495" y="232584"/>
                  </a:cubicBezTo>
                  <a:cubicBezTo>
                    <a:pt x="18062" y="245793"/>
                    <a:pt x="37653" y="250132"/>
                    <a:pt x="52466" y="255069"/>
                  </a:cubicBezTo>
                  <a:cubicBezTo>
                    <a:pt x="57463" y="262564"/>
                    <a:pt x="58448" y="277554"/>
                    <a:pt x="67456" y="277554"/>
                  </a:cubicBezTo>
                  <a:cubicBezTo>
                    <a:pt x="75356" y="277554"/>
                    <a:pt x="73652" y="262862"/>
                    <a:pt x="74951" y="255069"/>
                  </a:cubicBezTo>
                  <a:cubicBezTo>
                    <a:pt x="78670" y="232753"/>
                    <a:pt x="78009" y="209798"/>
                    <a:pt x="82446" y="187614"/>
                  </a:cubicBezTo>
                  <a:cubicBezTo>
                    <a:pt x="85545" y="172120"/>
                    <a:pt x="92439" y="157633"/>
                    <a:pt x="97436" y="142643"/>
                  </a:cubicBezTo>
                  <a:lnTo>
                    <a:pt x="104931" y="120158"/>
                  </a:lnTo>
                  <a:cubicBezTo>
                    <a:pt x="102433" y="92676"/>
                    <a:pt x="105551" y="64087"/>
                    <a:pt x="97436" y="37712"/>
                  </a:cubicBezTo>
                  <a:cubicBezTo>
                    <a:pt x="94787" y="29102"/>
                    <a:pt x="83417" y="25800"/>
                    <a:pt x="74951" y="22722"/>
                  </a:cubicBezTo>
                  <a:cubicBezTo>
                    <a:pt x="55589" y="15681"/>
                    <a:pt x="16239" y="-2262"/>
                    <a:pt x="7495" y="236"/>
                  </a:cubicBezTo>
                  <a:close/>
                </a:path>
              </a:pathLst>
            </a:custGeom>
            <a:solidFill>
              <a:srgbClr val="FFC000">
                <a:alpha val="27000"/>
              </a:srgbClr>
            </a:solidFill>
            <a:ln w="31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600490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 Anatomy V: Meckel’s Cave</a:t>
            </a:r>
          </a:p>
        </p:txBody>
      </p:sp>
      <p:pic>
        <p:nvPicPr>
          <p:cNvPr id="1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2667000" y="1352550"/>
            <a:ext cx="3657600" cy="35813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Freeform 3"/>
          <p:cNvSpPr/>
          <p:nvPr/>
        </p:nvSpPr>
        <p:spPr>
          <a:xfrm>
            <a:off x="4931933" y="2388250"/>
            <a:ext cx="225835" cy="393050"/>
          </a:xfrm>
          <a:custGeom>
            <a:avLst/>
            <a:gdLst>
              <a:gd name="connsiteX0" fmla="*/ 116317 w 225835"/>
              <a:gd name="connsiteY0" fmla="*/ 31100 h 393050"/>
              <a:gd name="connsiteX1" fmla="*/ 21067 w 225835"/>
              <a:gd name="connsiteY1" fmla="*/ 12050 h 393050"/>
              <a:gd name="connsiteX2" fmla="*/ 2017 w 225835"/>
              <a:gd name="connsiteY2" fmla="*/ 69200 h 393050"/>
              <a:gd name="connsiteX3" fmla="*/ 11542 w 225835"/>
              <a:gd name="connsiteY3" fmla="*/ 345425 h 393050"/>
              <a:gd name="connsiteX4" fmla="*/ 68692 w 225835"/>
              <a:gd name="connsiteY4" fmla="*/ 354950 h 393050"/>
              <a:gd name="connsiteX5" fmla="*/ 97267 w 225835"/>
              <a:gd name="connsiteY5" fmla="*/ 374000 h 393050"/>
              <a:gd name="connsiteX6" fmla="*/ 135367 w 225835"/>
              <a:gd name="connsiteY6" fmla="*/ 383525 h 393050"/>
              <a:gd name="connsiteX7" fmla="*/ 163942 w 225835"/>
              <a:gd name="connsiteY7" fmla="*/ 393050 h 393050"/>
              <a:gd name="connsiteX8" fmla="*/ 221092 w 225835"/>
              <a:gd name="connsiteY8" fmla="*/ 383525 h 393050"/>
              <a:gd name="connsiteX9" fmla="*/ 211567 w 225835"/>
              <a:gd name="connsiteY9" fmla="*/ 297800 h 393050"/>
              <a:gd name="connsiteX10" fmla="*/ 192517 w 225835"/>
              <a:gd name="connsiteY10" fmla="*/ 240650 h 393050"/>
              <a:gd name="connsiteX11" fmla="*/ 173467 w 225835"/>
              <a:gd name="connsiteY11" fmla="*/ 173975 h 393050"/>
              <a:gd name="connsiteX12" fmla="*/ 163942 w 225835"/>
              <a:gd name="connsiteY12" fmla="*/ 145400 h 393050"/>
              <a:gd name="connsiteX13" fmla="*/ 144892 w 225835"/>
              <a:gd name="connsiteY13" fmla="*/ 59675 h 393050"/>
              <a:gd name="connsiteX14" fmla="*/ 116317 w 225835"/>
              <a:gd name="connsiteY14" fmla="*/ 31100 h 39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835" h="393050">
                <a:moveTo>
                  <a:pt x="116317" y="31100"/>
                </a:moveTo>
                <a:cubicBezTo>
                  <a:pt x="95679" y="23162"/>
                  <a:pt x="53956" y="-20839"/>
                  <a:pt x="21067" y="12050"/>
                </a:cubicBezTo>
                <a:cubicBezTo>
                  <a:pt x="6868" y="26249"/>
                  <a:pt x="2017" y="69200"/>
                  <a:pt x="2017" y="69200"/>
                </a:cubicBezTo>
                <a:cubicBezTo>
                  <a:pt x="5192" y="161275"/>
                  <a:pt x="-9393" y="255705"/>
                  <a:pt x="11542" y="345425"/>
                </a:cubicBezTo>
                <a:cubicBezTo>
                  <a:pt x="15930" y="364233"/>
                  <a:pt x="50370" y="348843"/>
                  <a:pt x="68692" y="354950"/>
                </a:cubicBezTo>
                <a:cubicBezTo>
                  <a:pt x="79552" y="358570"/>
                  <a:pt x="86745" y="369491"/>
                  <a:pt x="97267" y="374000"/>
                </a:cubicBezTo>
                <a:cubicBezTo>
                  <a:pt x="109299" y="379157"/>
                  <a:pt x="122780" y="379929"/>
                  <a:pt x="135367" y="383525"/>
                </a:cubicBezTo>
                <a:cubicBezTo>
                  <a:pt x="145021" y="386283"/>
                  <a:pt x="154417" y="389875"/>
                  <a:pt x="163942" y="393050"/>
                </a:cubicBezTo>
                <a:lnTo>
                  <a:pt x="221092" y="383525"/>
                </a:lnTo>
                <a:cubicBezTo>
                  <a:pt x="233950" y="357809"/>
                  <a:pt x="217206" y="325993"/>
                  <a:pt x="211567" y="297800"/>
                </a:cubicBezTo>
                <a:cubicBezTo>
                  <a:pt x="207629" y="278109"/>
                  <a:pt x="198867" y="259700"/>
                  <a:pt x="192517" y="240650"/>
                </a:cubicBezTo>
                <a:cubicBezTo>
                  <a:pt x="169679" y="172137"/>
                  <a:pt x="197387" y="257696"/>
                  <a:pt x="173467" y="173975"/>
                </a:cubicBezTo>
                <a:cubicBezTo>
                  <a:pt x="170709" y="164321"/>
                  <a:pt x="166120" y="155201"/>
                  <a:pt x="163942" y="145400"/>
                </a:cubicBezTo>
                <a:cubicBezTo>
                  <a:pt x="158089" y="119060"/>
                  <a:pt x="157757" y="85406"/>
                  <a:pt x="144892" y="59675"/>
                </a:cubicBezTo>
                <a:cubicBezTo>
                  <a:pt x="139772" y="49436"/>
                  <a:pt x="136955" y="39038"/>
                  <a:pt x="116317" y="31100"/>
                </a:cubicBezTo>
                <a:close/>
              </a:path>
            </a:pathLst>
          </a:custGeom>
          <a:solidFill>
            <a:srgbClr val="FFC000">
              <a:alpha val="25000"/>
            </a:srgbClr>
          </a:solidFill>
          <a:ln w="31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26615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C94FC715-78AF-472F-9670-78E8E848F669}"/>
              </a:ext>
            </a:extLst>
          </p:cNvPr>
          <p:cNvSpPr/>
          <p:nvPr/>
        </p:nvSpPr>
        <p:spPr>
          <a:xfrm>
            <a:off x="4191000" y="1504950"/>
            <a:ext cx="4583906" cy="2962496"/>
          </a:xfrm>
          <a:custGeom>
            <a:avLst/>
            <a:gdLst>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07406 w 3364706"/>
              <a:gd name="connsiteY20" fmla="*/ 893190 h 2200496"/>
              <a:gd name="connsiteX21" fmla="*/ 2085975 w 3364706"/>
              <a:gd name="connsiteY21" fmla="*/ 900333 h 2200496"/>
              <a:gd name="connsiteX22" fmla="*/ 2050256 w 3364706"/>
              <a:gd name="connsiteY22" fmla="*/ 921765 h 2200496"/>
              <a:gd name="connsiteX23" fmla="*/ 2014538 w 3364706"/>
              <a:gd name="connsiteY23" fmla="*/ 928908 h 2200496"/>
              <a:gd name="connsiteX24" fmla="*/ 1993106 w 3364706"/>
              <a:gd name="connsiteY24" fmla="*/ 9360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5975 w 3364706"/>
              <a:gd name="connsiteY21" fmla="*/ 900333 h 2200496"/>
              <a:gd name="connsiteX22" fmla="*/ 2050256 w 3364706"/>
              <a:gd name="connsiteY22" fmla="*/ 921765 h 2200496"/>
              <a:gd name="connsiteX23" fmla="*/ 2014538 w 3364706"/>
              <a:gd name="connsiteY23" fmla="*/ 928908 h 2200496"/>
              <a:gd name="connsiteX24" fmla="*/ 1993106 w 3364706"/>
              <a:gd name="connsiteY24" fmla="*/ 9360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21765 h 2200496"/>
              <a:gd name="connsiteX23" fmla="*/ 2014538 w 3364706"/>
              <a:gd name="connsiteY23" fmla="*/ 928908 h 2200496"/>
              <a:gd name="connsiteX24" fmla="*/ 1993106 w 3364706"/>
              <a:gd name="connsiteY24" fmla="*/ 9360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14538 w 3364706"/>
              <a:gd name="connsiteY23" fmla="*/ 928908 h 2200496"/>
              <a:gd name="connsiteX24" fmla="*/ 1993106 w 3364706"/>
              <a:gd name="connsiteY24" fmla="*/ 9360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14538 w 3364706"/>
              <a:gd name="connsiteY23" fmla="*/ 928908 h 2200496"/>
              <a:gd name="connsiteX24" fmla="*/ 2001496 w 3364706"/>
              <a:gd name="connsiteY24" fmla="*/ 10209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70124 w 3364706"/>
              <a:gd name="connsiteY25" fmla="*/ 103241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70124 w 3364706"/>
              <a:gd name="connsiteY25" fmla="*/ 103241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70124 w 3364706"/>
              <a:gd name="connsiteY25" fmla="*/ 1032410 h 2200496"/>
              <a:gd name="connsiteX26" fmla="*/ 1573785 w 3364706"/>
              <a:gd name="connsiteY26" fmla="*/ 1065024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70124 w 3364706"/>
              <a:gd name="connsiteY25" fmla="*/ 1032410 h 2200496"/>
              <a:gd name="connsiteX26" fmla="*/ 1573785 w 3364706"/>
              <a:gd name="connsiteY26" fmla="*/ 1065024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70124 w 3364706"/>
              <a:gd name="connsiteY25" fmla="*/ 1032410 h 2200496"/>
              <a:gd name="connsiteX26" fmla="*/ 1573785 w 3364706"/>
              <a:gd name="connsiteY26" fmla="*/ 1065024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20652 w 3364706"/>
              <a:gd name="connsiteY27" fmla="*/ 102392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080228 w 3364706"/>
              <a:gd name="connsiteY32" fmla="*/ 90437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080228 w 3364706"/>
              <a:gd name="connsiteY32" fmla="*/ 904372 h 2200496"/>
              <a:gd name="connsiteX33" fmla="*/ 1051348 w 3364706"/>
              <a:gd name="connsiteY33" fmla="*/ 86447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080228 w 3364706"/>
              <a:gd name="connsiteY32" fmla="*/ 904372 h 2200496"/>
              <a:gd name="connsiteX33" fmla="*/ 1051348 w 3364706"/>
              <a:gd name="connsiteY33" fmla="*/ 864477 h 2200496"/>
              <a:gd name="connsiteX34" fmla="*/ 1030859 w 3364706"/>
              <a:gd name="connsiteY34" fmla="*/ 81743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080228 w 3364706"/>
              <a:gd name="connsiteY32" fmla="*/ 904372 h 2200496"/>
              <a:gd name="connsiteX33" fmla="*/ 1051348 w 3364706"/>
              <a:gd name="connsiteY33" fmla="*/ 864477 h 2200496"/>
              <a:gd name="connsiteX34" fmla="*/ 1030859 w 3364706"/>
              <a:gd name="connsiteY34" fmla="*/ 817438 h 2200496"/>
              <a:gd name="connsiteX35" fmla="*/ 1020919 w 3364706"/>
              <a:gd name="connsiteY35" fmla="*/ 79600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080228 w 3364706"/>
              <a:gd name="connsiteY32" fmla="*/ 904372 h 2200496"/>
              <a:gd name="connsiteX33" fmla="*/ 1051348 w 3364706"/>
              <a:gd name="connsiteY33" fmla="*/ 864477 h 2200496"/>
              <a:gd name="connsiteX34" fmla="*/ 1030859 w 3364706"/>
              <a:gd name="connsiteY34" fmla="*/ 817438 h 2200496"/>
              <a:gd name="connsiteX35" fmla="*/ 1020919 w 3364706"/>
              <a:gd name="connsiteY35" fmla="*/ 796007 h 2200496"/>
              <a:gd name="connsiteX36" fmla="*/ 1009123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Lst>
            <a:rect l="l" t="t" r="r" b="b"/>
            <a:pathLst>
              <a:path w="3364706" h="2200496">
                <a:moveTo>
                  <a:pt x="2150269" y="43083"/>
                </a:moveTo>
                <a:cubicBezTo>
                  <a:pt x="2138363" y="51417"/>
                  <a:pt x="2175885" y="43492"/>
                  <a:pt x="2185988" y="50227"/>
                </a:cubicBezTo>
                <a:cubicBezTo>
                  <a:pt x="2198675" y="58685"/>
                  <a:pt x="2205415" y="73748"/>
                  <a:pt x="2214563" y="85946"/>
                </a:cubicBezTo>
                <a:cubicBezTo>
                  <a:pt x="2219714" y="92814"/>
                  <a:pt x="2222146" y="102014"/>
                  <a:pt x="2228850" y="107377"/>
                </a:cubicBezTo>
                <a:cubicBezTo>
                  <a:pt x="2234730" y="112081"/>
                  <a:pt x="2243137" y="112140"/>
                  <a:pt x="2250281" y="114521"/>
                </a:cubicBezTo>
                <a:cubicBezTo>
                  <a:pt x="2275393" y="152187"/>
                  <a:pt x="2256337" y="118399"/>
                  <a:pt x="2271713" y="164527"/>
                </a:cubicBezTo>
                <a:cubicBezTo>
                  <a:pt x="2275768" y="176692"/>
                  <a:pt x="2281618" y="188195"/>
                  <a:pt x="2286000" y="200246"/>
                </a:cubicBezTo>
                <a:cubicBezTo>
                  <a:pt x="2291147" y="214400"/>
                  <a:pt x="2295526" y="228821"/>
                  <a:pt x="2300288" y="243108"/>
                </a:cubicBezTo>
                <a:lnTo>
                  <a:pt x="2307431" y="264540"/>
                </a:lnTo>
                <a:lnTo>
                  <a:pt x="2314575" y="285971"/>
                </a:lnTo>
                <a:cubicBezTo>
                  <a:pt x="2312194" y="355027"/>
                  <a:pt x="2311373" y="424155"/>
                  <a:pt x="2307431" y="493140"/>
                </a:cubicBezTo>
                <a:cubicBezTo>
                  <a:pt x="2306605" y="507601"/>
                  <a:pt x="2302336" y="521663"/>
                  <a:pt x="2300288" y="536002"/>
                </a:cubicBezTo>
                <a:cubicBezTo>
                  <a:pt x="2293067" y="586551"/>
                  <a:pt x="2294095" y="594590"/>
                  <a:pt x="2286000" y="643158"/>
                </a:cubicBezTo>
                <a:cubicBezTo>
                  <a:pt x="2282081" y="666671"/>
                  <a:pt x="2275032" y="700815"/>
                  <a:pt x="2264569" y="721740"/>
                </a:cubicBezTo>
                <a:cubicBezTo>
                  <a:pt x="2259806" y="731265"/>
                  <a:pt x="2255565" y="741069"/>
                  <a:pt x="2250281" y="750315"/>
                </a:cubicBezTo>
                <a:cubicBezTo>
                  <a:pt x="2246021" y="757769"/>
                  <a:pt x="2239834" y="764067"/>
                  <a:pt x="2235994" y="771746"/>
                </a:cubicBezTo>
                <a:cubicBezTo>
                  <a:pt x="2232626" y="778481"/>
                  <a:pt x="2233671" y="787392"/>
                  <a:pt x="2228850" y="793177"/>
                </a:cubicBezTo>
                <a:cubicBezTo>
                  <a:pt x="2221228" y="802324"/>
                  <a:pt x="2208694" y="806189"/>
                  <a:pt x="2200275" y="814608"/>
                </a:cubicBezTo>
                <a:cubicBezTo>
                  <a:pt x="2191856" y="823027"/>
                  <a:pt x="2187743" y="835273"/>
                  <a:pt x="2178844" y="843183"/>
                </a:cubicBezTo>
                <a:cubicBezTo>
                  <a:pt x="2166010" y="854591"/>
                  <a:pt x="2146489" y="855877"/>
                  <a:pt x="2135981" y="871758"/>
                </a:cubicBezTo>
                <a:cubicBezTo>
                  <a:pt x="2125473" y="887639"/>
                  <a:pt x="2123664" y="925218"/>
                  <a:pt x="2115796" y="938470"/>
                </a:cubicBezTo>
                <a:cubicBezTo>
                  <a:pt x="2107928" y="951723"/>
                  <a:pt x="2099694" y="943209"/>
                  <a:pt x="2088771" y="951273"/>
                </a:cubicBezTo>
                <a:cubicBezTo>
                  <a:pt x="2077848" y="959337"/>
                  <a:pt x="2059831" y="979734"/>
                  <a:pt x="2050256" y="986855"/>
                </a:cubicBezTo>
                <a:cubicBezTo>
                  <a:pt x="2040681" y="993976"/>
                  <a:pt x="2039445" y="988315"/>
                  <a:pt x="2031318" y="993998"/>
                </a:cubicBezTo>
                <a:cubicBezTo>
                  <a:pt x="2023191" y="999681"/>
                  <a:pt x="2023814" y="1007947"/>
                  <a:pt x="2001496" y="1020952"/>
                </a:cubicBezTo>
                <a:cubicBezTo>
                  <a:pt x="1979178" y="1033957"/>
                  <a:pt x="1968697" y="1064685"/>
                  <a:pt x="1897412" y="1072030"/>
                </a:cubicBezTo>
                <a:cubicBezTo>
                  <a:pt x="1826127" y="1079375"/>
                  <a:pt x="1729203" y="1085283"/>
                  <a:pt x="1573785" y="1065024"/>
                </a:cubicBezTo>
                <a:cubicBezTo>
                  <a:pt x="1485679" y="1062643"/>
                  <a:pt x="1368014" y="1041418"/>
                  <a:pt x="1309466" y="1032410"/>
                </a:cubicBezTo>
                <a:cubicBezTo>
                  <a:pt x="1250918" y="1023402"/>
                  <a:pt x="1244808" y="1016235"/>
                  <a:pt x="1222495" y="1010978"/>
                </a:cubicBezTo>
                <a:cubicBezTo>
                  <a:pt x="1200182" y="1005721"/>
                  <a:pt x="1189309" y="1009403"/>
                  <a:pt x="1175589" y="1000867"/>
                </a:cubicBezTo>
                <a:cubicBezTo>
                  <a:pt x="1161869" y="992331"/>
                  <a:pt x="1152030" y="970881"/>
                  <a:pt x="1140175" y="959763"/>
                </a:cubicBezTo>
                <a:cubicBezTo>
                  <a:pt x="1128320" y="948645"/>
                  <a:pt x="1114447" y="943388"/>
                  <a:pt x="1104456" y="934156"/>
                </a:cubicBezTo>
                <a:cubicBezTo>
                  <a:pt x="1094465" y="924924"/>
                  <a:pt x="1089079" y="915985"/>
                  <a:pt x="1080228" y="904372"/>
                </a:cubicBezTo>
                <a:cubicBezTo>
                  <a:pt x="1071377" y="892759"/>
                  <a:pt x="1059576" y="878966"/>
                  <a:pt x="1051348" y="864477"/>
                </a:cubicBezTo>
                <a:cubicBezTo>
                  <a:pt x="1043120" y="849988"/>
                  <a:pt x="1060696" y="837330"/>
                  <a:pt x="1030859" y="817438"/>
                </a:cubicBezTo>
                <a:cubicBezTo>
                  <a:pt x="1028478" y="810294"/>
                  <a:pt x="1024542" y="803622"/>
                  <a:pt x="1020919" y="796007"/>
                </a:cubicBezTo>
                <a:cubicBezTo>
                  <a:pt x="1017296" y="788392"/>
                  <a:pt x="1014970" y="780552"/>
                  <a:pt x="1009123" y="771746"/>
                </a:cubicBezTo>
                <a:cubicBezTo>
                  <a:pt x="1003276" y="762940"/>
                  <a:pt x="995672" y="756268"/>
                  <a:pt x="985838" y="743171"/>
                </a:cubicBezTo>
                <a:cubicBezTo>
                  <a:pt x="976004" y="730074"/>
                  <a:pt x="955344" y="703615"/>
                  <a:pt x="950119" y="693165"/>
                </a:cubicBezTo>
                <a:cubicBezTo>
                  <a:pt x="946751" y="686430"/>
                  <a:pt x="944801" y="679039"/>
                  <a:pt x="942975" y="671733"/>
                </a:cubicBezTo>
                <a:cubicBezTo>
                  <a:pt x="929304" y="617051"/>
                  <a:pt x="941704" y="648283"/>
                  <a:pt x="928688" y="578865"/>
                </a:cubicBezTo>
                <a:cubicBezTo>
                  <a:pt x="925069" y="559565"/>
                  <a:pt x="919163" y="540765"/>
                  <a:pt x="914400" y="521715"/>
                </a:cubicBezTo>
                <a:lnTo>
                  <a:pt x="907256" y="493140"/>
                </a:lnTo>
                <a:cubicBezTo>
                  <a:pt x="911736" y="403551"/>
                  <a:pt x="897579" y="376765"/>
                  <a:pt x="928688" y="314546"/>
                </a:cubicBezTo>
                <a:cubicBezTo>
                  <a:pt x="932528" y="306867"/>
                  <a:pt x="937271" y="299532"/>
                  <a:pt x="942975" y="293115"/>
                </a:cubicBezTo>
                <a:cubicBezTo>
                  <a:pt x="956399" y="278013"/>
                  <a:pt x="985838" y="250252"/>
                  <a:pt x="985838" y="250252"/>
                </a:cubicBezTo>
                <a:cubicBezTo>
                  <a:pt x="1004885" y="193104"/>
                  <a:pt x="976314" y="259776"/>
                  <a:pt x="1014413" y="221677"/>
                </a:cubicBezTo>
                <a:cubicBezTo>
                  <a:pt x="1019738" y="216352"/>
                  <a:pt x="1016735" y="206031"/>
                  <a:pt x="1021556" y="200246"/>
                </a:cubicBezTo>
                <a:cubicBezTo>
                  <a:pt x="1029178" y="191099"/>
                  <a:pt x="1040606" y="185959"/>
                  <a:pt x="1050131" y="178815"/>
                </a:cubicBezTo>
                <a:lnTo>
                  <a:pt x="1078706" y="135952"/>
                </a:lnTo>
                <a:lnTo>
                  <a:pt x="1092994" y="114521"/>
                </a:lnTo>
                <a:cubicBezTo>
                  <a:pt x="1088231" y="107377"/>
                  <a:pt x="1087087" y="94953"/>
                  <a:pt x="1078706" y="93090"/>
                </a:cubicBezTo>
                <a:cubicBezTo>
                  <a:pt x="1072299" y="91666"/>
                  <a:pt x="1005102" y="104347"/>
                  <a:pt x="992981" y="107377"/>
                </a:cubicBezTo>
                <a:cubicBezTo>
                  <a:pt x="974572" y="111979"/>
                  <a:pt x="965083" y="116338"/>
                  <a:pt x="950119" y="128808"/>
                </a:cubicBezTo>
                <a:cubicBezTo>
                  <a:pt x="942358" y="135276"/>
                  <a:pt x="937094" y="144636"/>
                  <a:pt x="928688" y="150240"/>
                </a:cubicBezTo>
                <a:cubicBezTo>
                  <a:pt x="922422" y="154417"/>
                  <a:pt x="914177" y="154417"/>
                  <a:pt x="907256" y="157383"/>
                </a:cubicBezTo>
                <a:cubicBezTo>
                  <a:pt x="887833" y="165707"/>
                  <a:pt x="863738" y="181803"/>
                  <a:pt x="842963" y="185958"/>
                </a:cubicBezTo>
                <a:cubicBezTo>
                  <a:pt x="819496" y="190651"/>
                  <a:pt x="795338" y="190721"/>
                  <a:pt x="771525" y="193102"/>
                </a:cubicBezTo>
                <a:cubicBezTo>
                  <a:pt x="750094" y="185958"/>
                  <a:pt x="729147" y="177150"/>
                  <a:pt x="707231" y="171671"/>
                </a:cubicBezTo>
                <a:cubicBezTo>
                  <a:pt x="697706" y="169290"/>
                  <a:pt x="687719" y="168303"/>
                  <a:pt x="678656" y="164527"/>
                </a:cubicBezTo>
                <a:cubicBezTo>
                  <a:pt x="658996" y="156335"/>
                  <a:pt x="639228" y="147766"/>
                  <a:pt x="621506" y="135952"/>
                </a:cubicBezTo>
                <a:cubicBezTo>
                  <a:pt x="614362" y="131190"/>
                  <a:pt x="607966" y="125047"/>
                  <a:pt x="600075" y="121665"/>
                </a:cubicBezTo>
                <a:cubicBezTo>
                  <a:pt x="591051" y="117797"/>
                  <a:pt x="581025" y="116902"/>
                  <a:pt x="571500" y="114521"/>
                </a:cubicBezTo>
                <a:cubicBezTo>
                  <a:pt x="561975" y="107377"/>
                  <a:pt x="552613" y="100010"/>
                  <a:pt x="542925" y="93090"/>
                </a:cubicBezTo>
                <a:cubicBezTo>
                  <a:pt x="535939" y="88100"/>
                  <a:pt x="527565" y="84873"/>
                  <a:pt x="521494" y="78802"/>
                </a:cubicBezTo>
                <a:cubicBezTo>
                  <a:pt x="515423" y="72731"/>
                  <a:pt x="514192" y="62361"/>
                  <a:pt x="507206" y="57371"/>
                </a:cubicBezTo>
                <a:cubicBezTo>
                  <a:pt x="496771" y="49918"/>
                  <a:pt x="482697" y="49311"/>
                  <a:pt x="471488" y="43083"/>
                </a:cubicBezTo>
                <a:cubicBezTo>
                  <a:pt x="461080" y="37301"/>
                  <a:pt x="452438" y="28796"/>
                  <a:pt x="442913" y="21652"/>
                </a:cubicBezTo>
                <a:cubicBezTo>
                  <a:pt x="426244" y="24033"/>
                  <a:pt x="408730" y="23042"/>
                  <a:pt x="392906" y="28796"/>
                </a:cubicBezTo>
                <a:cubicBezTo>
                  <a:pt x="381717" y="32865"/>
                  <a:pt x="374668" y="44320"/>
                  <a:pt x="364331" y="50227"/>
                </a:cubicBezTo>
                <a:cubicBezTo>
                  <a:pt x="357793" y="53963"/>
                  <a:pt x="350044" y="54990"/>
                  <a:pt x="342900" y="57371"/>
                </a:cubicBezTo>
                <a:cubicBezTo>
                  <a:pt x="335756" y="69277"/>
                  <a:pt x="330505" y="82548"/>
                  <a:pt x="321469" y="93090"/>
                </a:cubicBezTo>
                <a:cubicBezTo>
                  <a:pt x="315882" y="99609"/>
                  <a:pt x="305401" y="100673"/>
                  <a:pt x="300038" y="107377"/>
                </a:cubicBezTo>
                <a:cubicBezTo>
                  <a:pt x="260600" y="156673"/>
                  <a:pt x="332884" y="102147"/>
                  <a:pt x="271463" y="143096"/>
                </a:cubicBezTo>
                <a:cubicBezTo>
                  <a:pt x="263032" y="168389"/>
                  <a:pt x="264745" y="166617"/>
                  <a:pt x="250031" y="193102"/>
                </a:cubicBezTo>
                <a:cubicBezTo>
                  <a:pt x="221915" y="243711"/>
                  <a:pt x="234516" y="211075"/>
                  <a:pt x="221456" y="250252"/>
                </a:cubicBezTo>
                <a:cubicBezTo>
                  <a:pt x="242586" y="355898"/>
                  <a:pt x="226547" y="261480"/>
                  <a:pt x="221456" y="493140"/>
                </a:cubicBezTo>
                <a:cubicBezTo>
                  <a:pt x="218212" y="640761"/>
                  <a:pt x="221780" y="788584"/>
                  <a:pt x="214313" y="936052"/>
                </a:cubicBezTo>
                <a:cubicBezTo>
                  <a:pt x="212234" y="977106"/>
                  <a:pt x="202851" y="1017616"/>
                  <a:pt x="192881" y="1057496"/>
                </a:cubicBezTo>
                <a:lnTo>
                  <a:pt x="178594" y="1114646"/>
                </a:lnTo>
                <a:cubicBezTo>
                  <a:pt x="187184" y="1252078"/>
                  <a:pt x="190231" y="1236160"/>
                  <a:pt x="178594" y="1393252"/>
                </a:cubicBezTo>
                <a:cubicBezTo>
                  <a:pt x="177869" y="1403043"/>
                  <a:pt x="174271" y="1412423"/>
                  <a:pt x="171450" y="1421827"/>
                </a:cubicBezTo>
                <a:cubicBezTo>
                  <a:pt x="156188" y="1472702"/>
                  <a:pt x="159428" y="1450928"/>
                  <a:pt x="150019" y="1493265"/>
                </a:cubicBezTo>
                <a:cubicBezTo>
                  <a:pt x="147385" y="1505118"/>
                  <a:pt x="145509" y="1517130"/>
                  <a:pt x="142875" y="1528983"/>
                </a:cubicBezTo>
                <a:cubicBezTo>
                  <a:pt x="140745" y="1538567"/>
                  <a:pt x="137487" y="1547898"/>
                  <a:pt x="135731" y="1557558"/>
                </a:cubicBezTo>
                <a:cubicBezTo>
                  <a:pt x="127216" y="1604393"/>
                  <a:pt x="132662" y="1598747"/>
                  <a:pt x="121444" y="1636140"/>
                </a:cubicBezTo>
                <a:cubicBezTo>
                  <a:pt x="91322" y="1736541"/>
                  <a:pt x="125901" y="1608467"/>
                  <a:pt x="78581" y="1750440"/>
                </a:cubicBezTo>
                <a:cubicBezTo>
                  <a:pt x="68071" y="1781974"/>
                  <a:pt x="74806" y="1765136"/>
                  <a:pt x="57150" y="1800446"/>
                </a:cubicBezTo>
                <a:cubicBezTo>
                  <a:pt x="54769" y="1812352"/>
                  <a:pt x="52951" y="1824385"/>
                  <a:pt x="50006" y="1836165"/>
                </a:cubicBezTo>
                <a:cubicBezTo>
                  <a:pt x="48180" y="1843470"/>
                  <a:pt x="44689" y="1850291"/>
                  <a:pt x="42863" y="1857596"/>
                </a:cubicBezTo>
                <a:lnTo>
                  <a:pt x="28575" y="1914746"/>
                </a:lnTo>
                <a:cubicBezTo>
                  <a:pt x="26194" y="1933796"/>
                  <a:pt x="23674" y="1952829"/>
                  <a:pt x="21431" y="1971896"/>
                </a:cubicBezTo>
                <a:cubicBezTo>
                  <a:pt x="18119" y="2000052"/>
                  <a:pt x="11665" y="2063957"/>
                  <a:pt x="7144" y="2093340"/>
                </a:cubicBezTo>
                <a:cubicBezTo>
                  <a:pt x="5298" y="2105341"/>
                  <a:pt x="2381" y="2117152"/>
                  <a:pt x="0" y="2129058"/>
                </a:cubicBezTo>
                <a:cubicBezTo>
                  <a:pt x="4763" y="2145727"/>
                  <a:pt x="3645" y="2165381"/>
                  <a:pt x="14288" y="2179065"/>
                </a:cubicBezTo>
                <a:cubicBezTo>
                  <a:pt x="17277" y="2182909"/>
                  <a:pt x="61167" y="2197072"/>
                  <a:pt x="71438" y="2200496"/>
                </a:cubicBezTo>
                <a:cubicBezTo>
                  <a:pt x="84970" y="2159896"/>
                  <a:pt x="73256" y="2184390"/>
                  <a:pt x="121444" y="2136202"/>
                </a:cubicBezTo>
                <a:cubicBezTo>
                  <a:pt x="130969" y="2126677"/>
                  <a:pt x="142547" y="2118835"/>
                  <a:pt x="150019" y="2107627"/>
                </a:cubicBezTo>
                <a:cubicBezTo>
                  <a:pt x="161472" y="2090448"/>
                  <a:pt x="178997" y="2062819"/>
                  <a:pt x="192881" y="2050477"/>
                </a:cubicBezTo>
                <a:cubicBezTo>
                  <a:pt x="203259" y="2041252"/>
                  <a:pt x="216694" y="2036190"/>
                  <a:pt x="228600" y="2029046"/>
                </a:cubicBezTo>
                <a:cubicBezTo>
                  <a:pt x="277941" y="1930368"/>
                  <a:pt x="206390" y="2065934"/>
                  <a:pt x="264319" y="1979040"/>
                </a:cubicBezTo>
                <a:cubicBezTo>
                  <a:pt x="268496" y="1972774"/>
                  <a:pt x="267806" y="1964191"/>
                  <a:pt x="271463" y="1957608"/>
                </a:cubicBezTo>
                <a:cubicBezTo>
                  <a:pt x="296591" y="1912378"/>
                  <a:pt x="293270" y="1919822"/>
                  <a:pt x="328613" y="1893315"/>
                </a:cubicBezTo>
                <a:cubicBezTo>
                  <a:pt x="360184" y="1845955"/>
                  <a:pt x="323085" y="1898572"/>
                  <a:pt x="364331" y="1850452"/>
                </a:cubicBezTo>
                <a:cubicBezTo>
                  <a:pt x="395471" y="1814123"/>
                  <a:pt x="371186" y="1826736"/>
                  <a:pt x="407194" y="1814733"/>
                </a:cubicBezTo>
                <a:cubicBezTo>
                  <a:pt x="419346" y="1778278"/>
                  <a:pt x="406581" y="1805924"/>
                  <a:pt x="435769" y="1771871"/>
                </a:cubicBezTo>
                <a:cubicBezTo>
                  <a:pt x="443517" y="1762831"/>
                  <a:pt x="450372" y="1753050"/>
                  <a:pt x="457200" y="1743296"/>
                </a:cubicBezTo>
                <a:cubicBezTo>
                  <a:pt x="467047" y="1729228"/>
                  <a:pt x="471487" y="1709958"/>
                  <a:pt x="485775" y="1700433"/>
                </a:cubicBezTo>
                <a:cubicBezTo>
                  <a:pt x="492919" y="1695671"/>
                  <a:pt x="501135" y="1692217"/>
                  <a:pt x="507206" y="1686146"/>
                </a:cubicBezTo>
                <a:cubicBezTo>
                  <a:pt x="579946" y="1613406"/>
                  <a:pt x="517313" y="1672341"/>
                  <a:pt x="557213" y="1614708"/>
                </a:cubicBezTo>
                <a:cubicBezTo>
                  <a:pt x="593345" y="1562517"/>
                  <a:pt x="595492" y="1562143"/>
                  <a:pt x="628650" y="1528983"/>
                </a:cubicBezTo>
                <a:cubicBezTo>
                  <a:pt x="644189" y="1482369"/>
                  <a:pt x="622450" y="1534029"/>
                  <a:pt x="664369" y="1486121"/>
                </a:cubicBezTo>
                <a:cubicBezTo>
                  <a:pt x="718650" y="1424085"/>
                  <a:pt x="656666" y="1469824"/>
                  <a:pt x="707231" y="1436115"/>
                </a:cubicBezTo>
                <a:cubicBezTo>
                  <a:pt x="718248" y="1403065"/>
                  <a:pt x="708878" y="1424908"/>
                  <a:pt x="728663" y="1393252"/>
                </a:cubicBezTo>
                <a:cubicBezTo>
                  <a:pt x="736022" y="1381478"/>
                  <a:pt x="741569" y="1368493"/>
                  <a:pt x="750094" y="1357533"/>
                </a:cubicBezTo>
                <a:cubicBezTo>
                  <a:pt x="758364" y="1346900"/>
                  <a:pt x="769799" y="1339096"/>
                  <a:pt x="778669" y="1328958"/>
                </a:cubicBezTo>
                <a:cubicBezTo>
                  <a:pt x="786509" y="1319998"/>
                  <a:pt x="793790" y="1310479"/>
                  <a:pt x="800100" y="1300383"/>
                </a:cubicBezTo>
                <a:cubicBezTo>
                  <a:pt x="805744" y="1291352"/>
                  <a:pt x="807570" y="1279989"/>
                  <a:pt x="814388" y="1271808"/>
                </a:cubicBezTo>
                <a:cubicBezTo>
                  <a:pt x="819884" y="1265212"/>
                  <a:pt x="828675" y="1262283"/>
                  <a:pt x="835819" y="1257521"/>
                </a:cubicBezTo>
                <a:cubicBezTo>
                  <a:pt x="847552" y="1210589"/>
                  <a:pt x="835325" y="1245884"/>
                  <a:pt x="857250" y="1207515"/>
                </a:cubicBezTo>
                <a:cubicBezTo>
                  <a:pt x="862534" y="1198269"/>
                  <a:pt x="864720" y="1187121"/>
                  <a:pt x="871538" y="1178940"/>
                </a:cubicBezTo>
                <a:cubicBezTo>
                  <a:pt x="877034" y="1172344"/>
                  <a:pt x="885825" y="1169415"/>
                  <a:pt x="892969" y="1164652"/>
                </a:cubicBezTo>
                <a:cubicBezTo>
                  <a:pt x="897731" y="1150365"/>
                  <a:pt x="892646" y="1125443"/>
                  <a:pt x="907256" y="1121790"/>
                </a:cubicBezTo>
                <a:cubicBezTo>
                  <a:pt x="936232" y="1114546"/>
                  <a:pt x="971003" y="1108048"/>
                  <a:pt x="992981" y="1086071"/>
                </a:cubicBezTo>
                <a:cubicBezTo>
                  <a:pt x="1019738" y="1059316"/>
                  <a:pt x="1004829" y="1067835"/>
                  <a:pt x="1035844" y="1057496"/>
                </a:cubicBezTo>
                <a:cubicBezTo>
                  <a:pt x="1045369" y="1050352"/>
                  <a:pt x="1052971" y="1039336"/>
                  <a:pt x="1064419" y="1036065"/>
                </a:cubicBezTo>
                <a:cubicBezTo>
                  <a:pt x="1126763" y="1018252"/>
                  <a:pt x="1131929" y="1028826"/>
                  <a:pt x="1185863" y="1043208"/>
                </a:cubicBezTo>
                <a:cubicBezTo>
                  <a:pt x="1204836" y="1048268"/>
                  <a:pt x="1223758" y="1053645"/>
                  <a:pt x="1243013" y="1057496"/>
                </a:cubicBezTo>
                <a:cubicBezTo>
                  <a:pt x="1254919" y="1059877"/>
                  <a:pt x="1266952" y="1061695"/>
                  <a:pt x="1278731" y="1064640"/>
                </a:cubicBezTo>
                <a:cubicBezTo>
                  <a:pt x="1286037" y="1066466"/>
                  <a:pt x="1292674" y="1070995"/>
                  <a:pt x="1300163" y="1071783"/>
                </a:cubicBezTo>
                <a:cubicBezTo>
                  <a:pt x="1338128" y="1075779"/>
                  <a:pt x="1376363" y="1076546"/>
                  <a:pt x="1414463" y="1078927"/>
                </a:cubicBezTo>
                <a:cubicBezTo>
                  <a:pt x="1458473" y="1093598"/>
                  <a:pt x="1413670" y="1080083"/>
                  <a:pt x="1485900" y="1093215"/>
                </a:cubicBezTo>
                <a:cubicBezTo>
                  <a:pt x="1495560" y="1094971"/>
                  <a:pt x="1504891" y="1098228"/>
                  <a:pt x="1514475" y="1100358"/>
                </a:cubicBezTo>
                <a:cubicBezTo>
                  <a:pt x="1526328" y="1102992"/>
                  <a:pt x="1538288" y="1105121"/>
                  <a:pt x="1550194" y="1107502"/>
                </a:cubicBezTo>
                <a:lnTo>
                  <a:pt x="1964531" y="1100358"/>
                </a:lnTo>
                <a:cubicBezTo>
                  <a:pt x="1972057" y="1100111"/>
                  <a:pt x="1978554" y="1094562"/>
                  <a:pt x="1985963" y="1093215"/>
                </a:cubicBezTo>
                <a:cubicBezTo>
                  <a:pt x="2004852" y="1089781"/>
                  <a:pt x="2024083" y="1088608"/>
                  <a:pt x="2043113" y="1086071"/>
                </a:cubicBezTo>
                <a:lnTo>
                  <a:pt x="2093119" y="1078927"/>
                </a:lnTo>
                <a:cubicBezTo>
                  <a:pt x="2112149" y="1076390"/>
                  <a:pt x="2131332" y="1074939"/>
                  <a:pt x="2150269" y="1071783"/>
                </a:cubicBezTo>
                <a:cubicBezTo>
                  <a:pt x="2159954" y="1070169"/>
                  <a:pt x="2169319" y="1067021"/>
                  <a:pt x="2178844" y="1064640"/>
                </a:cubicBezTo>
                <a:cubicBezTo>
                  <a:pt x="2188369" y="1069402"/>
                  <a:pt x="2199103" y="1072274"/>
                  <a:pt x="2207419" y="1078927"/>
                </a:cubicBezTo>
                <a:cubicBezTo>
                  <a:pt x="2223197" y="1091549"/>
                  <a:pt x="2235994" y="1107502"/>
                  <a:pt x="2250281" y="1121790"/>
                </a:cubicBezTo>
                <a:cubicBezTo>
                  <a:pt x="2259806" y="1131315"/>
                  <a:pt x="2268080" y="1142283"/>
                  <a:pt x="2278856" y="1150365"/>
                </a:cubicBezTo>
                <a:cubicBezTo>
                  <a:pt x="2288381" y="1157509"/>
                  <a:pt x="2299012" y="1163377"/>
                  <a:pt x="2307431" y="1171796"/>
                </a:cubicBezTo>
                <a:cubicBezTo>
                  <a:pt x="2367646" y="1232010"/>
                  <a:pt x="2282387" y="1156562"/>
                  <a:pt x="2328863" y="1214658"/>
                </a:cubicBezTo>
                <a:cubicBezTo>
                  <a:pt x="2334226" y="1221362"/>
                  <a:pt x="2343150" y="1224183"/>
                  <a:pt x="2350294" y="1228946"/>
                </a:cubicBezTo>
                <a:cubicBezTo>
                  <a:pt x="2352675" y="1238471"/>
                  <a:pt x="2351731" y="1249532"/>
                  <a:pt x="2357438" y="1257521"/>
                </a:cubicBezTo>
                <a:cubicBezTo>
                  <a:pt x="2364358" y="1267209"/>
                  <a:pt x="2377053" y="1271112"/>
                  <a:pt x="2386013" y="1278952"/>
                </a:cubicBezTo>
                <a:cubicBezTo>
                  <a:pt x="2396151" y="1287822"/>
                  <a:pt x="2405063" y="1298002"/>
                  <a:pt x="2414588" y="1307527"/>
                </a:cubicBezTo>
                <a:cubicBezTo>
                  <a:pt x="2416969" y="1314671"/>
                  <a:pt x="2417554" y="1322693"/>
                  <a:pt x="2421731" y="1328958"/>
                </a:cubicBezTo>
                <a:cubicBezTo>
                  <a:pt x="2438936" y="1354765"/>
                  <a:pt x="2443508" y="1346227"/>
                  <a:pt x="2464594" y="1364677"/>
                </a:cubicBezTo>
                <a:cubicBezTo>
                  <a:pt x="2477266" y="1375765"/>
                  <a:pt x="2488407" y="1388490"/>
                  <a:pt x="2500313" y="1400396"/>
                </a:cubicBezTo>
                <a:cubicBezTo>
                  <a:pt x="2502694" y="1407540"/>
                  <a:pt x="2503279" y="1415562"/>
                  <a:pt x="2507456" y="1421827"/>
                </a:cubicBezTo>
                <a:cubicBezTo>
                  <a:pt x="2527564" y="1451989"/>
                  <a:pt x="2543370" y="1443451"/>
                  <a:pt x="2571750" y="1471833"/>
                </a:cubicBezTo>
                <a:cubicBezTo>
                  <a:pt x="2634370" y="1534455"/>
                  <a:pt x="2557733" y="1455014"/>
                  <a:pt x="2607469" y="1514696"/>
                </a:cubicBezTo>
                <a:cubicBezTo>
                  <a:pt x="2613937" y="1522457"/>
                  <a:pt x="2622247" y="1528524"/>
                  <a:pt x="2628900" y="1536127"/>
                </a:cubicBezTo>
                <a:cubicBezTo>
                  <a:pt x="2638941" y="1547602"/>
                  <a:pt x="2647950" y="1559940"/>
                  <a:pt x="2657475" y="1571846"/>
                </a:cubicBezTo>
                <a:cubicBezTo>
                  <a:pt x="2670573" y="1611137"/>
                  <a:pt x="2656750" y="1575934"/>
                  <a:pt x="2678906" y="1614708"/>
                </a:cubicBezTo>
                <a:cubicBezTo>
                  <a:pt x="2695187" y="1643200"/>
                  <a:pt x="2693213" y="1650452"/>
                  <a:pt x="2714625" y="1679002"/>
                </a:cubicBezTo>
                <a:cubicBezTo>
                  <a:pt x="2720687" y="1687084"/>
                  <a:pt x="2728912" y="1693289"/>
                  <a:pt x="2736056" y="1700433"/>
                </a:cubicBezTo>
                <a:cubicBezTo>
                  <a:pt x="2748976" y="1752110"/>
                  <a:pt x="2737309" y="1721153"/>
                  <a:pt x="2786063" y="1786158"/>
                </a:cubicBezTo>
                <a:lnTo>
                  <a:pt x="2807494" y="1814733"/>
                </a:lnTo>
                <a:cubicBezTo>
                  <a:pt x="2814638" y="1824258"/>
                  <a:pt x="2822321" y="1833401"/>
                  <a:pt x="2828925" y="1843308"/>
                </a:cubicBezTo>
                <a:cubicBezTo>
                  <a:pt x="2833688" y="1850452"/>
                  <a:pt x="2837142" y="1858669"/>
                  <a:pt x="2843213" y="1864740"/>
                </a:cubicBezTo>
                <a:cubicBezTo>
                  <a:pt x="2849284" y="1870811"/>
                  <a:pt x="2857500" y="1874265"/>
                  <a:pt x="2864644" y="1879027"/>
                </a:cubicBezTo>
                <a:cubicBezTo>
                  <a:pt x="2902742" y="1936175"/>
                  <a:pt x="2852738" y="1867121"/>
                  <a:pt x="2900363" y="1914746"/>
                </a:cubicBezTo>
                <a:cubicBezTo>
                  <a:pt x="2906434" y="1920817"/>
                  <a:pt x="2908054" y="1930681"/>
                  <a:pt x="2914650" y="1936177"/>
                </a:cubicBezTo>
                <a:cubicBezTo>
                  <a:pt x="2933162" y="1951604"/>
                  <a:pt x="2945000" y="1948673"/>
                  <a:pt x="2964656" y="1957608"/>
                </a:cubicBezTo>
                <a:cubicBezTo>
                  <a:pt x="2984046" y="1966421"/>
                  <a:pt x="3001600" y="1979448"/>
                  <a:pt x="3021806" y="1986183"/>
                </a:cubicBezTo>
                <a:cubicBezTo>
                  <a:pt x="3036094" y="1990946"/>
                  <a:pt x="3050906" y="1994354"/>
                  <a:pt x="3064669" y="2000471"/>
                </a:cubicBezTo>
                <a:cubicBezTo>
                  <a:pt x="3072515" y="2003958"/>
                  <a:pt x="3078254" y="2011271"/>
                  <a:pt x="3086100" y="2014758"/>
                </a:cubicBezTo>
                <a:cubicBezTo>
                  <a:pt x="3099863" y="2020875"/>
                  <a:pt x="3128963" y="2029046"/>
                  <a:pt x="3128963" y="2029046"/>
                </a:cubicBezTo>
                <a:cubicBezTo>
                  <a:pt x="3214052" y="2092862"/>
                  <a:pt x="3105862" y="2017495"/>
                  <a:pt x="3186113" y="2057621"/>
                </a:cubicBezTo>
                <a:cubicBezTo>
                  <a:pt x="3196762" y="2062946"/>
                  <a:pt x="3204351" y="2073145"/>
                  <a:pt x="3214688" y="2079052"/>
                </a:cubicBezTo>
                <a:cubicBezTo>
                  <a:pt x="3221226" y="2082788"/>
                  <a:pt x="3229198" y="2083230"/>
                  <a:pt x="3236119" y="2086196"/>
                </a:cubicBezTo>
                <a:cubicBezTo>
                  <a:pt x="3245907" y="2090391"/>
                  <a:pt x="3254806" y="2096528"/>
                  <a:pt x="3264694" y="2100483"/>
                </a:cubicBezTo>
                <a:cubicBezTo>
                  <a:pt x="3293684" y="2112079"/>
                  <a:pt x="3308061" y="2114897"/>
                  <a:pt x="3336131" y="2121915"/>
                </a:cubicBezTo>
                <a:cubicBezTo>
                  <a:pt x="3343275" y="2126677"/>
                  <a:pt x="3349234" y="2138284"/>
                  <a:pt x="3357563" y="2136202"/>
                </a:cubicBezTo>
                <a:cubicBezTo>
                  <a:pt x="3364868" y="2134376"/>
                  <a:pt x="3364706" y="2122301"/>
                  <a:pt x="3364706" y="2114771"/>
                </a:cubicBezTo>
                <a:cubicBezTo>
                  <a:pt x="3364706" y="2083723"/>
                  <a:pt x="3363285" y="2052418"/>
                  <a:pt x="3357563" y="2021902"/>
                </a:cubicBezTo>
                <a:cubicBezTo>
                  <a:pt x="3355268" y="2009662"/>
                  <a:pt x="3328640" y="1985836"/>
                  <a:pt x="3321844" y="1979040"/>
                </a:cubicBezTo>
                <a:cubicBezTo>
                  <a:pt x="3303009" y="1884869"/>
                  <a:pt x="3322997" y="1994047"/>
                  <a:pt x="3307556" y="1793302"/>
                </a:cubicBezTo>
                <a:cubicBezTo>
                  <a:pt x="3305069" y="1760972"/>
                  <a:pt x="3294815" y="1746582"/>
                  <a:pt x="3286125" y="1714721"/>
                </a:cubicBezTo>
                <a:cubicBezTo>
                  <a:pt x="3269506" y="1653785"/>
                  <a:pt x="3290890" y="1702820"/>
                  <a:pt x="3264694" y="1650427"/>
                </a:cubicBezTo>
                <a:cubicBezTo>
                  <a:pt x="3262313" y="1636140"/>
                  <a:pt x="3259507" y="1621917"/>
                  <a:pt x="3257550" y="1607565"/>
                </a:cubicBezTo>
                <a:cubicBezTo>
                  <a:pt x="3252362" y="1569521"/>
                  <a:pt x="3250793" y="1530916"/>
                  <a:pt x="3243263" y="1493265"/>
                </a:cubicBezTo>
                <a:cubicBezTo>
                  <a:pt x="3241991" y="1486907"/>
                  <a:pt x="3232759" y="1437799"/>
                  <a:pt x="3228975" y="1428971"/>
                </a:cubicBezTo>
                <a:cubicBezTo>
                  <a:pt x="3199491" y="1360176"/>
                  <a:pt x="3229950" y="1470319"/>
                  <a:pt x="3200400" y="1371821"/>
                </a:cubicBezTo>
                <a:cubicBezTo>
                  <a:pt x="3196911" y="1360191"/>
                  <a:pt x="3195890" y="1347955"/>
                  <a:pt x="3193256" y="1336102"/>
                </a:cubicBezTo>
                <a:cubicBezTo>
                  <a:pt x="3178977" y="1271846"/>
                  <a:pt x="3193290" y="1338605"/>
                  <a:pt x="3178969" y="1286096"/>
                </a:cubicBezTo>
                <a:cubicBezTo>
                  <a:pt x="3173802" y="1267152"/>
                  <a:pt x="3164681" y="1228946"/>
                  <a:pt x="3164681" y="1228946"/>
                </a:cubicBezTo>
                <a:cubicBezTo>
                  <a:pt x="3162300" y="1200371"/>
                  <a:pt x="3162010" y="1171544"/>
                  <a:pt x="3157538" y="1143221"/>
                </a:cubicBezTo>
                <a:cubicBezTo>
                  <a:pt x="3154834" y="1126097"/>
                  <a:pt x="3146100" y="1110315"/>
                  <a:pt x="3143250" y="1093215"/>
                </a:cubicBezTo>
                <a:cubicBezTo>
                  <a:pt x="3138926" y="1067271"/>
                  <a:pt x="3139508" y="1040714"/>
                  <a:pt x="3136106" y="1014633"/>
                </a:cubicBezTo>
                <a:cubicBezTo>
                  <a:pt x="3126125" y="938112"/>
                  <a:pt x="3129539" y="952067"/>
                  <a:pt x="3114675" y="907477"/>
                </a:cubicBezTo>
                <a:cubicBezTo>
                  <a:pt x="3112294" y="874140"/>
                  <a:pt x="3110700" y="840737"/>
                  <a:pt x="3107531" y="807465"/>
                </a:cubicBezTo>
                <a:cubicBezTo>
                  <a:pt x="3105935" y="790703"/>
                  <a:pt x="3101912" y="774227"/>
                  <a:pt x="3100388" y="757458"/>
                </a:cubicBezTo>
                <a:cubicBezTo>
                  <a:pt x="3094723" y="695138"/>
                  <a:pt x="3098141" y="661624"/>
                  <a:pt x="3086100" y="607440"/>
                </a:cubicBezTo>
                <a:cubicBezTo>
                  <a:pt x="3084466" y="600089"/>
                  <a:pt x="3081337" y="593152"/>
                  <a:pt x="3078956" y="586008"/>
                </a:cubicBezTo>
                <a:cubicBezTo>
                  <a:pt x="3076575" y="571721"/>
                  <a:pt x="3074955" y="557285"/>
                  <a:pt x="3071813" y="543146"/>
                </a:cubicBezTo>
                <a:cubicBezTo>
                  <a:pt x="3070180" y="535795"/>
                  <a:pt x="3065907" y="529143"/>
                  <a:pt x="3064669" y="521715"/>
                </a:cubicBezTo>
                <a:cubicBezTo>
                  <a:pt x="3061124" y="500445"/>
                  <a:pt x="3060888" y="478720"/>
                  <a:pt x="3057525" y="457421"/>
                </a:cubicBezTo>
                <a:cubicBezTo>
                  <a:pt x="3053738" y="433434"/>
                  <a:pt x="3047230" y="409937"/>
                  <a:pt x="3043238" y="385983"/>
                </a:cubicBezTo>
                <a:lnTo>
                  <a:pt x="3036094" y="343121"/>
                </a:lnTo>
                <a:cubicBezTo>
                  <a:pt x="3031912" y="288751"/>
                  <a:pt x="3031035" y="251004"/>
                  <a:pt x="3021806" y="200246"/>
                </a:cubicBezTo>
                <a:cubicBezTo>
                  <a:pt x="3021764" y="200017"/>
                  <a:pt x="3010921" y="153642"/>
                  <a:pt x="3007519" y="150240"/>
                </a:cubicBezTo>
                <a:cubicBezTo>
                  <a:pt x="3002194" y="144915"/>
                  <a:pt x="2993393" y="144922"/>
                  <a:pt x="2986088" y="143096"/>
                </a:cubicBezTo>
                <a:lnTo>
                  <a:pt x="2928938" y="128808"/>
                </a:lnTo>
                <a:cubicBezTo>
                  <a:pt x="2902744" y="131189"/>
                  <a:pt x="2876147" y="130794"/>
                  <a:pt x="2850356" y="135952"/>
                </a:cubicBezTo>
                <a:cubicBezTo>
                  <a:pt x="2822527" y="141518"/>
                  <a:pt x="2820031" y="155270"/>
                  <a:pt x="2800350" y="171671"/>
                </a:cubicBezTo>
                <a:cubicBezTo>
                  <a:pt x="2781887" y="187057"/>
                  <a:pt x="2778966" y="185942"/>
                  <a:pt x="2757488" y="193102"/>
                </a:cubicBezTo>
                <a:cubicBezTo>
                  <a:pt x="2709863" y="190721"/>
                  <a:pt x="2661929" y="191872"/>
                  <a:pt x="2614613" y="185958"/>
                </a:cubicBezTo>
                <a:cubicBezTo>
                  <a:pt x="2604046" y="184637"/>
                  <a:pt x="2596009" y="175410"/>
                  <a:pt x="2586038" y="171671"/>
                </a:cubicBezTo>
                <a:cubicBezTo>
                  <a:pt x="2567727" y="164805"/>
                  <a:pt x="2553301" y="166018"/>
                  <a:pt x="2536031" y="157383"/>
                </a:cubicBezTo>
                <a:cubicBezTo>
                  <a:pt x="2499336" y="139036"/>
                  <a:pt x="2527035" y="143814"/>
                  <a:pt x="2486025" y="114521"/>
                </a:cubicBezTo>
                <a:cubicBezTo>
                  <a:pt x="2479898" y="110144"/>
                  <a:pt x="2471329" y="110745"/>
                  <a:pt x="2464594" y="107377"/>
                </a:cubicBezTo>
                <a:cubicBezTo>
                  <a:pt x="2417846" y="84003"/>
                  <a:pt x="2469134" y="103259"/>
                  <a:pt x="2421731" y="71658"/>
                </a:cubicBezTo>
                <a:cubicBezTo>
                  <a:pt x="2415466" y="67481"/>
                  <a:pt x="2407444" y="66896"/>
                  <a:pt x="2400300" y="64515"/>
                </a:cubicBezTo>
                <a:cubicBezTo>
                  <a:pt x="2359119" y="37060"/>
                  <a:pt x="2398841" y="60827"/>
                  <a:pt x="2357438" y="43083"/>
                </a:cubicBezTo>
                <a:cubicBezTo>
                  <a:pt x="2347650" y="38888"/>
                  <a:pt x="2338651" y="32991"/>
                  <a:pt x="2328863" y="28796"/>
                </a:cubicBezTo>
                <a:cubicBezTo>
                  <a:pt x="2314515" y="22647"/>
                  <a:pt x="2293357" y="18133"/>
                  <a:pt x="2278856" y="14508"/>
                </a:cubicBezTo>
                <a:cubicBezTo>
                  <a:pt x="2271712" y="9746"/>
                  <a:pt x="2265985" y="879"/>
                  <a:pt x="2257425" y="221"/>
                </a:cubicBezTo>
                <a:cubicBezTo>
                  <a:pt x="2212537" y="-3232"/>
                  <a:pt x="2162175" y="34749"/>
                  <a:pt x="2150269" y="43083"/>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AAAE8E63-778D-43B0-8CED-71FBE1A35B69}"/>
              </a:ext>
            </a:extLst>
          </p:cNvPr>
          <p:cNvSpPr/>
          <p:nvPr/>
        </p:nvSpPr>
        <p:spPr>
          <a:xfrm>
            <a:off x="4495800" y="1783556"/>
            <a:ext cx="152400" cy="2286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E9097A1-6028-4660-B89C-B6404683EB5A}"/>
              </a:ext>
            </a:extLst>
          </p:cNvPr>
          <p:cNvSpPr/>
          <p:nvPr/>
        </p:nvSpPr>
        <p:spPr>
          <a:xfrm>
            <a:off x="8167686" y="1797049"/>
            <a:ext cx="152400" cy="2286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E531F35-1D1E-4AB6-A095-98F8397E4425}"/>
              </a:ext>
            </a:extLst>
          </p:cNvPr>
          <p:cNvSpPr/>
          <p:nvPr/>
        </p:nvSpPr>
        <p:spPr>
          <a:xfrm>
            <a:off x="4791075" y="2109787"/>
            <a:ext cx="609600" cy="533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4B075DC-0796-4A31-944F-B71D5C56744E}"/>
              </a:ext>
            </a:extLst>
          </p:cNvPr>
          <p:cNvSpPr/>
          <p:nvPr/>
        </p:nvSpPr>
        <p:spPr>
          <a:xfrm>
            <a:off x="7450931" y="2167157"/>
            <a:ext cx="609600" cy="533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92CE83C-98C3-47C2-9032-CD6588681C86}"/>
              </a:ext>
            </a:extLst>
          </p:cNvPr>
          <p:cNvSpPr/>
          <p:nvPr/>
        </p:nvSpPr>
        <p:spPr>
          <a:xfrm>
            <a:off x="4754853" y="2533650"/>
            <a:ext cx="92870" cy="10953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68F36CC-CC51-41C2-A8FC-51AAD7AF8CA3}"/>
              </a:ext>
            </a:extLst>
          </p:cNvPr>
          <p:cNvSpPr/>
          <p:nvPr/>
        </p:nvSpPr>
        <p:spPr>
          <a:xfrm>
            <a:off x="8013408" y="2560222"/>
            <a:ext cx="111416" cy="10438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A9BC2E69-959C-44FA-8C5B-C261E301DCDB}"/>
              </a:ext>
            </a:extLst>
          </p:cNvPr>
          <p:cNvSpPr/>
          <p:nvPr/>
        </p:nvSpPr>
        <p:spPr>
          <a:xfrm>
            <a:off x="3936206" y="1521619"/>
            <a:ext cx="5051160" cy="3364706"/>
          </a:xfrm>
          <a:custGeom>
            <a:avLst/>
            <a:gdLst>
              <a:gd name="connsiteX0" fmla="*/ 1735932 w 5051160"/>
              <a:gd name="connsiteY0" fmla="*/ 121444 h 3364706"/>
              <a:gd name="connsiteX1" fmla="*/ 1614488 w 5051160"/>
              <a:gd name="connsiteY1" fmla="*/ 121444 h 3364706"/>
              <a:gd name="connsiteX2" fmla="*/ 1593057 w 5051160"/>
              <a:gd name="connsiteY2" fmla="*/ 135731 h 3364706"/>
              <a:gd name="connsiteX3" fmla="*/ 1557338 w 5051160"/>
              <a:gd name="connsiteY3" fmla="*/ 142875 h 3364706"/>
              <a:gd name="connsiteX4" fmla="*/ 1535907 w 5051160"/>
              <a:gd name="connsiteY4" fmla="*/ 157162 h 3364706"/>
              <a:gd name="connsiteX5" fmla="*/ 1514475 w 5051160"/>
              <a:gd name="connsiteY5" fmla="*/ 164306 h 3364706"/>
              <a:gd name="connsiteX6" fmla="*/ 1485900 w 5051160"/>
              <a:gd name="connsiteY6" fmla="*/ 192881 h 3364706"/>
              <a:gd name="connsiteX7" fmla="*/ 1428750 w 5051160"/>
              <a:gd name="connsiteY7" fmla="*/ 221456 h 3364706"/>
              <a:gd name="connsiteX8" fmla="*/ 1407319 w 5051160"/>
              <a:gd name="connsiteY8" fmla="*/ 228600 h 3364706"/>
              <a:gd name="connsiteX9" fmla="*/ 1321594 w 5051160"/>
              <a:gd name="connsiteY9" fmla="*/ 250031 h 3364706"/>
              <a:gd name="connsiteX10" fmla="*/ 1293019 w 5051160"/>
              <a:gd name="connsiteY10" fmla="*/ 257175 h 3364706"/>
              <a:gd name="connsiteX11" fmla="*/ 1221582 w 5051160"/>
              <a:gd name="connsiteY11" fmla="*/ 250031 h 3364706"/>
              <a:gd name="connsiteX12" fmla="*/ 1178719 w 5051160"/>
              <a:gd name="connsiteY12" fmla="*/ 235744 h 3364706"/>
              <a:gd name="connsiteX13" fmla="*/ 1157288 w 5051160"/>
              <a:gd name="connsiteY13" fmla="*/ 221456 h 3364706"/>
              <a:gd name="connsiteX14" fmla="*/ 1128713 w 5051160"/>
              <a:gd name="connsiteY14" fmla="*/ 214312 h 3364706"/>
              <a:gd name="connsiteX15" fmla="*/ 1107282 w 5051160"/>
              <a:gd name="connsiteY15" fmla="*/ 207169 h 3364706"/>
              <a:gd name="connsiteX16" fmla="*/ 1057275 w 5051160"/>
              <a:gd name="connsiteY16" fmla="*/ 178594 h 3364706"/>
              <a:gd name="connsiteX17" fmla="*/ 1035844 w 5051160"/>
              <a:gd name="connsiteY17" fmla="*/ 171450 h 3364706"/>
              <a:gd name="connsiteX18" fmla="*/ 1000125 w 5051160"/>
              <a:gd name="connsiteY18" fmla="*/ 150019 h 3364706"/>
              <a:gd name="connsiteX19" fmla="*/ 942975 w 5051160"/>
              <a:gd name="connsiteY19" fmla="*/ 121444 h 3364706"/>
              <a:gd name="connsiteX20" fmla="*/ 914400 w 5051160"/>
              <a:gd name="connsiteY20" fmla="*/ 92869 h 3364706"/>
              <a:gd name="connsiteX21" fmla="*/ 900113 w 5051160"/>
              <a:gd name="connsiteY21" fmla="*/ 71437 h 3364706"/>
              <a:gd name="connsiteX22" fmla="*/ 864394 w 5051160"/>
              <a:gd name="connsiteY22" fmla="*/ 50006 h 3364706"/>
              <a:gd name="connsiteX23" fmla="*/ 807244 w 5051160"/>
              <a:gd name="connsiteY23" fmla="*/ 28575 h 3364706"/>
              <a:gd name="connsiteX24" fmla="*/ 742950 w 5051160"/>
              <a:gd name="connsiteY24" fmla="*/ 35719 h 3364706"/>
              <a:gd name="connsiteX25" fmla="*/ 721519 w 5051160"/>
              <a:gd name="connsiteY25" fmla="*/ 42862 h 3364706"/>
              <a:gd name="connsiteX26" fmla="*/ 714375 w 5051160"/>
              <a:gd name="connsiteY26" fmla="*/ 64294 h 3364706"/>
              <a:gd name="connsiteX27" fmla="*/ 692944 w 5051160"/>
              <a:gd name="connsiteY27" fmla="*/ 78581 h 3364706"/>
              <a:gd name="connsiteX28" fmla="*/ 671513 w 5051160"/>
              <a:gd name="connsiteY28" fmla="*/ 114300 h 3364706"/>
              <a:gd name="connsiteX29" fmla="*/ 650082 w 5051160"/>
              <a:gd name="connsiteY29" fmla="*/ 135731 h 3364706"/>
              <a:gd name="connsiteX30" fmla="*/ 642938 w 5051160"/>
              <a:gd name="connsiteY30" fmla="*/ 164306 h 3364706"/>
              <a:gd name="connsiteX31" fmla="*/ 600075 w 5051160"/>
              <a:gd name="connsiteY31" fmla="*/ 235744 h 3364706"/>
              <a:gd name="connsiteX32" fmla="*/ 592932 w 5051160"/>
              <a:gd name="connsiteY32" fmla="*/ 257175 h 3364706"/>
              <a:gd name="connsiteX33" fmla="*/ 585788 w 5051160"/>
              <a:gd name="connsiteY33" fmla="*/ 285750 h 3364706"/>
              <a:gd name="connsiteX34" fmla="*/ 564357 w 5051160"/>
              <a:gd name="connsiteY34" fmla="*/ 314325 h 3364706"/>
              <a:gd name="connsiteX35" fmla="*/ 571500 w 5051160"/>
              <a:gd name="connsiteY35" fmla="*/ 485775 h 3364706"/>
              <a:gd name="connsiteX36" fmla="*/ 642938 w 5051160"/>
              <a:gd name="connsiteY36" fmla="*/ 507206 h 3364706"/>
              <a:gd name="connsiteX37" fmla="*/ 692944 w 5051160"/>
              <a:gd name="connsiteY37" fmla="*/ 500062 h 3364706"/>
              <a:gd name="connsiteX38" fmla="*/ 707232 w 5051160"/>
              <a:gd name="connsiteY38" fmla="*/ 478631 h 3364706"/>
              <a:gd name="connsiteX39" fmla="*/ 714375 w 5051160"/>
              <a:gd name="connsiteY39" fmla="*/ 378619 h 3364706"/>
              <a:gd name="connsiteX40" fmla="*/ 707232 w 5051160"/>
              <a:gd name="connsiteY40" fmla="*/ 321469 h 3364706"/>
              <a:gd name="connsiteX41" fmla="*/ 700088 w 5051160"/>
              <a:gd name="connsiteY41" fmla="*/ 300037 h 3364706"/>
              <a:gd name="connsiteX42" fmla="*/ 635794 w 5051160"/>
              <a:gd name="connsiteY42" fmla="*/ 264319 h 3364706"/>
              <a:gd name="connsiteX43" fmla="*/ 607219 w 5051160"/>
              <a:gd name="connsiteY43" fmla="*/ 257175 h 3364706"/>
              <a:gd name="connsiteX44" fmla="*/ 585788 w 5051160"/>
              <a:gd name="connsiteY44" fmla="*/ 278606 h 3364706"/>
              <a:gd name="connsiteX45" fmla="*/ 557213 w 5051160"/>
              <a:gd name="connsiteY45" fmla="*/ 300037 h 3364706"/>
              <a:gd name="connsiteX46" fmla="*/ 542925 w 5051160"/>
              <a:gd name="connsiteY46" fmla="*/ 321469 h 3364706"/>
              <a:gd name="connsiteX47" fmla="*/ 557213 w 5051160"/>
              <a:gd name="connsiteY47" fmla="*/ 521494 h 3364706"/>
              <a:gd name="connsiteX48" fmla="*/ 564357 w 5051160"/>
              <a:gd name="connsiteY48" fmla="*/ 557212 h 3364706"/>
              <a:gd name="connsiteX49" fmla="*/ 571500 w 5051160"/>
              <a:gd name="connsiteY49" fmla="*/ 621506 h 3364706"/>
              <a:gd name="connsiteX50" fmla="*/ 564357 w 5051160"/>
              <a:gd name="connsiteY50" fmla="*/ 735806 h 3364706"/>
              <a:gd name="connsiteX51" fmla="*/ 557213 w 5051160"/>
              <a:gd name="connsiteY51" fmla="*/ 764381 h 3364706"/>
              <a:gd name="connsiteX52" fmla="*/ 542925 w 5051160"/>
              <a:gd name="connsiteY52" fmla="*/ 842962 h 3364706"/>
              <a:gd name="connsiteX53" fmla="*/ 578644 w 5051160"/>
              <a:gd name="connsiteY53" fmla="*/ 878681 h 3364706"/>
              <a:gd name="connsiteX54" fmla="*/ 621507 w 5051160"/>
              <a:gd name="connsiteY54" fmla="*/ 864394 h 3364706"/>
              <a:gd name="connsiteX55" fmla="*/ 635794 w 5051160"/>
              <a:gd name="connsiteY55" fmla="*/ 842962 h 3364706"/>
              <a:gd name="connsiteX56" fmla="*/ 607219 w 5051160"/>
              <a:gd name="connsiteY56" fmla="*/ 778669 h 3364706"/>
              <a:gd name="connsiteX57" fmla="*/ 585788 w 5051160"/>
              <a:gd name="connsiteY57" fmla="*/ 771525 h 3364706"/>
              <a:gd name="connsiteX58" fmla="*/ 542925 w 5051160"/>
              <a:gd name="connsiteY58" fmla="*/ 778669 h 3364706"/>
              <a:gd name="connsiteX59" fmla="*/ 557213 w 5051160"/>
              <a:gd name="connsiteY59" fmla="*/ 1007269 h 3364706"/>
              <a:gd name="connsiteX60" fmla="*/ 550069 w 5051160"/>
              <a:gd name="connsiteY60" fmla="*/ 1300162 h 3364706"/>
              <a:gd name="connsiteX61" fmla="*/ 542925 w 5051160"/>
              <a:gd name="connsiteY61" fmla="*/ 1321594 h 3364706"/>
              <a:gd name="connsiteX62" fmla="*/ 535782 w 5051160"/>
              <a:gd name="connsiteY62" fmla="*/ 1350169 h 3364706"/>
              <a:gd name="connsiteX63" fmla="*/ 514350 w 5051160"/>
              <a:gd name="connsiteY63" fmla="*/ 1357312 h 3364706"/>
              <a:gd name="connsiteX64" fmla="*/ 500063 w 5051160"/>
              <a:gd name="connsiteY64" fmla="*/ 1385887 h 3364706"/>
              <a:gd name="connsiteX65" fmla="*/ 485775 w 5051160"/>
              <a:gd name="connsiteY65" fmla="*/ 1407319 h 3364706"/>
              <a:gd name="connsiteX66" fmla="*/ 478632 w 5051160"/>
              <a:gd name="connsiteY66" fmla="*/ 1450181 h 3364706"/>
              <a:gd name="connsiteX67" fmla="*/ 471488 w 5051160"/>
              <a:gd name="connsiteY67" fmla="*/ 1471612 h 3364706"/>
              <a:gd name="connsiteX68" fmla="*/ 478632 w 5051160"/>
              <a:gd name="connsiteY68" fmla="*/ 1614487 h 3364706"/>
              <a:gd name="connsiteX69" fmla="*/ 492919 w 5051160"/>
              <a:gd name="connsiteY69" fmla="*/ 1635919 h 3364706"/>
              <a:gd name="connsiteX70" fmla="*/ 564357 w 5051160"/>
              <a:gd name="connsiteY70" fmla="*/ 1657350 h 3364706"/>
              <a:gd name="connsiteX71" fmla="*/ 614363 w 5051160"/>
              <a:gd name="connsiteY71" fmla="*/ 1650206 h 3364706"/>
              <a:gd name="connsiteX72" fmla="*/ 642938 w 5051160"/>
              <a:gd name="connsiteY72" fmla="*/ 1643062 h 3364706"/>
              <a:gd name="connsiteX73" fmla="*/ 664369 w 5051160"/>
              <a:gd name="connsiteY73" fmla="*/ 1600200 h 3364706"/>
              <a:gd name="connsiteX74" fmla="*/ 678657 w 5051160"/>
              <a:gd name="connsiteY74" fmla="*/ 1578769 h 3364706"/>
              <a:gd name="connsiteX75" fmla="*/ 692944 w 5051160"/>
              <a:gd name="connsiteY75" fmla="*/ 1528762 h 3364706"/>
              <a:gd name="connsiteX76" fmla="*/ 707232 w 5051160"/>
              <a:gd name="connsiteY76" fmla="*/ 1478756 h 3364706"/>
              <a:gd name="connsiteX77" fmla="*/ 700088 w 5051160"/>
              <a:gd name="connsiteY77" fmla="*/ 1378744 h 3364706"/>
              <a:gd name="connsiteX78" fmla="*/ 685800 w 5051160"/>
              <a:gd name="connsiteY78" fmla="*/ 1357312 h 3364706"/>
              <a:gd name="connsiteX79" fmla="*/ 628650 w 5051160"/>
              <a:gd name="connsiteY79" fmla="*/ 1314450 h 3364706"/>
              <a:gd name="connsiteX80" fmla="*/ 542925 w 5051160"/>
              <a:gd name="connsiteY80" fmla="*/ 1335881 h 3364706"/>
              <a:gd name="connsiteX81" fmla="*/ 521494 w 5051160"/>
              <a:gd name="connsiteY81" fmla="*/ 1385887 h 3364706"/>
              <a:gd name="connsiteX82" fmla="*/ 485775 w 5051160"/>
              <a:gd name="connsiteY82" fmla="*/ 1450181 h 3364706"/>
              <a:gd name="connsiteX83" fmla="*/ 471488 w 5051160"/>
              <a:gd name="connsiteY83" fmla="*/ 1543050 h 3364706"/>
              <a:gd name="connsiteX84" fmla="*/ 478632 w 5051160"/>
              <a:gd name="connsiteY84" fmla="*/ 1614487 h 3364706"/>
              <a:gd name="connsiteX85" fmla="*/ 492919 w 5051160"/>
              <a:gd name="connsiteY85" fmla="*/ 1635919 h 3364706"/>
              <a:gd name="connsiteX86" fmla="*/ 492919 w 5051160"/>
              <a:gd name="connsiteY86" fmla="*/ 1843087 h 3364706"/>
              <a:gd name="connsiteX87" fmla="*/ 471488 w 5051160"/>
              <a:gd name="connsiteY87" fmla="*/ 1914525 h 3364706"/>
              <a:gd name="connsiteX88" fmla="*/ 464344 w 5051160"/>
              <a:gd name="connsiteY88" fmla="*/ 1943100 h 3364706"/>
              <a:gd name="connsiteX89" fmla="*/ 457200 w 5051160"/>
              <a:gd name="connsiteY89" fmla="*/ 2021681 h 3364706"/>
              <a:gd name="connsiteX90" fmla="*/ 442913 w 5051160"/>
              <a:gd name="connsiteY90" fmla="*/ 2071687 h 3364706"/>
              <a:gd name="connsiteX91" fmla="*/ 435769 w 5051160"/>
              <a:gd name="connsiteY91" fmla="*/ 2100262 h 3364706"/>
              <a:gd name="connsiteX92" fmla="*/ 421482 w 5051160"/>
              <a:gd name="connsiteY92" fmla="*/ 2121694 h 3364706"/>
              <a:gd name="connsiteX93" fmla="*/ 414338 w 5051160"/>
              <a:gd name="connsiteY93" fmla="*/ 2178844 h 3364706"/>
              <a:gd name="connsiteX94" fmla="*/ 400050 w 5051160"/>
              <a:gd name="connsiteY94" fmla="*/ 2243137 h 3364706"/>
              <a:gd name="connsiteX95" fmla="*/ 378619 w 5051160"/>
              <a:gd name="connsiteY95" fmla="*/ 2293144 h 3364706"/>
              <a:gd name="connsiteX96" fmla="*/ 364332 w 5051160"/>
              <a:gd name="connsiteY96" fmla="*/ 2336006 h 3364706"/>
              <a:gd name="connsiteX97" fmla="*/ 350044 w 5051160"/>
              <a:gd name="connsiteY97" fmla="*/ 2386012 h 3364706"/>
              <a:gd name="connsiteX98" fmla="*/ 335757 w 5051160"/>
              <a:gd name="connsiteY98" fmla="*/ 2407444 h 3364706"/>
              <a:gd name="connsiteX99" fmla="*/ 307182 w 5051160"/>
              <a:gd name="connsiteY99" fmla="*/ 2507456 h 3364706"/>
              <a:gd name="connsiteX100" fmla="*/ 292894 w 5051160"/>
              <a:gd name="connsiteY100" fmla="*/ 2564606 h 3364706"/>
              <a:gd name="connsiteX101" fmla="*/ 285750 w 5051160"/>
              <a:gd name="connsiteY101" fmla="*/ 2586037 h 3364706"/>
              <a:gd name="connsiteX102" fmla="*/ 278607 w 5051160"/>
              <a:gd name="connsiteY102" fmla="*/ 2614612 h 3364706"/>
              <a:gd name="connsiteX103" fmla="*/ 264319 w 5051160"/>
              <a:gd name="connsiteY103" fmla="*/ 2764631 h 3364706"/>
              <a:gd name="connsiteX104" fmla="*/ 257175 w 5051160"/>
              <a:gd name="connsiteY104" fmla="*/ 2821781 h 3364706"/>
              <a:gd name="connsiteX105" fmla="*/ 235744 w 5051160"/>
              <a:gd name="connsiteY105" fmla="*/ 2871787 h 3364706"/>
              <a:gd name="connsiteX106" fmla="*/ 242888 w 5051160"/>
              <a:gd name="connsiteY106" fmla="*/ 2900362 h 3364706"/>
              <a:gd name="connsiteX107" fmla="*/ 250032 w 5051160"/>
              <a:gd name="connsiteY107" fmla="*/ 2921794 h 3364706"/>
              <a:gd name="connsiteX108" fmla="*/ 242888 w 5051160"/>
              <a:gd name="connsiteY108" fmla="*/ 2957512 h 3364706"/>
              <a:gd name="connsiteX109" fmla="*/ 214313 w 5051160"/>
              <a:gd name="connsiteY109" fmla="*/ 3000375 h 3364706"/>
              <a:gd name="connsiteX110" fmla="*/ 192882 w 5051160"/>
              <a:gd name="connsiteY110" fmla="*/ 3007519 h 3364706"/>
              <a:gd name="connsiteX111" fmla="*/ 171450 w 5051160"/>
              <a:gd name="connsiteY111" fmla="*/ 3028950 h 3364706"/>
              <a:gd name="connsiteX112" fmla="*/ 142875 w 5051160"/>
              <a:gd name="connsiteY112" fmla="*/ 3036094 h 3364706"/>
              <a:gd name="connsiteX113" fmla="*/ 121444 w 5051160"/>
              <a:gd name="connsiteY113" fmla="*/ 3064669 h 3364706"/>
              <a:gd name="connsiteX114" fmla="*/ 100013 w 5051160"/>
              <a:gd name="connsiteY114" fmla="*/ 3086100 h 3364706"/>
              <a:gd name="connsiteX115" fmla="*/ 85725 w 5051160"/>
              <a:gd name="connsiteY115" fmla="*/ 3107531 h 3364706"/>
              <a:gd name="connsiteX116" fmla="*/ 42863 w 5051160"/>
              <a:gd name="connsiteY116" fmla="*/ 3150394 h 3364706"/>
              <a:gd name="connsiteX117" fmla="*/ 35719 w 5051160"/>
              <a:gd name="connsiteY117" fmla="*/ 3171825 h 3364706"/>
              <a:gd name="connsiteX118" fmla="*/ 21432 w 5051160"/>
              <a:gd name="connsiteY118" fmla="*/ 3200400 h 3364706"/>
              <a:gd name="connsiteX119" fmla="*/ 14288 w 5051160"/>
              <a:gd name="connsiteY119" fmla="*/ 3228975 h 3364706"/>
              <a:gd name="connsiteX120" fmla="*/ 0 w 5051160"/>
              <a:gd name="connsiteY120" fmla="*/ 3264694 h 3364706"/>
              <a:gd name="connsiteX121" fmla="*/ 14288 w 5051160"/>
              <a:gd name="connsiteY121" fmla="*/ 3314700 h 3364706"/>
              <a:gd name="connsiteX122" fmla="*/ 28575 w 5051160"/>
              <a:gd name="connsiteY122" fmla="*/ 3357562 h 3364706"/>
              <a:gd name="connsiteX123" fmla="*/ 135732 w 5051160"/>
              <a:gd name="connsiteY123" fmla="*/ 3336131 h 3364706"/>
              <a:gd name="connsiteX124" fmla="*/ 171450 w 5051160"/>
              <a:gd name="connsiteY124" fmla="*/ 3321844 h 3364706"/>
              <a:gd name="connsiteX125" fmla="*/ 178594 w 5051160"/>
              <a:gd name="connsiteY125" fmla="*/ 3300412 h 3364706"/>
              <a:gd name="connsiteX126" fmla="*/ 192882 w 5051160"/>
              <a:gd name="connsiteY126" fmla="*/ 3271837 h 3364706"/>
              <a:gd name="connsiteX127" fmla="*/ 200025 w 5051160"/>
              <a:gd name="connsiteY127" fmla="*/ 3250406 h 3364706"/>
              <a:gd name="connsiteX128" fmla="*/ 228600 w 5051160"/>
              <a:gd name="connsiteY128" fmla="*/ 3207544 h 3364706"/>
              <a:gd name="connsiteX129" fmla="*/ 221457 w 5051160"/>
              <a:gd name="connsiteY129" fmla="*/ 3093244 h 3364706"/>
              <a:gd name="connsiteX130" fmla="*/ 207169 w 5051160"/>
              <a:gd name="connsiteY130" fmla="*/ 3071812 h 3364706"/>
              <a:gd name="connsiteX131" fmla="*/ 228600 w 5051160"/>
              <a:gd name="connsiteY131" fmla="*/ 2986087 h 3364706"/>
              <a:gd name="connsiteX132" fmla="*/ 264319 w 5051160"/>
              <a:gd name="connsiteY132" fmla="*/ 2964656 h 3364706"/>
              <a:gd name="connsiteX133" fmla="*/ 321469 w 5051160"/>
              <a:gd name="connsiteY133" fmla="*/ 2943225 h 3364706"/>
              <a:gd name="connsiteX134" fmla="*/ 335757 w 5051160"/>
              <a:gd name="connsiteY134" fmla="*/ 2921794 h 3364706"/>
              <a:gd name="connsiteX135" fmla="*/ 364332 w 5051160"/>
              <a:gd name="connsiteY135" fmla="*/ 2914650 h 3364706"/>
              <a:gd name="connsiteX136" fmla="*/ 385763 w 5051160"/>
              <a:gd name="connsiteY136" fmla="*/ 2900362 h 3364706"/>
              <a:gd name="connsiteX137" fmla="*/ 400050 w 5051160"/>
              <a:gd name="connsiteY137" fmla="*/ 2878931 h 3364706"/>
              <a:gd name="connsiteX138" fmla="*/ 407194 w 5051160"/>
              <a:gd name="connsiteY138" fmla="*/ 2857500 h 3364706"/>
              <a:gd name="connsiteX139" fmla="*/ 428625 w 5051160"/>
              <a:gd name="connsiteY139" fmla="*/ 2828925 h 3364706"/>
              <a:gd name="connsiteX140" fmla="*/ 450057 w 5051160"/>
              <a:gd name="connsiteY140" fmla="*/ 2778919 h 3364706"/>
              <a:gd name="connsiteX141" fmla="*/ 464344 w 5051160"/>
              <a:gd name="connsiteY141" fmla="*/ 2736056 h 3364706"/>
              <a:gd name="connsiteX142" fmla="*/ 478632 w 5051160"/>
              <a:gd name="connsiteY142" fmla="*/ 2671762 h 3364706"/>
              <a:gd name="connsiteX143" fmla="*/ 471488 w 5051160"/>
              <a:gd name="connsiteY143" fmla="*/ 2607469 h 3364706"/>
              <a:gd name="connsiteX144" fmla="*/ 442913 w 5051160"/>
              <a:gd name="connsiteY144" fmla="*/ 2600325 h 3364706"/>
              <a:gd name="connsiteX145" fmla="*/ 421482 w 5051160"/>
              <a:gd name="connsiteY145" fmla="*/ 2586037 h 3364706"/>
              <a:gd name="connsiteX146" fmla="*/ 357188 w 5051160"/>
              <a:gd name="connsiteY146" fmla="*/ 2600325 h 3364706"/>
              <a:gd name="connsiteX147" fmla="*/ 307182 w 5051160"/>
              <a:gd name="connsiteY147" fmla="*/ 2664619 h 3364706"/>
              <a:gd name="connsiteX148" fmla="*/ 300038 w 5051160"/>
              <a:gd name="connsiteY148" fmla="*/ 2686050 h 3364706"/>
              <a:gd name="connsiteX149" fmla="*/ 271463 w 5051160"/>
              <a:gd name="connsiteY149" fmla="*/ 2707481 h 3364706"/>
              <a:gd name="connsiteX150" fmla="*/ 264319 w 5051160"/>
              <a:gd name="connsiteY150" fmla="*/ 2764631 h 3364706"/>
              <a:gd name="connsiteX151" fmla="*/ 250032 w 5051160"/>
              <a:gd name="connsiteY151" fmla="*/ 2793206 h 3364706"/>
              <a:gd name="connsiteX152" fmla="*/ 242888 w 5051160"/>
              <a:gd name="connsiteY152" fmla="*/ 2836069 h 3364706"/>
              <a:gd name="connsiteX153" fmla="*/ 235744 w 5051160"/>
              <a:gd name="connsiteY153" fmla="*/ 2857500 h 3364706"/>
              <a:gd name="connsiteX154" fmla="*/ 250032 w 5051160"/>
              <a:gd name="connsiteY154" fmla="*/ 2943225 h 3364706"/>
              <a:gd name="connsiteX155" fmla="*/ 292894 w 5051160"/>
              <a:gd name="connsiteY155" fmla="*/ 2957512 h 3364706"/>
              <a:gd name="connsiteX156" fmla="*/ 335757 w 5051160"/>
              <a:gd name="connsiteY156" fmla="*/ 2950369 h 3364706"/>
              <a:gd name="connsiteX157" fmla="*/ 357188 w 5051160"/>
              <a:gd name="connsiteY157" fmla="*/ 2936081 h 3364706"/>
              <a:gd name="connsiteX158" fmla="*/ 392907 w 5051160"/>
              <a:gd name="connsiteY158" fmla="*/ 2914650 h 3364706"/>
              <a:gd name="connsiteX159" fmla="*/ 428625 w 5051160"/>
              <a:gd name="connsiteY159" fmla="*/ 2850356 h 3364706"/>
              <a:gd name="connsiteX160" fmla="*/ 464344 w 5051160"/>
              <a:gd name="connsiteY160" fmla="*/ 2800350 h 3364706"/>
              <a:gd name="connsiteX161" fmla="*/ 471488 w 5051160"/>
              <a:gd name="connsiteY161" fmla="*/ 2771775 h 3364706"/>
              <a:gd name="connsiteX162" fmla="*/ 514350 w 5051160"/>
              <a:gd name="connsiteY162" fmla="*/ 2736056 h 3364706"/>
              <a:gd name="connsiteX163" fmla="*/ 528638 w 5051160"/>
              <a:gd name="connsiteY163" fmla="*/ 2714625 h 3364706"/>
              <a:gd name="connsiteX164" fmla="*/ 578644 w 5051160"/>
              <a:gd name="connsiteY164" fmla="*/ 2678906 h 3364706"/>
              <a:gd name="connsiteX165" fmla="*/ 607219 w 5051160"/>
              <a:gd name="connsiteY165" fmla="*/ 2643187 h 3364706"/>
              <a:gd name="connsiteX166" fmla="*/ 650082 w 5051160"/>
              <a:gd name="connsiteY166" fmla="*/ 2586037 h 3364706"/>
              <a:gd name="connsiteX167" fmla="*/ 692944 w 5051160"/>
              <a:gd name="connsiteY167" fmla="*/ 2550319 h 3364706"/>
              <a:gd name="connsiteX168" fmla="*/ 721519 w 5051160"/>
              <a:gd name="connsiteY168" fmla="*/ 2500312 h 3364706"/>
              <a:gd name="connsiteX169" fmla="*/ 764382 w 5051160"/>
              <a:gd name="connsiteY169" fmla="*/ 2464594 h 3364706"/>
              <a:gd name="connsiteX170" fmla="*/ 785813 w 5051160"/>
              <a:gd name="connsiteY170" fmla="*/ 2436019 h 3364706"/>
              <a:gd name="connsiteX171" fmla="*/ 828675 w 5051160"/>
              <a:gd name="connsiteY171" fmla="*/ 2400300 h 3364706"/>
              <a:gd name="connsiteX172" fmla="*/ 850107 w 5051160"/>
              <a:gd name="connsiteY172" fmla="*/ 2364581 h 3364706"/>
              <a:gd name="connsiteX173" fmla="*/ 871538 w 5051160"/>
              <a:gd name="connsiteY173" fmla="*/ 2336006 h 3364706"/>
              <a:gd name="connsiteX174" fmla="*/ 885825 w 5051160"/>
              <a:gd name="connsiteY174" fmla="*/ 2307431 h 3364706"/>
              <a:gd name="connsiteX175" fmla="*/ 914400 w 5051160"/>
              <a:gd name="connsiteY175" fmla="*/ 2293144 h 3364706"/>
              <a:gd name="connsiteX176" fmla="*/ 964407 w 5051160"/>
              <a:gd name="connsiteY176" fmla="*/ 2228850 h 3364706"/>
              <a:gd name="connsiteX177" fmla="*/ 1000125 w 5051160"/>
              <a:gd name="connsiteY177" fmla="*/ 2193131 h 3364706"/>
              <a:gd name="connsiteX178" fmla="*/ 1028700 w 5051160"/>
              <a:gd name="connsiteY178" fmla="*/ 2150269 h 3364706"/>
              <a:gd name="connsiteX179" fmla="*/ 1064419 w 5051160"/>
              <a:gd name="connsiteY179" fmla="*/ 2093119 h 3364706"/>
              <a:gd name="connsiteX180" fmla="*/ 1085850 w 5051160"/>
              <a:gd name="connsiteY180" fmla="*/ 2085975 h 3364706"/>
              <a:gd name="connsiteX181" fmla="*/ 1100138 w 5051160"/>
              <a:gd name="connsiteY181" fmla="*/ 2050256 h 3364706"/>
              <a:gd name="connsiteX182" fmla="*/ 1135857 w 5051160"/>
              <a:gd name="connsiteY182" fmla="*/ 2007394 h 3364706"/>
              <a:gd name="connsiteX183" fmla="*/ 1157288 w 5051160"/>
              <a:gd name="connsiteY183" fmla="*/ 1978819 h 3364706"/>
              <a:gd name="connsiteX184" fmla="*/ 1164432 w 5051160"/>
              <a:gd name="connsiteY184" fmla="*/ 1950244 h 3364706"/>
              <a:gd name="connsiteX185" fmla="*/ 1200150 w 5051160"/>
              <a:gd name="connsiteY185" fmla="*/ 1907381 h 3364706"/>
              <a:gd name="connsiteX186" fmla="*/ 1264444 w 5051160"/>
              <a:gd name="connsiteY186" fmla="*/ 1821656 h 3364706"/>
              <a:gd name="connsiteX187" fmla="*/ 1285875 w 5051160"/>
              <a:gd name="connsiteY187" fmla="*/ 1807369 h 3364706"/>
              <a:gd name="connsiteX188" fmla="*/ 1314450 w 5051160"/>
              <a:gd name="connsiteY188" fmla="*/ 1757362 h 3364706"/>
              <a:gd name="connsiteX189" fmla="*/ 1321594 w 5051160"/>
              <a:gd name="connsiteY189" fmla="*/ 1735931 h 3364706"/>
              <a:gd name="connsiteX190" fmla="*/ 1343025 w 5051160"/>
              <a:gd name="connsiteY190" fmla="*/ 1721644 h 3364706"/>
              <a:gd name="connsiteX191" fmla="*/ 1371600 w 5051160"/>
              <a:gd name="connsiteY191" fmla="*/ 1685925 h 3364706"/>
              <a:gd name="connsiteX192" fmla="*/ 1385888 w 5051160"/>
              <a:gd name="connsiteY192" fmla="*/ 1664494 h 3364706"/>
              <a:gd name="connsiteX193" fmla="*/ 1407319 w 5051160"/>
              <a:gd name="connsiteY193" fmla="*/ 1650206 h 3364706"/>
              <a:gd name="connsiteX194" fmla="*/ 1421607 w 5051160"/>
              <a:gd name="connsiteY194" fmla="*/ 1614487 h 3364706"/>
              <a:gd name="connsiteX195" fmla="*/ 1435894 w 5051160"/>
              <a:gd name="connsiteY195" fmla="*/ 1593056 h 3364706"/>
              <a:gd name="connsiteX196" fmla="*/ 1450182 w 5051160"/>
              <a:gd name="connsiteY196" fmla="*/ 1564481 h 3364706"/>
              <a:gd name="connsiteX197" fmla="*/ 1464469 w 5051160"/>
              <a:gd name="connsiteY197" fmla="*/ 1543050 h 3364706"/>
              <a:gd name="connsiteX198" fmla="*/ 1478757 w 5051160"/>
              <a:gd name="connsiteY198" fmla="*/ 1514475 h 3364706"/>
              <a:gd name="connsiteX199" fmla="*/ 1500188 w 5051160"/>
              <a:gd name="connsiteY199" fmla="*/ 1493044 h 3364706"/>
              <a:gd name="connsiteX200" fmla="*/ 1514475 w 5051160"/>
              <a:gd name="connsiteY200" fmla="*/ 1471612 h 3364706"/>
              <a:gd name="connsiteX201" fmla="*/ 1557338 w 5051160"/>
              <a:gd name="connsiteY201" fmla="*/ 1443037 h 3364706"/>
              <a:gd name="connsiteX202" fmla="*/ 1578769 w 5051160"/>
              <a:gd name="connsiteY202" fmla="*/ 1421606 h 3364706"/>
              <a:gd name="connsiteX203" fmla="*/ 1650207 w 5051160"/>
              <a:gd name="connsiteY203" fmla="*/ 1407319 h 3364706"/>
              <a:gd name="connsiteX204" fmla="*/ 1750219 w 5051160"/>
              <a:gd name="connsiteY204" fmla="*/ 1385887 h 3364706"/>
              <a:gd name="connsiteX205" fmla="*/ 1943100 w 5051160"/>
              <a:gd name="connsiteY205" fmla="*/ 1407319 h 3364706"/>
              <a:gd name="connsiteX206" fmla="*/ 1964532 w 5051160"/>
              <a:gd name="connsiteY206" fmla="*/ 1414462 h 3364706"/>
              <a:gd name="connsiteX207" fmla="*/ 2028825 w 5051160"/>
              <a:gd name="connsiteY207" fmla="*/ 1428750 h 3364706"/>
              <a:gd name="connsiteX208" fmla="*/ 2057400 w 5051160"/>
              <a:gd name="connsiteY208" fmla="*/ 1435894 h 3364706"/>
              <a:gd name="connsiteX209" fmla="*/ 2235994 w 5051160"/>
              <a:gd name="connsiteY209" fmla="*/ 1450181 h 3364706"/>
              <a:gd name="connsiteX210" fmla="*/ 2286000 w 5051160"/>
              <a:gd name="connsiteY210" fmla="*/ 1457325 h 3364706"/>
              <a:gd name="connsiteX211" fmla="*/ 2364582 w 5051160"/>
              <a:gd name="connsiteY211" fmla="*/ 1471612 h 3364706"/>
              <a:gd name="connsiteX212" fmla="*/ 2486025 w 5051160"/>
              <a:gd name="connsiteY212" fmla="*/ 1478756 h 3364706"/>
              <a:gd name="connsiteX213" fmla="*/ 2600325 w 5051160"/>
              <a:gd name="connsiteY213" fmla="*/ 1493044 h 3364706"/>
              <a:gd name="connsiteX214" fmla="*/ 2650332 w 5051160"/>
              <a:gd name="connsiteY214" fmla="*/ 1485900 h 3364706"/>
              <a:gd name="connsiteX215" fmla="*/ 2714625 w 5051160"/>
              <a:gd name="connsiteY215" fmla="*/ 1478756 h 3364706"/>
              <a:gd name="connsiteX216" fmla="*/ 2836069 w 5051160"/>
              <a:gd name="connsiteY216" fmla="*/ 1464469 h 3364706"/>
              <a:gd name="connsiteX217" fmla="*/ 3136107 w 5051160"/>
              <a:gd name="connsiteY217" fmla="*/ 1457325 h 3364706"/>
              <a:gd name="connsiteX218" fmla="*/ 3221832 w 5051160"/>
              <a:gd name="connsiteY218" fmla="*/ 1443037 h 3364706"/>
              <a:gd name="connsiteX219" fmla="*/ 3328988 w 5051160"/>
              <a:gd name="connsiteY219" fmla="*/ 1471612 h 3364706"/>
              <a:gd name="connsiteX220" fmla="*/ 3364707 w 5051160"/>
              <a:gd name="connsiteY220" fmla="*/ 1507331 h 3364706"/>
              <a:gd name="connsiteX221" fmla="*/ 3378994 w 5051160"/>
              <a:gd name="connsiteY221" fmla="*/ 1528762 h 3364706"/>
              <a:gd name="connsiteX222" fmla="*/ 3414713 w 5051160"/>
              <a:gd name="connsiteY222" fmla="*/ 1557337 h 3364706"/>
              <a:gd name="connsiteX223" fmla="*/ 3436144 w 5051160"/>
              <a:gd name="connsiteY223" fmla="*/ 1578769 h 3364706"/>
              <a:gd name="connsiteX224" fmla="*/ 3450432 w 5051160"/>
              <a:gd name="connsiteY224" fmla="*/ 1600200 h 3364706"/>
              <a:gd name="connsiteX225" fmla="*/ 3471863 w 5051160"/>
              <a:gd name="connsiteY225" fmla="*/ 1614487 h 3364706"/>
              <a:gd name="connsiteX226" fmla="*/ 3514725 w 5051160"/>
              <a:gd name="connsiteY226" fmla="*/ 1657350 h 3364706"/>
              <a:gd name="connsiteX227" fmla="*/ 3529013 w 5051160"/>
              <a:gd name="connsiteY227" fmla="*/ 1678781 h 3364706"/>
              <a:gd name="connsiteX228" fmla="*/ 3557588 w 5051160"/>
              <a:gd name="connsiteY228" fmla="*/ 1700212 h 3364706"/>
              <a:gd name="connsiteX229" fmla="*/ 3586163 w 5051160"/>
              <a:gd name="connsiteY229" fmla="*/ 1743075 h 3364706"/>
              <a:gd name="connsiteX230" fmla="*/ 3600450 w 5051160"/>
              <a:gd name="connsiteY230" fmla="*/ 1764506 h 3364706"/>
              <a:gd name="connsiteX231" fmla="*/ 3621882 w 5051160"/>
              <a:gd name="connsiteY231" fmla="*/ 1771650 h 3364706"/>
              <a:gd name="connsiteX232" fmla="*/ 3629025 w 5051160"/>
              <a:gd name="connsiteY232" fmla="*/ 1793081 h 3364706"/>
              <a:gd name="connsiteX233" fmla="*/ 3671888 w 5051160"/>
              <a:gd name="connsiteY233" fmla="*/ 1843087 h 3364706"/>
              <a:gd name="connsiteX234" fmla="*/ 3707607 w 5051160"/>
              <a:gd name="connsiteY234" fmla="*/ 1893094 h 3364706"/>
              <a:gd name="connsiteX235" fmla="*/ 3729038 w 5051160"/>
              <a:gd name="connsiteY235" fmla="*/ 1921669 h 3364706"/>
              <a:gd name="connsiteX236" fmla="*/ 3743325 w 5051160"/>
              <a:gd name="connsiteY236" fmla="*/ 1943100 h 3364706"/>
              <a:gd name="connsiteX237" fmla="*/ 3779044 w 5051160"/>
              <a:gd name="connsiteY237" fmla="*/ 1971675 h 3364706"/>
              <a:gd name="connsiteX238" fmla="*/ 3807619 w 5051160"/>
              <a:gd name="connsiteY238" fmla="*/ 2035969 h 3364706"/>
              <a:gd name="connsiteX239" fmla="*/ 3829050 w 5051160"/>
              <a:gd name="connsiteY239" fmla="*/ 2057400 h 3364706"/>
              <a:gd name="connsiteX240" fmla="*/ 3836194 w 5051160"/>
              <a:gd name="connsiteY240" fmla="*/ 2085975 h 3364706"/>
              <a:gd name="connsiteX241" fmla="*/ 3879057 w 5051160"/>
              <a:gd name="connsiteY241" fmla="*/ 2135981 h 3364706"/>
              <a:gd name="connsiteX242" fmla="*/ 3914775 w 5051160"/>
              <a:gd name="connsiteY242" fmla="*/ 2171700 h 3364706"/>
              <a:gd name="connsiteX243" fmla="*/ 3929063 w 5051160"/>
              <a:gd name="connsiteY243" fmla="*/ 2207419 h 3364706"/>
              <a:gd name="connsiteX244" fmla="*/ 3971925 w 5051160"/>
              <a:gd name="connsiteY244" fmla="*/ 2257425 h 3364706"/>
              <a:gd name="connsiteX245" fmla="*/ 3979069 w 5051160"/>
              <a:gd name="connsiteY245" fmla="*/ 2278856 h 3364706"/>
              <a:gd name="connsiteX246" fmla="*/ 4029075 w 5051160"/>
              <a:gd name="connsiteY246" fmla="*/ 2343150 h 3364706"/>
              <a:gd name="connsiteX247" fmla="*/ 4064794 w 5051160"/>
              <a:gd name="connsiteY247" fmla="*/ 2407444 h 3364706"/>
              <a:gd name="connsiteX248" fmla="*/ 4086225 w 5051160"/>
              <a:gd name="connsiteY248" fmla="*/ 2421731 h 3364706"/>
              <a:gd name="connsiteX249" fmla="*/ 4121944 w 5051160"/>
              <a:gd name="connsiteY249" fmla="*/ 2464594 h 3364706"/>
              <a:gd name="connsiteX250" fmla="*/ 4157663 w 5051160"/>
              <a:gd name="connsiteY250" fmla="*/ 2500312 h 3364706"/>
              <a:gd name="connsiteX251" fmla="*/ 4200525 w 5051160"/>
              <a:gd name="connsiteY251" fmla="*/ 2536031 h 3364706"/>
              <a:gd name="connsiteX252" fmla="*/ 4214813 w 5051160"/>
              <a:gd name="connsiteY252" fmla="*/ 2557462 h 3364706"/>
              <a:gd name="connsiteX253" fmla="*/ 4257675 w 5051160"/>
              <a:gd name="connsiteY253" fmla="*/ 2586037 h 3364706"/>
              <a:gd name="connsiteX254" fmla="*/ 4279107 w 5051160"/>
              <a:gd name="connsiteY254" fmla="*/ 2600325 h 3364706"/>
              <a:gd name="connsiteX255" fmla="*/ 4300538 w 5051160"/>
              <a:gd name="connsiteY255" fmla="*/ 2621756 h 3364706"/>
              <a:gd name="connsiteX256" fmla="*/ 4321969 w 5051160"/>
              <a:gd name="connsiteY256" fmla="*/ 2628900 h 3364706"/>
              <a:gd name="connsiteX257" fmla="*/ 4350544 w 5051160"/>
              <a:gd name="connsiteY257" fmla="*/ 2643187 h 3364706"/>
              <a:gd name="connsiteX258" fmla="*/ 4371975 w 5051160"/>
              <a:gd name="connsiteY258" fmla="*/ 2671762 h 3364706"/>
              <a:gd name="connsiteX259" fmla="*/ 4421982 w 5051160"/>
              <a:gd name="connsiteY259" fmla="*/ 2686050 h 3364706"/>
              <a:gd name="connsiteX260" fmla="*/ 4450557 w 5051160"/>
              <a:gd name="connsiteY260" fmla="*/ 2707481 h 3364706"/>
              <a:gd name="connsiteX261" fmla="*/ 4471988 w 5051160"/>
              <a:gd name="connsiteY261" fmla="*/ 2714625 h 3364706"/>
              <a:gd name="connsiteX262" fmla="*/ 4536282 w 5051160"/>
              <a:gd name="connsiteY262" fmla="*/ 2736056 h 3364706"/>
              <a:gd name="connsiteX263" fmla="*/ 4564857 w 5051160"/>
              <a:gd name="connsiteY263" fmla="*/ 2757487 h 3364706"/>
              <a:gd name="connsiteX264" fmla="*/ 4593432 w 5051160"/>
              <a:gd name="connsiteY264" fmla="*/ 2771775 h 3364706"/>
              <a:gd name="connsiteX265" fmla="*/ 4686300 w 5051160"/>
              <a:gd name="connsiteY265" fmla="*/ 2800350 h 3364706"/>
              <a:gd name="connsiteX266" fmla="*/ 4736307 w 5051160"/>
              <a:gd name="connsiteY266" fmla="*/ 2843212 h 3364706"/>
              <a:gd name="connsiteX267" fmla="*/ 4779169 w 5051160"/>
              <a:gd name="connsiteY267" fmla="*/ 2864644 h 3364706"/>
              <a:gd name="connsiteX268" fmla="*/ 4814888 w 5051160"/>
              <a:gd name="connsiteY268" fmla="*/ 2921794 h 3364706"/>
              <a:gd name="connsiteX269" fmla="*/ 4807744 w 5051160"/>
              <a:gd name="connsiteY269" fmla="*/ 3000375 h 3364706"/>
              <a:gd name="connsiteX270" fmla="*/ 4793457 w 5051160"/>
              <a:gd name="connsiteY270" fmla="*/ 3043237 h 3364706"/>
              <a:gd name="connsiteX271" fmla="*/ 4786313 w 5051160"/>
              <a:gd name="connsiteY271" fmla="*/ 3071812 h 3364706"/>
              <a:gd name="connsiteX272" fmla="*/ 4800600 w 5051160"/>
              <a:gd name="connsiteY272" fmla="*/ 3121819 h 3364706"/>
              <a:gd name="connsiteX273" fmla="*/ 4814888 w 5051160"/>
              <a:gd name="connsiteY273" fmla="*/ 3178969 h 3364706"/>
              <a:gd name="connsiteX274" fmla="*/ 4864894 w 5051160"/>
              <a:gd name="connsiteY274" fmla="*/ 3264694 h 3364706"/>
              <a:gd name="connsiteX275" fmla="*/ 4872038 w 5051160"/>
              <a:gd name="connsiteY275" fmla="*/ 3293269 h 3364706"/>
              <a:gd name="connsiteX276" fmla="*/ 4936332 w 5051160"/>
              <a:gd name="connsiteY276" fmla="*/ 3343275 h 3364706"/>
              <a:gd name="connsiteX277" fmla="*/ 4979194 w 5051160"/>
              <a:gd name="connsiteY277" fmla="*/ 3364706 h 3364706"/>
              <a:gd name="connsiteX278" fmla="*/ 5050632 w 5051160"/>
              <a:gd name="connsiteY278" fmla="*/ 3328987 h 3364706"/>
              <a:gd name="connsiteX279" fmla="*/ 5029200 w 5051160"/>
              <a:gd name="connsiteY279" fmla="*/ 3314700 h 3364706"/>
              <a:gd name="connsiteX280" fmla="*/ 5014913 w 5051160"/>
              <a:gd name="connsiteY280" fmla="*/ 3157537 h 3364706"/>
              <a:gd name="connsiteX281" fmla="*/ 4986338 w 5051160"/>
              <a:gd name="connsiteY281" fmla="*/ 3078956 h 3364706"/>
              <a:gd name="connsiteX282" fmla="*/ 4964907 w 5051160"/>
              <a:gd name="connsiteY282" fmla="*/ 3064669 h 3364706"/>
              <a:gd name="connsiteX283" fmla="*/ 4936332 w 5051160"/>
              <a:gd name="connsiteY283" fmla="*/ 3036094 h 3364706"/>
              <a:gd name="connsiteX284" fmla="*/ 4922044 w 5051160"/>
              <a:gd name="connsiteY284" fmla="*/ 3014662 h 3364706"/>
              <a:gd name="connsiteX285" fmla="*/ 4886325 w 5051160"/>
              <a:gd name="connsiteY285" fmla="*/ 3000375 h 3364706"/>
              <a:gd name="connsiteX286" fmla="*/ 4843463 w 5051160"/>
              <a:gd name="connsiteY286" fmla="*/ 2978944 h 3364706"/>
              <a:gd name="connsiteX287" fmla="*/ 4836319 w 5051160"/>
              <a:gd name="connsiteY287" fmla="*/ 2957512 h 3364706"/>
              <a:gd name="connsiteX288" fmla="*/ 4814888 w 5051160"/>
              <a:gd name="connsiteY288" fmla="*/ 2943225 h 3364706"/>
              <a:gd name="connsiteX289" fmla="*/ 4836319 w 5051160"/>
              <a:gd name="connsiteY289" fmla="*/ 2828925 h 3364706"/>
              <a:gd name="connsiteX290" fmla="*/ 4829175 w 5051160"/>
              <a:gd name="connsiteY290" fmla="*/ 2636044 h 3364706"/>
              <a:gd name="connsiteX291" fmla="*/ 4822032 w 5051160"/>
              <a:gd name="connsiteY291" fmla="*/ 2600325 h 3364706"/>
              <a:gd name="connsiteX292" fmla="*/ 4779169 w 5051160"/>
              <a:gd name="connsiteY292" fmla="*/ 2571750 h 3364706"/>
              <a:gd name="connsiteX293" fmla="*/ 4722019 w 5051160"/>
              <a:gd name="connsiteY293" fmla="*/ 2543175 h 3364706"/>
              <a:gd name="connsiteX294" fmla="*/ 4643438 w 5051160"/>
              <a:gd name="connsiteY294" fmla="*/ 2550319 h 3364706"/>
              <a:gd name="connsiteX295" fmla="*/ 4622007 w 5051160"/>
              <a:gd name="connsiteY295" fmla="*/ 2571750 h 3364706"/>
              <a:gd name="connsiteX296" fmla="*/ 4629150 w 5051160"/>
              <a:gd name="connsiteY296" fmla="*/ 2664619 h 3364706"/>
              <a:gd name="connsiteX297" fmla="*/ 4643438 w 5051160"/>
              <a:gd name="connsiteY297" fmla="*/ 2693194 h 3364706"/>
              <a:gd name="connsiteX298" fmla="*/ 4657725 w 5051160"/>
              <a:gd name="connsiteY298" fmla="*/ 2736056 h 3364706"/>
              <a:gd name="connsiteX299" fmla="*/ 4672013 w 5051160"/>
              <a:gd name="connsiteY299" fmla="*/ 2786062 h 3364706"/>
              <a:gd name="connsiteX300" fmla="*/ 4643438 w 5051160"/>
              <a:gd name="connsiteY300" fmla="*/ 2778919 h 3364706"/>
              <a:gd name="connsiteX301" fmla="*/ 4636294 w 5051160"/>
              <a:gd name="connsiteY301" fmla="*/ 2728912 h 3364706"/>
              <a:gd name="connsiteX302" fmla="*/ 4643438 w 5051160"/>
              <a:gd name="connsiteY302" fmla="*/ 2571750 h 3364706"/>
              <a:gd name="connsiteX303" fmla="*/ 4686300 w 5051160"/>
              <a:gd name="connsiteY303" fmla="*/ 2557462 h 3364706"/>
              <a:gd name="connsiteX304" fmla="*/ 4714875 w 5051160"/>
              <a:gd name="connsiteY304" fmla="*/ 2543175 h 3364706"/>
              <a:gd name="connsiteX305" fmla="*/ 4764882 w 5051160"/>
              <a:gd name="connsiteY305" fmla="*/ 2528887 h 3364706"/>
              <a:gd name="connsiteX306" fmla="*/ 4757738 w 5051160"/>
              <a:gd name="connsiteY306" fmla="*/ 2464594 h 3364706"/>
              <a:gd name="connsiteX307" fmla="*/ 4743450 w 5051160"/>
              <a:gd name="connsiteY307" fmla="*/ 2364581 h 3364706"/>
              <a:gd name="connsiteX308" fmla="*/ 4736307 w 5051160"/>
              <a:gd name="connsiteY308" fmla="*/ 2336006 h 3364706"/>
              <a:gd name="connsiteX309" fmla="*/ 4722019 w 5051160"/>
              <a:gd name="connsiteY309" fmla="*/ 2314575 h 3364706"/>
              <a:gd name="connsiteX310" fmla="*/ 4707732 w 5051160"/>
              <a:gd name="connsiteY310" fmla="*/ 2250281 h 3364706"/>
              <a:gd name="connsiteX311" fmla="*/ 4700588 w 5051160"/>
              <a:gd name="connsiteY311" fmla="*/ 2221706 h 3364706"/>
              <a:gd name="connsiteX312" fmla="*/ 4686300 w 5051160"/>
              <a:gd name="connsiteY312" fmla="*/ 2157412 h 3364706"/>
              <a:gd name="connsiteX313" fmla="*/ 4672013 w 5051160"/>
              <a:gd name="connsiteY313" fmla="*/ 2128837 h 3364706"/>
              <a:gd name="connsiteX314" fmla="*/ 4664869 w 5051160"/>
              <a:gd name="connsiteY314" fmla="*/ 2093119 h 3364706"/>
              <a:gd name="connsiteX315" fmla="*/ 4650582 w 5051160"/>
              <a:gd name="connsiteY315" fmla="*/ 2035969 h 3364706"/>
              <a:gd name="connsiteX316" fmla="*/ 4643438 w 5051160"/>
              <a:gd name="connsiteY316" fmla="*/ 2000250 h 3364706"/>
              <a:gd name="connsiteX317" fmla="*/ 4636294 w 5051160"/>
              <a:gd name="connsiteY317" fmla="*/ 1978819 h 3364706"/>
              <a:gd name="connsiteX318" fmla="*/ 4622007 w 5051160"/>
              <a:gd name="connsiteY318" fmla="*/ 1885950 h 3364706"/>
              <a:gd name="connsiteX319" fmla="*/ 4593432 w 5051160"/>
              <a:gd name="connsiteY319" fmla="*/ 1800225 h 3364706"/>
              <a:gd name="connsiteX320" fmla="*/ 4579144 w 5051160"/>
              <a:gd name="connsiteY320" fmla="*/ 1728787 h 3364706"/>
              <a:gd name="connsiteX321" fmla="*/ 4564857 w 5051160"/>
              <a:gd name="connsiteY321" fmla="*/ 1657350 h 3364706"/>
              <a:gd name="connsiteX322" fmla="*/ 4557713 w 5051160"/>
              <a:gd name="connsiteY322" fmla="*/ 1571625 h 3364706"/>
              <a:gd name="connsiteX323" fmla="*/ 4550569 w 5051160"/>
              <a:gd name="connsiteY323" fmla="*/ 1543050 h 3364706"/>
              <a:gd name="connsiteX324" fmla="*/ 4529138 w 5051160"/>
              <a:gd name="connsiteY324" fmla="*/ 1350169 h 3364706"/>
              <a:gd name="connsiteX325" fmla="*/ 4500563 w 5051160"/>
              <a:gd name="connsiteY325" fmla="*/ 1250156 h 3364706"/>
              <a:gd name="connsiteX326" fmla="*/ 4479132 w 5051160"/>
              <a:gd name="connsiteY326" fmla="*/ 1235869 h 3364706"/>
              <a:gd name="connsiteX327" fmla="*/ 4450557 w 5051160"/>
              <a:gd name="connsiteY327" fmla="*/ 1228725 h 3364706"/>
              <a:gd name="connsiteX328" fmla="*/ 4429125 w 5051160"/>
              <a:gd name="connsiteY328" fmla="*/ 1221581 h 3364706"/>
              <a:gd name="connsiteX329" fmla="*/ 4407694 w 5051160"/>
              <a:gd name="connsiteY329" fmla="*/ 1235869 h 3364706"/>
              <a:gd name="connsiteX330" fmla="*/ 4371975 w 5051160"/>
              <a:gd name="connsiteY330" fmla="*/ 1293019 h 3364706"/>
              <a:gd name="connsiteX331" fmla="*/ 4336257 w 5051160"/>
              <a:gd name="connsiteY331" fmla="*/ 1378744 h 3364706"/>
              <a:gd name="connsiteX332" fmla="*/ 4350544 w 5051160"/>
              <a:gd name="connsiteY332" fmla="*/ 1493044 h 3364706"/>
              <a:gd name="connsiteX333" fmla="*/ 4364832 w 5051160"/>
              <a:gd name="connsiteY333" fmla="*/ 1514475 h 3364706"/>
              <a:gd name="connsiteX334" fmla="*/ 4386263 w 5051160"/>
              <a:gd name="connsiteY334" fmla="*/ 1521619 h 3364706"/>
              <a:gd name="connsiteX335" fmla="*/ 4429125 w 5051160"/>
              <a:gd name="connsiteY335" fmla="*/ 1550194 h 3364706"/>
              <a:gd name="connsiteX336" fmla="*/ 4486275 w 5051160"/>
              <a:gd name="connsiteY336" fmla="*/ 1543050 h 3364706"/>
              <a:gd name="connsiteX337" fmla="*/ 4507707 w 5051160"/>
              <a:gd name="connsiteY337" fmla="*/ 1535906 h 3364706"/>
              <a:gd name="connsiteX338" fmla="*/ 4521994 w 5051160"/>
              <a:gd name="connsiteY338" fmla="*/ 1514475 h 3364706"/>
              <a:gd name="connsiteX339" fmla="*/ 4536282 w 5051160"/>
              <a:gd name="connsiteY339" fmla="*/ 1471612 h 3364706"/>
              <a:gd name="connsiteX340" fmla="*/ 4529138 w 5051160"/>
              <a:gd name="connsiteY340" fmla="*/ 1421606 h 3364706"/>
              <a:gd name="connsiteX341" fmla="*/ 4514850 w 5051160"/>
              <a:gd name="connsiteY341" fmla="*/ 1400175 h 3364706"/>
              <a:gd name="connsiteX342" fmla="*/ 4507707 w 5051160"/>
              <a:gd name="connsiteY342" fmla="*/ 1357312 h 3364706"/>
              <a:gd name="connsiteX343" fmla="*/ 4500563 w 5051160"/>
              <a:gd name="connsiteY343" fmla="*/ 1328737 h 3364706"/>
              <a:gd name="connsiteX344" fmla="*/ 4486275 w 5051160"/>
              <a:gd name="connsiteY344" fmla="*/ 1250156 h 3364706"/>
              <a:gd name="connsiteX345" fmla="*/ 4479132 w 5051160"/>
              <a:gd name="connsiteY345" fmla="*/ 1064419 h 3364706"/>
              <a:gd name="connsiteX346" fmla="*/ 4464844 w 5051160"/>
              <a:gd name="connsiteY346" fmla="*/ 914400 h 3364706"/>
              <a:gd name="connsiteX347" fmla="*/ 4457700 w 5051160"/>
              <a:gd name="connsiteY347" fmla="*/ 864394 h 3364706"/>
              <a:gd name="connsiteX348" fmla="*/ 4450557 w 5051160"/>
              <a:gd name="connsiteY348" fmla="*/ 828675 h 3364706"/>
              <a:gd name="connsiteX349" fmla="*/ 4429125 w 5051160"/>
              <a:gd name="connsiteY349" fmla="*/ 814387 h 3364706"/>
              <a:gd name="connsiteX350" fmla="*/ 4379119 w 5051160"/>
              <a:gd name="connsiteY350" fmla="*/ 821531 h 3364706"/>
              <a:gd name="connsiteX351" fmla="*/ 4350544 w 5051160"/>
              <a:gd name="connsiteY351" fmla="*/ 885825 h 3364706"/>
              <a:gd name="connsiteX352" fmla="*/ 4379119 w 5051160"/>
              <a:gd name="connsiteY352" fmla="*/ 935831 h 3364706"/>
              <a:gd name="connsiteX353" fmla="*/ 4421982 w 5051160"/>
              <a:gd name="connsiteY353" fmla="*/ 921544 h 3364706"/>
              <a:gd name="connsiteX354" fmla="*/ 4436269 w 5051160"/>
              <a:gd name="connsiteY354" fmla="*/ 900112 h 3364706"/>
              <a:gd name="connsiteX355" fmla="*/ 4443413 w 5051160"/>
              <a:gd name="connsiteY355" fmla="*/ 871537 h 3364706"/>
              <a:gd name="connsiteX356" fmla="*/ 4436269 w 5051160"/>
              <a:gd name="connsiteY356" fmla="*/ 678656 h 3364706"/>
              <a:gd name="connsiteX357" fmla="*/ 4421982 w 5051160"/>
              <a:gd name="connsiteY357" fmla="*/ 578644 h 3364706"/>
              <a:gd name="connsiteX358" fmla="*/ 4400550 w 5051160"/>
              <a:gd name="connsiteY358" fmla="*/ 492919 h 3364706"/>
              <a:gd name="connsiteX359" fmla="*/ 4393407 w 5051160"/>
              <a:gd name="connsiteY359" fmla="*/ 400050 h 3364706"/>
              <a:gd name="connsiteX360" fmla="*/ 4379119 w 5051160"/>
              <a:gd name="connsiteY360" fmla="*/ 335756 h 3364706"/>
              <a:gd name="connsiteX361" fmla="*/ 4371975 w 5051160"/>
              <a:gd name="connsiteY361" fmla="*/ 314325 h 3364706"/>
              <a:gd name="connsiteX362" fmla="*/ 4329113 w 5051160"/>
              <a:gd name="connsiteY362" fmla="*/ 285750 h 3364706"/>
              <a:gd name="connsiteX363" fmla="*/ 4250532 w 5051160"/>
              <a:gd name="connsiteY363" fmla="*/ 307181 h 3364706"/>
              <a:gd name="connsiteX364" fmla="*/ 4236244 w 5051160"/>
              <a:gd name="connsiteY364" fmla="*/ 328612 h 3364706"/>
              <a:gd name="connsiteX365" fmla="*/ 4236244 w 5051160"/>
              <a:gd name="connsiteY365" fmla="*/ 464344 h 3364706"/>
              <a:gd name="connsiteX366" fmla="*/ 4250532 w 5051160"/>
              <a:gd name="connsiteY366" fmla="*/ 485775 h 3364706"/>
              <a:gd name="connsiteX367" fmla="*/ 4293394 w 5051160"/>
              <a:gd name="connsiteY367" fmla="*/ 500062 h 3364706"/>
              <a:gd name="connsiteX368" fmla="*/ 4357688 w 5051160"/>
              <a:gd name="connsiteY368" fmla="*/ 485775 h 3364706"/>
              <a:gd name="connsiteX369" fmla="*/ 4364832 w 5051160"/>
              <a:gd name="connsiteY369" fmla="*/ 464344 h 3364706"/>
              <a:gd name="connsiteX370" fmla="*/ 4371975 w 5051160"/>
              <a:gd name="connsiteY370" fmla="*/ 407194 h 3364706"/>
              <a:gd name="connsiteX371" fmla="*/ 4364832 w 5051160"/>
              <a:gd name="connsiteY371" fmla="*/ 235744 h 3364706"/>
              <a:gd name="connsiteX372" fmla="*/ 4314825 w 5051160"/>
              <a:gd name="connsiteY372" fmla="*/ 200025 h 3364706"/>
              <a:gd name="connsiteX373" fmla="*/ 4293394 w 5051160"/>
              <a:gd name="connsiteY373" fmla="*/ 185737 h 3364706"/>
              <a:gd name="connsiteX374" fmla="*/ 4243388 w 5051160"/>
              <a:gd name="connsiteY374" fmla="*/ 171450 h 3364706"/>
              <a:gd name="connsiteX375" fmla="*/ 4186238 w 5051160"/>
              <a:gd name="connsiteY375" fmla="*/ 157162 h 3364706"/>
              <a:gd name="connsiteX376" fmla="*/ 4164807 w 5051160"/>
              <a:gd name="connsiteY376" fmla="*/ 171450 h 3364706"/>
              <a:gd name="connsiteX377" fmla="*/ 4136232 w 5051160"/>
              <a:gd name="connsiteY377" fmla="*/ 178594 h 3364706"/>
              <a:gd name="connsiteX378" fmla="*/ 4107657 w 5051160"/>
              <a:gd name="connsiteY378" fmla="*/ 192881 h 3364706"/>
              <a:gd name="connsiteX379" fmla="*/ 4079082 w 5051160"/>
              <a:gd name="connsiteY379" fmla="*/ 221456 h 3364706"/>
              <a:gd name="connsiteX380" fmla="*/ 4050507 w 5051160"/>
              <a:gd name="connsiteY380" fmla="*/ 228600 h 3364706"/>
              <a:gd name="connsiteX381" fmla="*/ 3800475 w 5051160"/>
              <a:gd name="connsiteY381" fmla="*/ 221456 h 3364706"/>
              <a:gd name="connsiteX382" fmla="*/ 3764757 w 5051160"/>
              <a:gd name="connsiteY382" fmla="*/ 214312 h 3364706"/>
              <a:gd name="connsiteX383" fmla="*/ 3721894 w 5051160"/>
              <a:gd name="connsiteY383" fmla="*/ 207169 h 3364706"/>
              <a:gd name="connsiteX384" fmla="*/ 3693319 w 5051160"/>
              <a:gd name="connsiteY384" fmla="*/ 200025 h 3364706"/>
              <a:gd name="connsiteX385" fmla="*/ 3643313 w 5051160"/>
              <a:gd name="connsiteY385" fmla="*/ 150019 h 3364706"/>
              <a:gd name="connsiteX386" fmla="*/ 3621882 w 5051160"/>
              <a:gd name="connsiteY386" fmla="*/ 128587 h 3364706"/>
              <a:gd name="connsiteX387" fmla="*/ 3593307 w 5051160"/>
              <a:gd name="connsiteY387" fmla="*/ 121444 h 3364706"/>
              <a:gd name="connsiteX388" fmla="*/ 3543300 w 5051160"/>
              <a:gd name="connsiteY388" fmla="*/ 85725 h 3364706"/>
              <a:gd name="connsiteX389" fmla="*/ 3514725 w 5051160"/>
              <a:gd name="connsiteY389" fmla="*/ 64294 h 3364706"/>
              <a:gd name="connsiteX390" fmla="*/ 3421857 w 5051160"/>
              <a:gd name="connsiteY390" fmla="*/ 35719 h 3364706"/>
              <a:gd name="connsiteX391" fmla="*/ 3364707 w 5051160"/>
              <a:gd name="connsiteY391" fmla="*/ 14287 h 3364706"/>
              <a:gd name="connsiteX392" fmla="*/ 3336132 w 5051160"/>
              <a:gd name="connsiteY392" fmla="*/ 0 h 3364706"/>
              <a:gd name="connsiteX393" fmla="*/ 3186113 w 5051160"/>
              <a:gd name="connsiteY393" fmla="*/ 28575 h 336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5051160" h="3364706">
                <a:moveTo>
                  <a:pt x="1735932" y="121444"/>
                </a:moveTo>
                <a:cubicBezTo>
                  <a:pt x="1684177" y="111093"/>
                  <a:pt x="1683782" y="107585"/>
                  <a:pt x="1614488" y="121444"/>
                </a:cubicBezTo>
                <a:cubicBezTo>
                  <a:pt x="1606069" y="123128"/>
                  <a:pt x="1601096" y="132716"/>
                  <a:pt x="1593057" y="135731"/>
                </a:cubicBezTo>
                <a:cubicBezTo>
                  <a:pt x="1581688" y="139994"/>
                  <a:pt x="1569244" y="140494"/>
                  <a:pt x="1557338" y="142875"/>
                </a:cubicBezTo>
                <a:cubicBezTo>
                  <a:pt x="1550194" y="147637"/>
                  <a:pt x="1543586" y="153322"/>
                  <a:pt x="1535907" y="157162"/>
                </a:cubicBezTo>
                <a:cubicBezTo>
                  <a:pt x="1529172" y="160530"/>
                  <a:pt x="1520603" y="159929"/>
                  <a:pt x="1514475" y="164306"/>
                </a:cubicBezTo>
                <a:cubicBezTo>
                  <a:pt x="1503514" y="172135"/>
                  <a:pt x="1496127" y="184115"/>
                  <a:pt x="1485900" y="192881"/>
                </a:cubicBezTo>
                <a:cubicBezTo>
                  <a:pt x="1467995" y="208228"/>
                  <a:pt x="1451238" y="213023"/>
                  <a:pt x="1428750" y="221456"/>
                </a:cubicBezTo>
                <a:cubicBezTo>
                  <a:pt x="1421699" y="224100"/>
                  <a:pt x="1414584" y="226619"/>
                  <a:pt x="1407319" y="228600"/>
                </a:cubicBezTo>
                <a:cubicBezTo>
                  <a:pt x="1378902" y="236350"/>
                  <a:pt x="1350169" y="242887"/>
                  <a:pt x="1321594" y="250031"/>
                </a:cubicBezTo>
                <a:lnTo>
                  <a:pt x="1293019" y="257175"/>
                </a:lnTo>
                <a:cubicBezTo>
                  <a:pt x="1269207" y="254794"/>
                  <a:pt x="1245103" y="254441"/>
                  <a:pt x="1221582" y="250031"/>
                </a:cubicBezTo>
                <a:cubicBezTo>
                  <a:pt x="1206779" y="247256"/>
                  <a:pt x="1178719" y="235744"/>
                  <a:pt x="1178719" y="235744"/>
                </a:cubicBezTo>
                <a:cubicBezTo>
                  <a:pt x="1171575" y="230981"/>
                  <a:pt x="1165179" y="224838"/>
                  <a:pt x="1157288" y="221456"/>
                </a:cubicBezTo>
                <a:cubicBezTo>
                  <a:pt x="1148264" y="217588"/>
                  <a:pt x="1138153" y="217009"/>
                  <a:pt x="1128713" y="214312"/>
                </a:cubicBezTo>
                <a:cubicBezTo>
                  <a:pt x="1121473" y="212243"/>
                  <a:pt x="1114426" y="209550"/>
                  <a:pt x="1107282" y="207169"/>
                </a:cubicBezTo>
                <a:cubicBezTo>
                  <a:pt x="1085757" y="192819"/>
                  <a:pt x="1082656" y="189471"/>
                  <a:pt x="1057275" y="178594"/>
                </a:cubicBezTo>
                <a:cubicBezTo>
                  <a:pt x="1050354" y="175628"/>
                  <a:pt x="1042579" y="174818"/>
                  <a:pt x="1035844" y="171450"/>
                </a:cubicBezTo>
                <a:cubicBezTo>
                  <a:pt x="1023425" y="165240"/>
                  <a:pt x="1012350" y="156602"/>
                  <a:pt x="1000125" y="150019"/>
                </a:cubicBezTo>
                <a:cubicBezTo>
                  <a:pt x="981372" y="139921"/>
                  <a:pt x="942975" y="121444"/>
                  <a:pt x="942975" y="121444"/>
                </a:cubicBezTo>
                <a:cubicBezTo>
                  <a:pt x="933450" y="111919"/>
                  <a:pt x="923166" y="103097"/>
                  <a:pt x="914400" y="92869"/>
                </a:cubicBezTo>
                <a:cubicBezTo>
                  <a:pt x="908812" y="86350"/>
                  <a:pt x="906632" y="77025"/>
                  <a:pt x="900113" y="71437"/>
                </a:cubicBezTo>
                <a:cubicBezTo>
                  <a:pt x="889571" y="62401"/>
                  <a:pt x="876532" y="56749"/>
                  <a:pt x="864394" y="50006"/>
                </a:cubicBezTo>
                <a:cubicBezTo>
                  <a:pt x="833830" y="33027"/>
                  <a:pt x="839887" y="36736"/>
                  <a:pt x="807244" y="28575"/>
                </a:cubicBezTo>
                <a:cubicBezTo>
                  <a:pt x="785813" y="30956"/>
                  <a:pt x="764220" y="32174"/>
                  <a:pt x="742950" y="35719"/>
                </a:cubicBezTo>
                <a:cubicBezTo>
                  <a:pt x="735522" y="36957"/>
                  <a:pt x="726844" y="37537"/>
                  <a:pt x="721519" y="42862"/>
                </a:cubicBezTo>
                <a:cubicBezTo>
                  <a:pt x="716194" y="48187"/>
                  <a:pt x="719079" y="58414"/>
                  <a:pt x="714375" y="64294"/>
                </a:cubicBezTo>
                <a:cubicBezTo>
                  <a:pt x="709012" y="70998"/>
                  <a:pt x="700088" y="73819"/>
                  <a:pt x="692944" y="78581"/>
                </a:cubicBezTo>
                <a:cubicBezTo>
                  <a:pt x="685800" y="90487"/>
                  <a:pt x="679844" y="103192"/>
                  <a:pt x="671513" y="114300"/>
                </a:cubicBezTo>
                <a:cubicBezTo>
                  <a:pt x="665451" y="122382"/>
                  <a:pt x="655094" y="126959"/>
                  <a:pt x="650082" y="135731"/>
                </a:cubicBezTo>
                <a:cubicBezTo>
                  <a:pt x="645211" y="144256"/>
                  <a:pt x="647329" y="155524"/>
                  <a:pt x="642938" y="164306"/>
                </a:cubicBezTo>
                <a:cubicBezTo>
                  <a:pt x="630519" y="189144"/>
                  <a:pt x="608856" y="209399"/>
                  <a:pt x="600075" y="235744"/>
                </a:cubicBezTo>
                <a:cubicBezTo>
                  <a:pt x="597694" y="242888"/>
                  <a:pt x="595001" y="249935"/>
                  <a:pt x="592932" y="257175"/>
                </a:cubicBezTo>
                <a:cubicBezTo>
                  <a:pt x="590235" y="266615"/>
                  <a:pt x="590179" y="276968"/>
                  <a:pt x="585788" y="285750"/>
                </a:cubicBezTo>
                <a:cubicBezTo>
                  <a:pt x="580463" y="296399"/>
                  <a:pt x="571501" y="304800"/>
                  <a:pt x="564357" y="314325"/>
                </a:cubicBezTo>
                <a:cubicBezTo>
                  <a:pt x="544246" y="374655"/>
                  <a:pt x="537028" y="386669"/>
                  <a:pt x="571500" y="485775"/>
                </a:cubicBezTo>
                <a:cubicBezTo>
                  <a:pt x="573156" y="490536"/>
                  <a:pt x="632688" y="504643"/>
                  <a:pt x="642938" y="507206"/>
                </a:cubicBezTo>
                <a:cubicBezTo>
                  <a:pt x="659607" y="504825"/>
                  <a:pt x="677557" y="506901"/>
                  <a:pt x="692944" y="500062"/>
                </a:cubicBezTo>
                <a:cubicBezTo>
                  <a:pt x="700790" y="496575"/>
                  <a:pt x="705740" y="487086"/>
                  <a:pt x="707232" y="478631"/>
                </a:cubicBezTo>
                <a:cubicBezTo>
                  <a:pt x="713040" y="445717"/>
                  <a:pt x="711994" y="411956"/>
                  <a:pt x="714375" y="378619"/>
                </a:cubicBezTo>
                <a:cubicBezTo>
                  <a:pt x="711994" y="359569"/>
                  <a:pt x="710666" y="340358"/>
                  <a:pt x="707232" y="321469"/>
                </a:cubicBezTo>
                <a:cubicBezTo>
                  <a:pt x="705885" y="314060"/>
                  <a:pt x="705413" y="305362"/>
                  <a:pt x="700088" y="300037"/>
                </a:cubicBezTo>
                <a:cubicBezTo>
                  <a:pt x="679618" y="279567"/>
                  <a:pt x="660948" y="271506"/>
                  <a:pt x="635794" y="264319"/>
                </a:cubicBezTo>
                <a:cubicBezTo>
                  <a:pt x="626354" y="261622"/>
                  <a:pt x="616744" y="259556"/>
                  <a:pt x="607219" y="257175"/>
                </a:cubicBezTo>
                <a:cubicBezTo>
                  <a:pt x="600075" y="264319"/>
                  <a:pt x="593459" y="272031"/>
                  <a:pt x="585788" y="278606"/>
                </a:cubicBezTo>
                <a:cubicBezTo>
                  <a:pt x="576748" y="286354"/>
                  <a:pt x="565632" y="291618"/>
                  <a:pt x="557213" y="300037"/>
                </a:cubicBezTo>
                <a:cubicBezTo>
                  <a:pt x="551142" y="306108"/>
                  <a:pt x="547688" y="314325"/>
                  <a:pt x="542925" y="321469"/>
                </a:cubicBezTo>
                <a:cubicBezTo>
                  <a:pt x="562520" y="419438"/>
                  <a:pt x="541870" y="306702"/>
                  <a:pt x="557213" y="521494"/>
                </a:cubicBezTo>
                <a:cubicBezTo>
                  <a:pt x="558078" y="533605"/>
                  <a:pt x="562640" y="545192"/>
                  <a:pt x="564357" y="557212"/>
                </a:cubicBezTo>
                <a:cubicBezTo>
                  <a:pt x="567406" y="578558"/>
                  <a:pt x="569119" y="600075"/>
                  <a:pt x="571500" y="621506"/>
                </a:cubicBezTo>
                <a:cubicBezTo>
                  <a:pt x="569119" y="659606"/>
                  <a:pt x="568155" y="697821"/>
                  <a:pt x="564357" y="735806"/>
                </a:cubicBezTo>
                <a:cubicBezTo>
                  <a:pt x="563380" y="745575"/>
                  <a:pt x="559343" y="754797"/>
                  <a:pt x="557213" y="764381"/>
                </a:cubicBezTo>
                <a:cubicBezTo>
                  <a:pt x="550557" y="794333"/>
                  <a:pt x="548095" y="811946"/>
                  <a:pt x="542925" y="842962"/>
                </a:cubicBezTo>
                <a:cubicBezTo>
                  <a:pt x="549275" y="852487"/>
                  <a:pt x="562769" y="878681"/>
                  <a:pt x="578644" y="878681"/>
                </a:cubicBezTo>
                <a:cubicBezTo>
                  <a:pt x="593704" y="878681"/>
                  <a:pt x="607219" y="869156"/>
                  <a:pt x="621507" y="864394"/>
                </a:cubicBezTo>
                <a:cubicBezTo>
                  <a:pt x="626269" y="857250"/>
                  <a:pt x="634940" y="851505"/>
                  <a:pt x="635794" y="842962"/>
                </a:cubicBezTo>
                <a:cubicBezTo>
                  <a:pt x="639864" y="802254"/>
                  <a:pt x="636323" y="793221"/>
                  <a:pt x="607219" y="778669"/>
                </a:cubicBezTo>
                <a:cubicBezTo>
                  <a:pt x="600484" y="775301"/>
                  <a:pt x="592932" y="773906"/>
                  <a:pt x="585788" y="771525"/>
                </a:cubicBezTo>
                <a:lnTo>
                  <a:pt x="542925" y="778669"/>
                </a:lnTo>
                <a:cubicBezTo>
                  <a:pt x="539828" y="791058"/>
                  <a:pt x="554731" y="974999"/>
                  <a:pt x="557213" y="1007269"/>
                </a:cubicBezTo>
                <a:cubicBezTo>
                  <a:pt x="554832" y="1104900"/>
                  <a:pt x="554504" y="1202603"/>
                  <a:pt x="550069" y="1300162"/>
                </a:cubicBezTo>
                <a:cubicBezTo>
                  <a:pt x="549727" y="1307685"/>
                  <a:pt x="544994" y="1314353"/>
                  <a:pt x="542925" y="1321594"/>
                </a:cubicBezTo>
                <a:cubicBezTo>
                  <a:pt x="540228" y="1331034"/>
                  <a:pt x="541915" y="1342502"/>
                  <a:pt x="535782" y="1350169"/>
                </a:cubicBezTo>
                <a:cubicBezTo>
                  <a:pt x="531078" y="1356049"/>
                  <a:pt x="521494" y="1354931"/>
                  <a:pt x="514350" y="1357312"/>
                </a:cubicBezTo>
                <a:cubicBezTo>
                  <a:pt x="509588" y="1366837"/>
                  <a:pt x="505346" y="1376641"/>
                  <a:pt x="500063" y="1385887"/>
                </a:cubicBezTo>
                <a:cubicBezTo>
                  <a:pt x="495803" y="1393342"/>
                  <a:pt x="488490" y="1399174"/>
                  <a:pt x="485775" y="1407319"/>
                </a:cubicBezTo>
                <a:cubicBezTo>
                  <a:pt x="481195" y="1421060"/>
                  <a:pt x="481774" y="1436042"/>
                  <a:pt x="478632" y="1450181"/>
                </a:cubicBezTo>
                <a:cubicBezTo>
                  <a:pt x="476999" y="1457532"/>
                  <a:pt x="473869" y="1464468"/>
                  <a:pt x="471488" y="1471612"/>
                </a:cubicBezTo>
                <a:cubicBezTo>
                  <a:pt x="473869" y="1519237"/>
                  <a:pt x="472465" y="1567203"/>
                  <a:pt x="478632" y="1614487"/>
                </a:cubicBezTo>
                <a:cubicBezTo>
                  <a:pt x="479742" y="1623001"/>
                  <a:pt x="485638" y="1631368"/>
                  <a:pt x="492919" y="1635919"/>
                </a:cubicBezTo>
                <a:cubicBezTo>
                  <a:pt x="504511" y="1643164"/>
                  <a:pt x="547630" y="1653168"/>
                  <a:pt x="564357" y="1657350"/>
                </a:cubicBezTo>
                <a:cubicBezTo>
                  <a:pt x="581026" y="1654969"/>
                  <a:pt x="597797" y="1653218"/>
                  <a:pt x="614363" y="1650206"/>
                </a:cubicBezTo>
                <a:cubicBezTo>
                  <a:pt x="624023" y="1648450"/>
                  <a:pt x="634769" y="1648508"/>
                  <a:pt x="642938" y="1643062"/>
                </a:cubicBezTo>
                <a:cubicBezTo>
                  <a:pt x="658292" y="1632826"/>
                  <a:pt x="657238" y="1614462"/>
                  <a:pt x="664369" y="1600200"/>
                </a:cubicBezTo>
                <a:cubicBezTo>
                  <a:pt x="668209" y="1592521"/>
                  <a:pt x="673894" y="1585913"/>
                  <a:pt x="678657" y="1578769"/>
                </a:cubicBezTo>
                <a:cubicBezTo>
                  <a:pt x="700973" y="1489494"/>
                  <a:pt x="672458" y="1600462"/>
                  <a:pt x="692944" y="1528762"/>
                </a:cubicBezTo>
                <a:cubicBezTo>
                  <a:pt x="710882" y="1465979"/>
                  <a:pt x="690105" y="1530134"/>
                  <a:pt x="707232" y="1478756"/>
                </a:cubicBezTo>
                <a:cubicBezTo>
                  <a:pt x="704851" y="1445419"/>
                  <a:pt x="705896" y="1411658"/>
                  <a:pt x="700088" y="1378744"/>
                </a:cubicBezTo>
                <a:cubicBezTo>
                  <a:pt x="698596" y="1370289"/>
                  <a:pt x="691297" y="1363908"/>
                  <a:pt x="685800" y="1357312"/>
                </a:cubicBezTo>
                <a:cubicBezTo>
                  <a:pt x="664967" y="1332313"/>
                  <a:pt x="658716" y="1332489"/>
                  <a:pt x="628650" y="1314450"/>
                </a:cubicBezTo>
                <a:cubicBezTo>
                  <a:pt x="600075" y="1321594"/>
                  <a:pt x="569998" y="1324278"/>
                  <a:pt x="542925" y="1335881"/>
                </a:cubicBezTo>
                <a:cubicBezTo>
                  <a:pt x="528620" y="1342012"/>
                  <a:pt x="524514" y="1375822"/>
                  <a:pt x="521494" y="1385887"/>
                </a:cubicBezTo>
                <a:cubicBezTo>
                  <a:pt x="506509" y="1435838"/>
                  <a:pt x="516182" y="1419776"/>
                  <a:pt x="485775" y="1450181"/>
                </a:cubicBezTo>
                <a:cubicBezTo>
                  <a:pt x="480338" y="1477368"/>
                  <a:pt x="471488" y="1517107"/>
                  <a:pt x="471488" y="1543050"/>
                </a:cubicBezTo>
                <a:cubicBezTo>
                  <a:pt x="471488" y="1566981"/>
                  <a:pt x="473251" y="1591169"/>
                  <a:pt x="478632" y="1614487"/>
                </a:cubicBezTo>
                <a:cubicBezTo>
                  <a:pt x="480563" y="1622853"/>
                  <a:pt x="488157" y="1628775"/>
                  <a:pt x="492919" y="1635919"/>
                </a:cubicBezTo>
                <a:cubicBezTo>
                  <a:pt x="504032" y="1735934"/>
                  <a:pt x="504008" y="1704484"/>
                  <a:pt x="492919" y="1843087"/>
                </a:cubicBezTo>
                <a:cubicBezTo>
                  <a:pt x="489949" y="1880211"/>
                  <a:pt x="483220" y="1879328"/>
                  <a:pt x="471488" y="1914525"/>
                </a:cubicBezTo>
                <a:cubicBezTo>
                  <a:pt x="468383" y="1923839"/>
                  <a:pt x="466725" y="1933575"/>
                  <a:pt x="464344" y="1943100"/>
                </a:cubicBezTo>
                <a:cubicBezTo>
                  <a:pt x="461963" y="1969294"/>
                  <a:pt x="460676" y="1995610"/>
                  <a:pt x="457200" y="2021681"/>
                </a:cubicBezTo>
                <a:cubicBezTo>
                  <a:pt x="454408" y="2042625"/>
                  <a:pt x="448425" y="2052397"/>
                  <a:pt x="442913" y="2071687"/>
                </a:cubicBezTo>
                <a:cubicBezTo>
                  <a:pt x="440216" y="2081127"/>
                  <a:pt x="439636" y="2091238"/>
                  <a:pt x="435769" y="2100262"/>
                </a:cubicBezTo>
                <a:cubicBezTo>
                  <a:pt x="432387" y="2108154"/>
                  <a:pt x="426244" y="2114550"/>
                  <a:pt x="421482" y="2121694"/>
                </a:cubicBezTo>
                <a:cubicBezTo>
                  <a:pt x="419101" y="2140744"/>
                  <a:pt x="417257" y="2159869"/>
                  <a:pt x="414338" y="2178844"/>
                </a:cubicBezTo>
                <a:cubicBezTo>
                  <a:pt x="411882" y="2194805"/>
                  <a:pt x="404791" y="2226544"/>
                  <a:pt x="400050" y="2243137"/>
                </a:cubicBezTo>
                <a:cubicBezTo>
                  <a:pt x="388550" y="2283391"/>
                  <a:pt x="397675" y="2245504"/>
                  <a:pt x="378619" y="2293144"/>
                </a:cubicBezTo>
                <a:cubicBezTo>
                  <a:pt x="373026" y="2307127"/>
                  <a:pt x="368659" y="2321581"/>
                  <a:pt x="364332" y="2336006"/>
                </a:cubicBezTo>
                <a:cubicBezTo>
                  <a:pt x="360898" y="2347453"/>
                  <a:pt x="356047" y="2374006"/>
                  <a:pt x="350044" y="2386012"/>
                </a:cubicBezTo>
                <a:cubicBezTo>
                  <a:pt x="346204" y="2393691"/>
                  <a:pt x="339244" y="2399598"/>
                  <a:pt x="335757" y="2407444"/>
                </a:cubicBezTo>
                <a:cubicBezTo>
                  <a:pt x="317403" y="2448741"/>
                  <a:pt x="322326" y="2462025"/>
                  <a:pt x="307182" y="2507456"/>
                </a:cubicBezTo>
                <a:cubicBezTo>
                  <a:pt x="290852" y="2556444"/>
                  <a:pt x="310136" y="2495642"/>
                  <a:pt x="292894" y="2564606"/>
                </a:cubicBezTo>
                <a:cubicBezTo>
                  <a:pt x="291068" y="2571911"/>
                  <a:pt x="287819" y="2578797"/>
                  <a:pt x="285750" y="2586037"/>
                </a:cubicBezTo>
                <a:cubicBezTo>
                  <a:pt x="283053" y="2595477"/>
                  <a:pt x="280988" y="2605087"/>
                  <a:pt x="278607" y="2614612"/>
                </a:cubicBezTo>
                <a:cubicBezTo>
                  <a:pt x="273844" y="2664618"/>
                  <a:pt x="270550" y="2714786"/>
                  <a:pt x="264319" y="2764631"/>
                </a:cubicBezTo>
                <a:cubicBezTo>
                  <a:pt x="261938" y="2783681"/>
                  <a:pt x="260609" y="2802892"/>
                  <a:pt x="257175" y="2821781"/>
                </a:cubicBezTo>
                <a:cubicBezTo>
                  <a:pt x="254171" y="2838302"/>
                  <a:pt x="242783" y="2857709"/>
                  <a:pt x="235744" y="2871787"/>
                </a:cubicBezTo>
                <a:cubicBezTo>
                  <a:pt x="238125" y="2881312"/>
                  <a:pt x="240191" y="2890922"/>
                  <a:pt x="242888" y="2900362"/>
                </a:cubicBezTo>
                <a:cubicBezTo>
                  <a:pt x="244957" y="2907603"/>
                  <a:pt x="250032" y="2914264"/>
                  <a:pt x="250032" y="2921794"/>
                </a:cubicBezTo>
                <a:cubicBezTo>
                  <a:pt x="250032" y="2933936"/>
                  <a:pt x="245833" y="2945733"/>
                  <a:pt x="242888" y="2957512"/>
                </a:cubicBezTo>
                <a:cubicBezTo>
                  <a:pt x="237645" y="2978483"/>
                  <a:pt x="234233" y="2987095"/>
                  <a:pt x="214313" y="3000375"/>
                </a:cubicBezTo>
                <a:cubicBezTo>
                  <a:pt x="208048" y="3004552"/>
                  <a:pt x="200026" y="3005138"/>
                  <a:pt x="192882" y="3007519"/>
                </a:cubicBezTo>
                <a:cubicBezTo>
                  <a:pt x="185738" y="3014663"/>
                  <a:pt x="180222" y="3023938"/>
                  <a:pt x="171450" y="3028950"/>
                </a:cubicBezTo>
                <a:cubicBezTo>
                  <a:pt x="162925" y="3033821"/>
                  <a:pt x="150864" y="3030387"/>
                  <a:pt x="142875" y="3036094"/>
                </a:cubicBezTo>
                <a:cubicBezTo>
                  <a:pt x="133187" y="3043014"/>
                  <a:pt x="129192" y="3055629"/>
                  <a:pt x="121444" y="3064669"/>
                </a:cubicBezTo>
                <a:cubicBezTo>
                  <a:pt x="114869" y="3072340"/>
                  <a:pt x="106481" y="3078339"/>
                  <a:pt x="100013" y="3086100"/>
                </a:cubicBezTo>
                <a:cubicBezTo>
                  <a:pt x="94516" y="3092696"/>
                  <a:pt x="91429" y="3101114"/>
                  <a:pt x="85725" y="3107531"/>
                </a:cubicBezTo>
                <a:cubicBezTo>
                  <a:pt x="72301" y="3122633"/>
                  <a:pt x="42863" y="3150394"/>
                  <a:pt x="42863" y="3150394"/>
                </a:cubicBezTo>
                <a:cubicBezTo>
                  <a:pt x="40482" y="3157538"/>
                  <a:pt x="38685" y="3164904"/>
                  <a:pt x="35719" y="3171825"/>
                </a:cubicBezTo>
                <a:cubicBezTo>
                  <a:pt x="31524" y="3181613"/>
                  <a:pt x="25171" y="3190429"/>
                  <a:pt x="21432" y="3200400"/>
                </a:cubicBezTo>
                <a:cubicBezTo>
                  <a:pt x="17985" y="3209593"/>
                  <a:pt x="17393" y="3219661"/>
                  <a:pt x="14288" y="3228975"/>
                </a:cubicBezTo>
                <a:cubicBezTo>
                  <a:pt x="10233" y="3241140"/>
                  <a:pt x="4763" y="3252788"/>
                  <a:pt x="0" y="3264694"/>
                </a:cubicBezTo>
                <a:cubicBezTo>
                  <a:pt x="4763" y="3281363"/>
                  <a:pt x="9190" y="3298131"/>
                  <a:pt x="14288" y="3314700"/>
                </a:cubicBezTo>
                <a:cubicBezTo>
                  <a:pt x="18717" y="3329094"/>
                  <a:pt x="28575" y="3357562"/>
                  <a:pt x="28575" y="3357562"/>
                </a:cubicBezTo>
                <a:cubicBezTo>
                  <a:pt x="64294" y="3350418"/>
                  <a:pt x="100393" y="3344966"/>
                  <a:pt x="135732" y="3336131"/>
                </a:cubicBezTo>
                <a:cubicBezTo>
                  <a:pt x="148172" y="3333021"/>
                  <a:pt x="161599" y="3330053"/>
                  <a:pt x="171450" y="3321844"/>
                </a:cubicBezTo>
                <a:cubicBezTo>
                  <a:pt x="177235" y="3317023"/>
                  <a:pt x="175628" y="3307334"/>
                  <a:pt x="178594" y="3300412"/>
                </a:cubicBezTo>
                <a:cubicBezTo>
                  <a:pt x="182789" y="3290624"/>
                  <a:pt x="188687" y="3281625"/>
                  <a:pt x="192882" y="3271837"/>
                </a:cubicBezTo>
                <a:cubicBezTo>
                  <a:pt x="195848" y="3264916"/>
                  <a:pt x="196368" y="3256988"/>
                  <a:pt x="200025" y="3250406"/>
                </a:cubicBezTo>
                <a:cubicBezTo>
                  <a:pt x="208364" y="3235396"/>
                  <a:pt x="219075" y="3221831"/>
                  <a:pt x="228600" y="3207544"/>
                </a:cubicBezTo>
                <a:cubicBezTo>
                  <a:pt x="226219" y="3169444"/>
                  <a:pt x="227411" y="3130951"/>
                  <a:pt x="221457" y="3093244"/>
                </a:cubicBezTo>
                <a:cubicBezTo>
                  <a:pt x="220118" y="3084763"/>
                  <a:pt x="207946" y="3080363"/>
                  <a:pt x="207169" y="3071812"/>
                </a:cubicBezTo>
                <a:cubicBezTo>
                  <a:pt x="205668" y="3055298"/>
                  <a:pt x="211256" y="3003431"/>
                  <a:pt x="228600" y="2986087"/>
                </a:cubicBezTo>
                <a:cubicBezTo>
                  <a:pt x="238418" y="2976269"/>
                  <a:pt x="252544" y="2972015"/>
                  <a:pt x="264319" y="2964656"/>
                </a:cubicBezTo>
                <a:cubicBezTo>
                  <a:pt x="298944" y="2943016"/>
                  <a:pt x="272959" y="2952927"/>
                  <a:pt x="321469" y="2943225"/>
                </a:cubicBezTo>
                <a:cubicBezTo>
                  <a:pt x="326232" y="2936081"/>
                  <a:pt x="328613" y="2926556"/>
                  <a:pt x="335757" y="2921794"/>
                </a:cubicBezTo>
                <a:cubicBezTo>
                  <a:pt x="343926" y="2916348"/>
                  <a:pt x="355308" y="2918518"/>
                  <a:pt x="364332" y="2914650"/>
                </a:cubicBezTo>
                <a:cubicBezTo>
                  <a:pt x="372223" y="2911268"/>
                  <a:pt x="378619" y="2905125"/>
                  <a:pt x="385763" y="2900362"/>
                </a:cubicBezTo>
                <a:cubicBezTo>
                  <a:pt x="390525" y="2893218"/>
                  <a:pt x="396210" y="2886610"/>
                  <a:pt x="400050" y="2878931"/>
                </a:cubicBezTo>
                <a:cubicBezTo>
                  <a:pt x="403418" y="2872196"/>
                  <a:pt x="403458" y="2864038"/>
                  <a:pt x="407194" y="2857500"/>
                </a:cubicBezTo>
                <a:cubicBezTo>
                  <a:pt x="413101" y="2847163"/>
                  <a:pt x="421481" y="2838450"/>
                  <a:pt x="428625" y="2828925"/>
                </a:cubicBezTo>
                <a:cubicBezTo>
                  <a:pt x="451627" y="2759922"/>
                  <a:pt x="414737" y="2867220"/>
                  <a:pt x="450057" y="2778919"/>
                </a:cubicBezTo>
                <a:cubicBezTo>
                  <a:pt x="455650" y="2764936"/>
                  <a:pt x="461390" y="2750824"/>
                  <a:pt x="464344" y="2736056"/>
                </a:cubicBezTo>
                <a:cubicBezTo>
                  <a:pt x="473414" y="2690710"/>
                  <a:pt x="468543" y="2712117"/>
                  <a:pt x="478632" y="2671762"/>
                </a:cubicBezTo>
                <a:cubicBezTo>
                  <a:pt x="476251" y="2650331"/>
                  <a:pt x="481131" y="2626755"/>
                  <a:pt x="471488" y="2607469"/>
                </a:cubicBezTo>
                <a:cubicBezTo>
                  <a:pt x="467097" y="2598687"/>
                  <a:pt x="451937" y="2604193"/>
                  <a:pt x="442913" y="2600325"/>
                </a:cubicBezTo>
                <a:cubicBezTo>
                  <a:pt x="435022" y="2596943"/>
                  <a:pt x="428626" y="2590800"/>
                  <a:pt x="421482" y="2586037"/>
                </a:cubicBezTo>
                <a:cubicBezTo>
                  <a:pt x="400051" y="2590800"/>
                  <a:pt x="377453" y="2591881"/>
                  <a:pt x="357188" y="2600325"/>
                </a:cubicBezTo>
                <a:cubicBezTo>
                  <a:pt x="342872" y="2606290"/>
                  <a:pt x="308630" y="2660276"/>
                  <a:pt x="307182" y="2664619"/>
                </a:cubicBezTo>
                <a:cubicBezTo>
                  <a:pt x="304801" y="2671763"/>
                  <a:pt x="304859" y="2680265"/>
                  <a:pt x="300038" y="2686050"/>
                </a:cubicBezTo>
                <a:cubicBezTo>
                  <a:pt x="292416" y="2695197"/>
                  <a:pt x="280988" y="2700337"/>
                  <a:pt x="271463" y="2707481"/>
                </a:cubicBezTo>
                <a:cubicBezTo>
                  <a:pt x="269082" y="2726531"/>
                  <a:pt x="268975" y="2746006"/>
                  <a:pt x="264319" y="2764631"/>
                </a:cubicBezTo>
                <a:cubicBezTo>
                  <a:pt x="261736" y="2774962"/>
                  <a:pt x="253092" y="2783006"/>
                  <a:pt x="250032" y="2793206"/>
                </a:cubicBezTo>
                <a:cubicBezTo>
                  <a:pt x="245870" y="2807080"/>
                  <a:pt x="246030" y="2821929"/>
                  <a:pt x="242888" y="2836069"/>
                </a:cubicBezTo>
                <a:cubicBezTo>
                  <a:pt x="241254" y="2843420"/>
                  <a:pt x="238125" y="2850356"/>
                  <a:pt x="235744" y="2857500"/>
                </a:cubicBezTo>
                <a:cubicBezTo>
                  <a:pt x="240507" y="2886075"/>
                  <a:pt x="235659" y="2918073"/>
                  <a:pt x="250032" y="2943225"/>
                </a:cubicBezTo>
                <a:cubicBezTo>
                  <a:pt x="257504" y="2956301"/>
                  <a:pt x="292894" y="2957512"/>
                  <a:pt x="292894" y="2957512"/>
                </a:cubicBezTo>
                <a:cubicBezTo>
                  <a:pt x="307182" y="2955131"/>
                  <a:pt x="322016" y="2954949"/>
                  <a:pt x="335757" y="2950369"/>
                </a:cubicBezTo>
                <a:cubicBezTo>
                  <a:pt x="343902" y="2947654"/>
                  <a:pt x="349907" y="2940631"/>
                  <a:pt x="357188" y="2936081"/>
                </a:cubicBezTo>
                <a:cubicBezTo>
                  <a:pt x="368962" y="2928722"/>
                  <a:pt x="381001" y="2921794"/>
                  <a:pt x="392907" y="2914650"/>
                </a:cubicBezTo>
                <a:cubicBezTo>
                  <a:pt x="412657" y="2855394"/>
                  <a:pt x="379506" y="2948591"/>
                  <a:pt x="428625" y="2850356"/>
                </a:cubicBezTo>
                <a:cubicBezTo>
                  <a:pt x="447431" y="2812745"/>
                  <a:pt x="435383" y="2829311"/>
                  <a:pt x="464344" y="2800350"/>
                </a:cubicBezTo>
                <a:cubicBezTo>
                  <a:pt x="466725" y="2790825"/>
                  <a:pt x="466617" y="2780300"/>
                  <a:pt x="471488" y="2771775"/>
                </a:cubicBezTo>
                <a:cubicBezTo>
                  <a:pt x="479950" y="2756967"/>
                  <a:pt x="500695" y="2745160"/>
                  <a:pt x="514350" y="2736056"/>
                </a:cubicBezTo>
                <a:cubicBezTo>
                  <a:pt x="519113" y="2728912"/>
                  <a:pt x="522567" y="2720696"/>
                  <a:pt x="528638" y="2714625"/>
                </a:cubicBezTo>
                <a:cubicBezTo>
                  <a:pt x="537496" y="2705767"/>
                  <a:pt x="566478" y="2687017"/>
                  <a:pt x="578644" y="2678906"/>
                </a:cubicBezTo>
                <a:cubicBezTo>
                  <a:pt x="592552" y="2637185"/>
                  <a:pt x="574907" y="2675499"/>
                  <a:pt x="607219" y="2643187"/>
                </a:cubicBezTo>
                <a:cubicBezTo>
                  <a:pt x="659325" y="2591081"/>
                  <a:pt x="617106" y="2625609"/>
                  <a:pt x="650082" y="2586037"/>
                </a:cubicBezTo>
                <a:cubicBezTo>
                  <a:pt x="667271" y="2565410"/>
                  <a:pt x="671871" y="2564367"/>
                  <a:pt x="692944" y="2550319"/>
                </a:cubicBezTo>
                <a:cubicBezTo>
                  <a:pt x="698545" y="2539117"/>
                  <a:pt x="711425" y="2510407"/>
                  <a:pt x="721519" y="2500312"/>
                </a:cubicBezTo>
                <a:cubicBezTo>
                  <a:pt x="787672" y="2434157"/>
                  <a:pt x="694144" y="2546537"/>
                  <a:pt x="764382" y="2464594"/>
                </a:cubicBezTo>
                <a:cubicBezTo>
                  <a:pt x="772131" y="2455554"/>
                  <a:pt x="777394" y="2444438"/>
                  <a:pt x="785813" y="2436019"/>
                </a:cubicBezTo>
                <a:cubicBezTo>
                  <a:pt x="822115" y="2399716"/>
                  <a:pt x="793565" y="2447112"/>
                  <a:pt x="828675" y="2400300"/>
                </a:cubicBezTo>
                <a:cubicBezTo>
                  <a:pt x="837006" y="2389192"/>
                  <a:pt x="842405" y="2376134"/>
                  <a:pt x="850107" y="2364581"/>
                </a:cubicBezTo>
                <a:cubicBezTo>
                  <a:pt x="856711" y="2354674"/>
                  <a:pt x="865228" y="2346102"/>
                  <a:pt x="871538" y="2336006"/>
                </a:cubicBezTo>
                <a:cubicBezTo>
                  <a:pt x="877182" y="2326975"/>
                  <a:pt x="878295" y="2314961"/>
                  <a:pt x="885825" y="2307431"/>
                </a:cubicBezTo>
                <a:cubicBezTo>
                  <a:pt x="893355" y="2299901"/>
                  <a:pt x="904875" y="2297906"/>
                  <a:pt x="914400" y="2293144"/>
                </a:cubicBezTo>
                <a:cubicBezTo>
                  <a:pt x="986622" y="2184810"/>
                  <a:pt x="908450" y="2295997"/>
                  <a:pt x="964407" y="2228850"/>
                </a:cubicBezTo>
                <a:cubicBezTo>
                  <a:pt x="994175" y="2193129"/>
                  <a:pt x="960832" y="2219328"/>
                  <a:pt x="1000125" y="2193131"/>
                </a:cubicBezTo>
                <a:cubicBezTo>
                  <a:pt x="1009650" y="2178844"/>
                  <a:pt x="1019599" y="2164830"/>
                  <a:pt x="1028700" y="2150269"/>
                </a:cubicBezTo>
                <a:cubicBezTo>
                  <a:pt x="1040606" y="2131219"/>
                  <a:pt x="1043107" y="2100223"/>
                  <a:pt x="1064419" y="2093119"/>
                </a:cubicBezTo>
                <a:lnTo>
                  <a:pt x="1085850" y="2085975"/>
                </a:lnTo>
                <a:cubicBezTo>
                  <a:pt x="1090613" y="2074069"/>
                  <a:pt x="1094403" y="2061726"/>
                  <a:pt x="1100138" y="2050256"/>
                </a:cubicBezTo>
                <a:cubicBezTo>
                  <a:pt x="1112771" y="2024991"/>
                  <a:pt x="1116895" y="2029516"/>
                  <a:pt x="1135857" y="2007394"/>
                </a:cubicBezTo>
                <a:cubicBezTo>
                  <a:pt x="1143606" y="1998354"/>
                  <a:pt x="1150144" y="1988344"/>
                  <a:pt x="1157288" y="1978819"/>
                </a:cubicBezTo>
                <a:cubicBezTo>
                  <a:pt x="1159669" y="1969294"/>
                  <a:pt x="1160565" y="1959268"/>
                  <a:pt x="1164432" y="1950244"/>
                </a:cubicBezTo>
                <a:cubicBezTo>
                  <a:pt x="1173823" y="1928331"/>
                  <a:pt x="1185003" y="1925557"/>
                  <a:pt x="1200150" y="1907381"/>
                </a:cubicBezTo>
                <a:cubicBezTo>
                  <a:pt x="1225715" y="1876704"/>
                  <a:pt x="1221134" y="1850529"/>
                  <a:pt x="1264444" y="1821656"/>
                </a:cubicBezTo>
                <a:lnTo>
                  <a:pt x="1285875" y="1807369"/>
                </a:lnTo>
                <a:cubicBezTo>
                  <a:pt x="1302255" y="1758230"/>
                  <a:pt x="1279852" y="1817909"/>
                  <a:pt x="1314450" y="1757362"/>
                </a:cubicBezTo>
                <a:cubicBezTo>
                  <a:pt x="1318186" y="1750824"/>
                  <a:pt x="1316890" y="1741811"/>
                  <a:pt x="1321594" y="1735931"/>
                </a:cubicBezTo>
                <a:cubicBezTo>
                  <a:pt x="1326957" y="1729227"/>
                  <a:pt x="1336954" y="1727715"/>
                  <a:pt x="1343025" y="1721644"/>
                </a:cubicBezTo>
                <a:cubicBezTo>
                  <a:pt x="1353807" y="1710862"/>
                  <a:pt x="1362451" y="1698123"/>
                  <a:pt x="1371600" y="1685925"/>
                </a:cubicBezTo>
                <a:cubicBezTo>
                  <a:pt x="1376751" y="1679056"/>
                  <a:pt x="1379817" y="1670565"/>
                  <a:pt x="1385888" y="1664494"/>
                </a:cubicBezTo>
                <a:cubicBezTo>
                  <a:pt x="1391959" y="1658423"/>
                  <a:pt x="1400175" y="1654969"/>
                  <a:pt x="1407319" y="1650206"/>
                </a:cubicBezTo>
                <a:cubicBezTo>
                  <a:pt x="1412082" y="1638300"/>
                  <a:pt x="1415872" y="1625957"/>
                  <a:pt x="1421607" y="1614487"/>
                </a:cubicBezTo>
                <a:cubicBezTo>
                  <a:pt x="1425447" y="1606808"/>
                  <a:pt x="1431634" y="1600510"/>
                  <a:pt x="1435894" y="1593056"/>
                </a:cubicBezTo>
                <a:cubicBezTo>
                  <a:pt x="1441178" y="1583810"/>
                  <a:pt x="1444898" y="1573727"/>
                  <a:pt x="1450182" y="1564481"/>
                </a:cubicBezTo>
                <a:cubicBezTo>
                  <a:pt x="1454442" y="1557027"/>
                  <a:pt x="1460209" y="1550504"/>
                  <a:pt x="1464469" y="1543050"/>
                </a:cubicBezTo>
                <a:cubicBezTo>
                  <a:pt x="1469753" y="1533804"/>
                  <a:pt x="1472567" y="1523141"/>
                  <a:pt x="1478757" y="1514475"/>
                </a:cubicBezTo>
                <a:cubicBezTo>
                  <a:pt x="1484629" y="1506254"/>
                  <a:pt x="1493721" y="1500805"/>
                  <a:pt x="1500188" y="1493044"/>
                </a:cubicBezTo>
                <a:cubicBezTo>
                  <a:pt x="1505684" y="1486448"/>
                  <a:pt x="1508014" y="1477266"/>
                  <a:pt x="1514475" y="1471612"/>
                </a:cubicBezTo>
                <a:cubicBezTo>
                  <a:pt x="1527398" y="1460304"/>
                  <a:pt x="1545196" y="1455179"/>
                  <a:pt x="1557338" y="1443037"/>
                </a:cubicBezTo>
                <a:cubicBezTo>
                  <a:pt x="1564482" y="1435893"/>
                  <a:pt x="1569340" y="1425233"/>
                  <a:pt x="1578769" y="1421606"/>
                </a:cubicBezTo>
                <a:cubicBezTo>
                  <a:pt x="1601435" y="1412889"/>
                  <a:pt x="1626648" y="1413209"/>
                  <a:pt x="1650207" y="1407319"/>
                </a:cubicBezTo>
                <a:cubicBezTo>
                  <a:pt x="1721409" y="1389518"/>
                  <a:pt x="1687988" y="1396259"/>
                  <a:pt x="1750219" y="1385887"/>
                </a:cubicBezTo>
                <a:cubicBezTo>
                  <a:pt x="1751681" y="1386033"/>
                  <a:pt x="1901355" y="1398970"/>
                  <a:pt x="1943100" y="1407319"/>
                </a:cubicBezTo>
                <a:cubicBezTo>
                  <a:pt x="1950484" y="1408796"/>
                  <a:pt x="1957227" y="1412636"/>
                  <a:pt x="1964532" y="1414462"/>
                </a:cubicBezTo>
                <a:cubicBezTo>
                  <a:pt x="1985830" y="1419787"/>
                  <a:pt x="2007433" y="1423813"/>
                  <a:pt x="2028825" y="1428750"/>
                </a:cubicBezTo>
                <a:cubicBezTo>
                  <a:pt x="2038392" y="1430958"/>
                  <a:pt x="2047681" y="1434506"/>
                  <a:pt x="2057400" y="1435894"/>
                </a:cubicBezTo>
                <a:cubicBezTo>
                  <a:pt x="2104224" y="1442583"/>
                  <a:pt x="2195062" y="1447452"/>
                  <a:pt x="2235994" y="1450181"/>
                </a:cubicBezTo>
                <a:cubicBezTo>
                  <a:pt x="2252663" y="1452562"/>
                  <a:pt x="2269434" y="1454313"/>
                  <a:pt x="2286000" y="1457325"/>
                </a:cubicBezTo>
                <a:cubicBezTo>
                  <a:pt x="2340958" y="1467318"/>
                  <a:pt x="2287623" y="1465199"/>
                  <a:pt x="2364582" y="1471612"/>
                </a:cubicBezTo>
                <a:cubicBezTo>
                  <a:pt x="2404993" y="1474979"/>
                  <a:pt x="2445544" y="1476375"/>
                  <a:pt x="2486025" y="1478756"/>
                </a:cubicBezTo>
                <a:cubicBezTo>
                  <a:pt x="2508164" y="1481919"/>
                  <a:pt x="2582320" y="1493044"/>
                  <a:pt x="2600325" y="1493044"/>
                </a:cubicBezTo>
                <a:cubicBezTo>
                  <a:pt x="2617163" y="1493044"/>
                  <a:pt x="2633624" y="1487989"/>
                  <a:pt x="2650332" y="1485900"/>
                </a:cubicBezTo>
                <a:cubicBezTo>
                  <a:pt x="2671728" y="1483225"/>
                  <a:pt x="2693251" y="1481606"/>
                  <a:pt x="2714625" y="1478756"/>
                </a:cubicBezTo>
                <a:cubicBezTo>
                  <a:pt x="2778938" y="1470181"/>
                  <a:pt x="2751223" y="1467671"/>
                  <a:pt x="2836069" y="1464469"/>
                </a:cubicBezTo>
                <a:cubicBezTo>
                  <a:pt x="2936039" y="1460697"/>
                  <a:pt x="3036094" y="1459706"/>
                  <a:pt x="3136107" y="1457325"/>
                </a:cubicBezTo>
                <a:cubicBezTo>
                  <a:pt x="3167361" y="1446907"/>
                  <a:pt x="3180505" y="1440862"/>
                  <a:pt x="3221832" y="1443037"/>
                </a:cubicBezTo>
                <a:cubicBezTo>
                  <a:pt x="3270199" y="1445583"/>
                  <a:pt x="3289544" y="1455835"/>
                  <a:pt x="3328988" y="1471612"/>
                </a:cubicBezTo>
                <a:cubicBezTo>
                  <a:pt x="3363984" y="1541606"/>
                  <a:pt x="3320910" y="1472293"/>
                  <a:pt x="3364707" y="1507331"/>
                </a:cubicBezTo>
                <a:cubicBezTo>
                  <a:pt x="3371411" y="1512694"/>
                  <a:pt x="3372923" y="1522691"/>
                  <a:pt x="3378994" y="1528762"/>
                </a:cubicBezTo>
                <a:cubicBezTo>
                  <a:pt x="3389776" y="1539544"/>
                  <a:pt x="3403238" y="1547296"/>
                  <a:pt x="3414713" y="1557337"/>
                </a:cubicBezTo>
                <a:cubicBezTo>
                  <a:pt x="3422316" y="1563990"/>
                  <a:pt x="3429676" y="1571008"/>
                  <a:pt x="3436144" y="1578769"/>
                </a:cubicBezTo>
                <a:cubicBezTo>
                  <a:pt x="3441640" y="1585365"/>
                  <a:pt x="3444361" y="1594129"/>
                  <a:pt x="3450432" y="1600200"/>
                </a:cubicBezTo>
                <a:cubicBezTo>
                  <a:pt x="3456503" y="1606271"/>
                  <a:pt x="3464719" y="1609725"/>
                  <a:pt x="3471863" y="1614487"/>
                </a:cubicBezTo>
                <a:cubicBezTo>
                  <a:pt x="3505530" y="1664991"/>
                  <a:pt x="3461565" y="1604191"/>
                  <a:pt x="3514725" y="1657350"/>
                </a:cubicBezTo>
                <a:cubicBezTo>
                  <a:pt x="3520796" y="1663421"/>
                  <a:pt x="3522942" y="1672710"/>
                  <a:pt x="3529013" y="1678781"/>
                </a:cubicBezTo>
                <a:cubicBezTo>
                  <a:pt x="3537432" y="1687200"/>
                  <a:pt x="3548063" y="1693068"/>
                  <a:pt x="3557588" y="1700212"/>
                </a:cubicBezTo>
                <a:cubicBezTo>
                  <a:pt x="3570143" y="1737876"/>
                  <a:pt x="3556434" y="1707400"/>
                  <a:pt x="3586163" y="1743075"/>
                </a:cubicBezTo>
                <a:cubicBezTo>
                  <a:pt x="3591659" y="1749671"/>
                  <a:pt x="3593746" y="1759143"/>
                  <a:pt x="3600450" y="1764506"/>
                </a:cubicBezTo>
                <a:cubicBezTo>
                  <a:pt x="3606330" y="1769210"/>
                  <a:pt x="3614738" y="1769269"/>
                  <a:pt x="3621882" y="1771650"/>
                </a:cubicBezTo>
                <a:cubicBezTo>
                  <a:pt x="3624263" y="1778794"/>
                  <a:pt x="3625289" y="1786543"/>
                  <a:pt x="3629025" y="1793081"/>
                </a:cubicBezTo>
                <a:cubicBezTo>
                  <a:pt x="3641243" y="1814462"/>
                  <a:pt x="3655000" y="1826199"/>
                  <a:pt x="3671888" y="1843087"/>
                </a:cubicBezTo>
                <a:cubicBezTo>
                  <a:pt x="3696798" y="1892909"/>
                  <a:pt x="3672853" y="1852547"/>
                  <a:pt x="3707607" y="1893094"/>
                </a:cubicBezTo>
                <a:cubicBezTo>
                  <a:pt x="3715355" y="1902134"/>
                  <a:pt x="3722118" y="1911980"/>
                  <a:pt x="3729038" y="1921669"/>
                </a:cubicBezTo>
                <a:cubicBezTo>
                  <a:pt x="3734028" y="1928655"/>
                  <a:pt x="3737254" y="1937029"/>
                  <a:pt x="3743325" y="1943100"/>
                </a:cubicBezTo>
                <a:cubicBezTo>
                  <a:pt x="3754107" y="1953882"/>
                  <a:pt x="3767138" y="1962150"/>
                  <a:pt x="3779044" y="1971675"/>
                </a:cubicBezTo>
                <a:cubicBezTo>
                  <a:pt x="3787342" y="1996569"/>
                  <a:pt x="3791088" y="2011172"/>
                  <a:pt x="3807619" y="2035969"/>
                </a:cubicBezTo>
                <a:cubicBezTo>
                  <a:pt x="3813223" y="2044375"/>
                  <a:pt x="3821906" y="2050256"/>
                  <a:pt x="3829050" y="2057400"/>
                </a:cubicBezTo>
                <a:cubicBezTo>
                  <a:pt x="3831431" y="2066925"/>
                  <a:pt x="3831803" y="2077193"/>
                  <a:pt x="3836194" y="2085975"/>
                </a:cubicBezTo>
                <a:cubicBezTo>
                  <a:pt x="3849573" y="2112733"/>
                  <a:pt x="3861182" y="2114531"/>
                  <a:pt x="3879057" y="2135981"/>
                </a:cubicBezTo>
                <a:cubicBezTo>
                  <a:pt x="3908825" y="2171702"/>
                  <a:pt x="3875482" y="2145503"/>
                  <a:pt x="3914775" y="2171700"/>
                </a:cubicBezTo>
                <a:cubicBezTo>
                  <a:pt x="3919538" y="2183606"/>
                  <a:pt x="3921950" y="2196749"/>
                  <a:pt x="3929063" y="2207419"/>
                </a:cubicBezTo>
                <a:cubicBezTo>
                  <a:pt x="3964218" y="2260150"/>
                  <a:pt x="3949842" y="2213259"/>
                  <a:pt x="3971925" y="2257425"/>
                </a:cubicBezTo>
                <a:cubicBezTo>
                  <a:pt x="3975293" y="2264160"/>
                  <a:pt x="3975412" y="2272273"/>
                  <a:pt x="3979069" y="2278856"/>
                </a:cubicBezTo>
                <a:cubicBezTo>
                  <a:pt x="4000432" y="2317309"/>
                  <a:pt x="4003042" y="2317117"/>
                  <a:pt x="4029075" y="2343150"/>
                </a:cubicBezTo>
                <a:cubicBezTo>
                  <a:pt x="4036519" y="2365482"/>
                  <a:pt x="4043740" y="2393409"/>
                  <a:pt x="4064794" y="2407444"/>
                </a:cubicBezTo>
                <a:lnTo>
                  <a:pt x="4086225" y="2421731"/>
                </a:lnTo>
                <a:cubicBezTo>
                  <a:pt x="4116877" y="2483032"/>
                  <a:pt x="4081555" y="2424205"/>
                  <a:pt x="4121944" y="2464594"/>
                </a:cubicBezTo>
                <a:cubicBezTo>
                  <a:pt x="4169565" y="2512215"/>
                  <a:pt x="4100518" y="2462216"/>
                  <a:pt x="4157663" y="2500312"/>
                </a:cubicBezTo>
                <a:cubicBezTo>
                  <a:pt x="4192468" y="2552524"/>
                  <a:pt x="4146147" y="2490718"/>
                  <a:pt x="4200525" y="2536031"/>
                </a:cubicBezTo>
                <a:cubicBezTo>
                  <a:pt x="4207121" y="2541527"/>
                  <a:pt x="4208352" y="2551808"/>
                  <a:pt x="4214813" y="2557462"/>
                </a:cubicBezTo>
                <a:cubicBezTo>
                  <a:pt x="4227736" y="2568769"/>
                  <a:pt x="4243388" y="2576512"/>
                  <a:pt x="4257675" y="2586037"/>
                </a:cubicBezTo>
                <a:cubicBezTo>
                  <a:pt x="4264819" y="2590800"/>
                  <a:pt x="4273036" y="2594254"/>
                  <a:pt x="4279107" y="2600325"/>
                </a:cubicBezTo>
                <a:cubicBezTo>
                  <a:pt x="4286251" y="2607469"/>
                  <a:pt x="4292132" y="2616152"/>
                  <a:pt x="4300538" y="2621756"/>
                </a:cubicBezTo>
                <a:cubicBezTo>
                  <a:pt x="4306803" y="2625933"/>
                  <a:pt x="4315048" y="2625934"/>
                  <a:pt x="4321969" y="2628900"/>
                </a:cubicBezTo>
                <a:cubicBezTo>
                  <a:pt x="4331757" y="2633095"/>
                  <a:pt x="4341019" y="2638425"/>
                  <a:pt x="4350544" y="2643187"/>
                </a:cubicBezTo>
                <a:cubicBezTo>
                  <a:pt x="4357688" y="2652712"/>
                  <a:pt x="4362828" y="2664140"/>
                  <a:pt x="4371975" y="2671762"/>
                </a:cubicBezTo>
                <a:cubicBezTo>
                  <a:pt x="4376367" y="2675422"/>
                  <a:pt x="4420462" y="2685670"/>
                  <a:pt x="4421982" y="2686050"/>
                </a:cubicBezTo>
                <a:cubicBezTo>
                  <a:pt x="4431507" y="2693194"/>
                  <a:pt x="4440220" y="2701574"/>
                  <a:pt x="4450557" y="2707481"/>
                </a:cubicBezTo>
                <a:cubicBezTo>
                  <a:pt x="4457095" y="2711217"/>
                  <a:pt x="4464937" y="2711981"/>
                  <a:pt x="4471988" y="2714625"/>
                </a:cubicBezTo>
                <a:cubicBezTo>
                  <a:pt x="4525786" y="2734799"/>
                  <a:pt x="4488404" y="2724086"/>
                  <a:pt x="4536282" y="2736056"/>
                </a:cubicBezTo>
                <a:cubicBezTo>
                  <a:pt x="4545807" y="2743200"/>
                  <a:pt x="4554761" y="2751177"/>
                  <a:pt x="4564857" y="2757487"/>
                </a:cubicBezTo>
                <a:cubicBezTo>
                  <a:pt x="4573888" y="2763131"/>
                  <a:pt x="4583492" y="2767952"/>
                  <a:pt x="4593432" y="2771775"/>
                </a:cubicBezTo>
                <a:cubicBezTo>
                  <a:pt x="4638995" y="2789299"/>
                  <a:pt x="4647998" y="2790774"/>
                  <a:pt x="4686300" y="2800350"/>
                </a:cubicBezTo>
                <a:cubicBezTo>
                  <a:pt x="4703190" y="2817239"/>
                  <a:pt x="4714924" y="2830993"/>
                  <a:pt x="4736307" y="2843212"/>
                </a:cubicBezTo>
                <a:cubicBezTo>
                  <a:pt x="4763421" y="2858706"/>
                  <a:pt x="4754280" y="2839754"/>
                  <a:pt x="4779169" y="2864644"/>
                </a:cubicBezTo>
                <a:cubicBezTo>
                  <a:pt x="4797715" y="2883191"/>
                  <a:pt x="4803570" y="2899160"/>
                  <a:pt x="4814888" y="2921794"/>
                </a:cubicBezTo>
                <a:cubicBezTo>
                  <a:pt x="4812507" y="2947988"/>
                  <a:pt x="4812315" y="2974474"/>
                  <a:pt x="4807744" y="3000375"/>
                </a:cubicBezTo>
                <a:cubicBezTo>
                  <a:pt x="4805127" y="3015206"/>
                  <a:pt x="4797110" y="3028627"/>
                  <a:pt x="4793457" y="3043237"/>
                </a:cubicBezTo>
                <a:lnTo>
                  <a:pt x="4786313" y="3071812"/>
                </a:lnTo>
                <a:cubicBezTo>
                  <a:pt x="4794270" y="3095684"/>
                  <a:pt x="4794618" y="3094901"/>
                  <a:pt x="4800600" y="3121819"/>
                </a:cubicBezTo>
                <a:cubicBezTo>
                  <a:pt x="4804934" y="3141322"/>
                  <a:pt x="4806563" y="3160654"/>
                  <a:pt x="4814888" y="3178969"/>
                </a:cubicBezTo>
                <a:cubicBezTo>
                  <a:pt x="4840964" y="3236337"/>
                  <a:pt x="4835057" y="3224911"/>
                  <a:pt x="4864894" y="3264694"/>
                </a:cubicBezTo>
                <a:cubicBezTo>
                  <a:pt x="4867275" y="3274219"/>
                  <a:pt x="4866408" y="3285226"/>
                  <a:pt x="4872038" y="3293269"/>
                </a:cubicBezTo>
                <a:cubicBezTo>
                  <a:pt x="4917536" y="3358267"/>
                  <a:pt x="4896733" y="3323476"/>
                  <a:pt x="4936332" y="3343275"/>
                </a:cubicBezTo>
                <a:cubicBezTo>
                  <a:pt x="4991729" y="3370973"/>
                  <a:pt x="4925323" y="3346748"/>
                  <a:pt x="4979194" y="3364706"/>
                </a:cubicBezTo>
                <a:cubicBezTo>
                  <a:pt x="4993051" y="3362974"/>
                  <a:pt x="5057634" y="3370999"/>
                  <a:pt x="5050632" y="3328987"/>
                </a:cubicBezTo>
                <a:cubicBezTo>
                  <a:pt x="5049220" y="3320518"/>
                  <a:pt x="5036344" y="3319462"/>
                  <a:pt x="5029200" y="3314700"/>
                </a:cubicBezTo>
                <a:cubicBezTo>
                  <a:pt x="5005642" y="3244020"/>
                  <a:pt x="5035020" y="3338493"/>
                  <a:pt x="5014913" y="3157537"/>
                </a:cubicBezTo>
                <a:cubicBezTo>
                  <a:pt x="5012374" y="3134685"/>
                  <a:pt x="5005470" y="3098088"/>
                  <a:pt x="4986338" y="3078956"/>
                </a:cubicBezTo>
                <a:cubicBezTo>
                  <a:pt x="4980267" y="3072885"/>
                  <a:pt x="4972051" y="3069431"/>
                  <a:pt x="4964907" y="3064669"/>
                </a:cubicBezTo>
                <a:cubicBezTo>
                  <a:pt x="4949320" y="3017907"/>
                  <a:pt x="4970969" y="3063803"/>
                  <a:pt x="4936332" y="3036094"/>
                </a:cubicBezTo>
                <a:cubicBezTo>
                  <a:pt x="4929627" y="3030730"/>
                  <a:pt x="4929031" y="3019652"/>
                  <a:pt x="4922044" y="3014662"/>
                </a:cubicBezTo>
                <a:cubicBezTo>
                  <a:pt x="4911609" y="3007209"/>
                  <a:pt x="4897795" y="3006110"/>
                  <a:pt x="4886325" y="3000375"/>
                </a:cubicBezTo>
                <a:cubicBezTo>
                  <a:pt x="4830932" y="2972679"/>
                  <a:pt x="4897330" y="2996898"/>
                  <a:pt x="4843463" y="2978944"/>
                </a:cubicBezTo>
                <a:cubicBezTo>
                  <a:pt x="4841082" y="2971800"/>
                  <a:pt x="4841023" y="2963392"/>
                  <a:pt x="4836319" y="2957512"/>
                </a:cubicBezTo>
                <a:cubicBezTo>
                  <a:pt x="4830956" y="2950808"/>
                  <a:pt x="4815459" y="2951792"/>
                  <a:pt x="4814888" y="2943225"/>
                </a:cubicBezTo>
                <a:cubicBezTo>
                  <a:pt x="4811887" y="2898210"/>
                  <a:pt x="4823702" y="2866775"/>
                  <a:pt x="4836319" y="2828925"/>
                </a:cubicBezTo>
                <a:cubicBezTo>
                  <a:pt x="4833938" y="2764631"/>
                  <a:pt x="4833188" y="2700256"/>
                  <a:pt x="4829175" y="2636044"/>
                </a:cubicBezTo>
                <a:cubicBezTo>
                  <a:pt x="4828418" y="2623926"/>
                  <a:pt x="4826295" y="2611694"/>
                  <a:pt x="4822032" y="2600325"/>
                </a:cubicBezTo>
                <a:cubicBezTo>
                  <a:pt x="4810141" y="2568614"/>
                  <a:pt x="4807105" y="2583390"/>
                  <a:pt x="4779169" y="2571750"/>
                </a:cubicBezTo>
                <a:cubicBezTo>
                  <a:pt x="4759509" y="2563558"/>
                  <a:pt x="4722019" y="2543175"/>
                  <a:pt x="4722019" y="2543175"/>
                </a:cubicBezTo>
                <a:cubicBezTo>
                  <a:pt x="4695825" y="2545556"/>
                  <a:pt x="4668728" y="2543093"/>
                  <a:pt x="4643438" y="2550319"/>
                </a:cubicBezTo>
                <a:cubicBezTo>
                  <a:pt x="4633724" y="2553094"/>
                  <a:pt x="4623260" y="2561725"/>
                  <a:pt x="4622007" y="2571750"/>
                </a:cubicBezTo>
                <a:cubicBezTo>
                  <a:pt x="4618156" y="2602558"/>
                  <a:pt x="4623754" y="2634044"/>
                  <a:pt x="4629150" y="2664619"/>
                </a:cubicBezTo>
                <a:cubicBezTo>
                  <a:pt x="4631001" y="2675106"/>
                  <a:pt x="4639483" y="2683306"/>
                  <a:pt x="4643438" y="2693194"/>
                </a:cubicBezTo>
                <a:cubicBezTo>
                  <a:pt x="4649031" y="2707177"/>
                  <a:pt x="4652963" y="2721769"/>
                  <a:pt x="4657725" y="2736056"/>
                </a:cubicBezTo>
                <a:cubicBezTo>
                  <a:pt x="4659374" y="2741003"/>
                  <a:pt x="4674256" y="2783819"/>
                  <a:pt x="4672013" y="2786062"/>
                </a:cubicBezTo>
                <a:cubicBezTo>
                  <a:pt x="4665071" y="2793005"/>
                  <a:pt x="4652963" y="2781300"/>
                  <a:pt x="4643438" y="2778919"/>
                </a:cubicBezTo>
                <a:cubicBezTo>
                  <a:pt x="4641057" y="2762250"/>
                  <a:pt x="4639596" y="2745423"/>
                  <a:pt x="4636294" y="2728912"/>
                </a:cubicBezTo>
                <a:cubicBezTo>
                  <a:pt x="4622661" y="2660746"/>
                  <a:pt x="4580649" y="2736572"/>
                  <a:pt x="4643438" y="2571750"/>
                </a:cubicBezTo>
                <a:cubicBezTo>
                  <a:pt x="4648799" y="2557676"/>
                  <a:pt x="4672830" y="2564197"/>
                  <a:pt x="4686300" y="2557462"/>
                </a:cubicBezTo>
                <a:cubicBezTo>
                  <a:pt x="4695825" y="2552700"/>
                  <a:pt x="4705087" y="2547370"/>
                  <a:pt x="4714875" y="2543175"/>
                </a:cubicBezTo>
                <a:cubicBezTo>
                  <a:pt x="4729223" y="2537026"/>
                  <a:pt x="4750381" y="2532512"/>
                  <a:pt x="4764882" y="2528887"/>
                </a:cubicBezTo>
                <a:cubicBezTo>
                  <a:pt x="4762501" y="2507456"/>
                  <a:pt x="4760527" y="2485976"/>
                  <a:pt x="4757738" y="2464594"/>
                </a:cubicBezTo>
                <a:cubicBezTo>
                  <a:pt x="4753382" y="2431201"/>
                  <a:pt x="4751617" y="2397252"/>
                  <a:pt x="4743450" y="2364581"/>
                </a:cubicBezTo>
                <a:cubicBezTo>
                  <a:pt x="4741069" y="2355056"/>
                  <a:pt x="4740175" y="2345030"/>
                  <a:pt x="4736307" y="2336006"/>
                </a:cubicBezTo>
                <a:cubicBezTo>
                  <a:pt x="4732925" y="2328114"/>
                  <a:pt x="4726782" y="2321719"/>
                  <a:pt x="4722019" y="2314575"/>
                </a:cubicBezTo>
                <a:cubicBezTo>
                  <a:pt x="4704596" y="2244887"/>
                  <a:pt x="4725870" y="2331905"/>
                  <a:pt x="4707732" y="2250281"/>
                </a:cubicBezTo>
                <a:cubicBezTo>
                  <a:pt x="4705602" y="2240697"/>
                  <a:pt x="4702718" y="2231290"/>
                  <a:pt x="4700588" y="2221706"/>
                </a:cubicBezTo>
                <a:cubicBezTo>
                  <a:pt x="4698119" y="2210594"/>
                  <a:pt x="4691052" y="2170084"/>
                  <a:pt x="4686300" y="2157412"/>
                </a:cubicBezTo>
                <a:cubicBezTo>
                  <a:pt x="4682561" y="2147441"/>
                  <a:pt x="4676775" y="2138362"/>
                  <a:pt x="4672013" y="2128837"/>
                </a:cubicBezTo>
                <a:cubicBezTo>
                  <a:pt x="4669632" y="2116931"/>
                  <a:pt x="4667599" y="2104950"/>
                  <a:pt x="4664869" y="2093119"/>
                </a:cubicBezTo>
                <a:cubicBezTo>
                  <a:pt x="4660454" y="2073986"/>
                  <a:pt x="4654433" y="2055224"/>
                  <a:pt x="4650582" y="2035969"/>
                </a:cubicBezTo>
                <a:cubicBezTo>
                  <a:pt x="4648201" y="2024063"/>
                  <a:pt x="4646383" y="2012030"/>
                  <a:pt x="4643438" y="2000250"/>
                </a:cubicBezTo>
                <a:cubicBezTo>
                  <a:pt x="4641612" y="1992945"/>
                  <a:pt x="4638120" y="1986124"/>
                  <a:pt x="4636294" y="1978819"/>
                </a:cubicBezTo>
                <a:cubicBezTo>
                  <a:pt x="4622624" y="1924140"/>
                  <a:pt x="4635021" y="1955361"/>
                  <a:pt x="4622007" y="1885950"/>
                </a:cubicBezTo>
                <a:cubicBezTo>
                  <a:pt x="4602939" y="1784255"/>
                  <a:pt x="4617692" y="1864918"/>
                  <a:pt x="4593432" y="1800225"/>
                </a:cubicBezTo>
                <a:cubicBezTo>
                  <a:pt x="4586619" y="1782057"/>
                  <a:pt x="4582231" y="1745250"/>
                  <a:pt x="4579144" y="1728787"/>
                </a:cubicBezTo>
                <a:cubicBezTo>
                  <a:pt x="4574669" y="1704919"/>
                  <a:pt x="4564857" y="1657350"/>
                  <a:pt x="4564857" y="1657350"/>
                </a:cubicBezTo>
                <a:cubicBezTo>
                  <a:pt x="4562476" y="1628775"/>
                  <a:pt x="4561270" y="1600078"/>
                  <a:pt x="4557713" y="1571625"/>
                </a:cubicBezTo>
                <a:cubicBezTo>
                  <a:pt x="4556495" y="1561883"/>
                  <a:pt x="4551867" y="1552782"/>
                  <a:pt x="4550569" y="1543050"/>
                </a:cubicBezTo>
                <a:cubicBezTo>
                  <a:pt x="4539508" y="1460097"/>
                  <a:pt x="4547330" y="1441127"/>
                  <a:pt x="4529138" y="1350169"/>
                </a:cubicBezTo>
                <a:cubicBezTo>
                  <a:pt x="4524878" y="1328868"/>
                  <a:pt x="4512226" y="1257931"/>
                  <a:pt x="4500563" y="1250156"/>
                </a:cubicBezTo>
                <a:cubicBezTo>
                  <a:pt x="4493419" y="1245394"/>
                  <a:pt x="4487023" y="1239251"/>
                  <a:pt x="4479132" y="1235869"/>
                </a:cubicBezTo>
                <a:cubicBezTo>
                  <a:pt x="4470108" y="1232001"/>
                  <a:pt x="4459997" y="1231422"/>
                  <a:pt x="4450557" y="1228725"/>
                </a:cubicBezTo>
                <a:cubicBezTo>
                  <a:pt x="4443316" y="1226656"/>
                  <a:pt x="4436269" y="1223962"/>
                  <a:pt x="4429125" y="1221581"/>
                </a:cubicBezTo>
                <a:cubicBezTo>
                  <a:pt x="4421981" y="1226344"/>
                  <a:pt x="4413765" y="1229798"/>
                  <a:pt x="4407694" y="1235869"/>
                </a:cubicBezTo>
                <a:cubicBezTo>
                  <a:pt x="4389148" y="1254416"/>
                  <a:pt x="4383293" y="1270385"/>
                  <a:pt x="4371975" y="1293019"/>
                </a:cubicBezTo>
                <a:cubicBezTo>
                  <a:pt x="4354800" y="1361720"/>
                  <a:pt x="4369470" y="1334460"/>
                  <a:pt x="4336257" y="1378744"/>
                </a:cubicBezTo>
                <a:cubicBezTo>
                  <a:pt x="4323103" y="1431358"/>
                  <a:pt x="4323330" y="1411402"/>
                  <a:pt x="4350544" y="1493044"/>
                </a:cubicBezTo>
                <a:cubicBezTo>
                  <a:pt x="4353259" y="1501189"/>
                  <a:pt x="4358128" y="1509112"/>
                  <a:pt x="4364832" y="1514475"/>
                </a:cubicBezTo>
                <a:cubicBezTo>
                  <a:pt x="4370712" y="1519179"/>
                  <a:pt x="4379681" y="1517962"/>
                  <a:pt x="4386263" y="1521619"/>
                </a:cubicBezTo>
                <a:cubicBezTo>
                  <a:pt x="4401273" y="1529958"/>
                  <a:pt x="4429125" y="1550194"/>
                  <a:pt x="4429125" y="1550194"/>
                </a:cubicBezTo>
                <a:cubicBezTo>
                  <a:pt x="4448175" y="1547813"/>
                  <a:pt x="4467386" y="1546484"/>
                  <a:pt x="4486275" y="1543050"/>
                </a:cubicBezTo>
                <a:cubicBezTo>
                  <a:pt x="4493684" y="1541703"/>
                  <a:pt x="4501827" y="1540610"/>
                  <a:pt x="4507707" y="1535906"/>
                </a:cubicBezTo>
                <a:cubicBezTo>
                  <a:pt x="4514411" y="1530543"/>
                  <a:pt x="4518507" y="1522321"/>
                  <a:pt x="4521994" y="1514475"/>
                </a:cubicBezTo>
                <a:cubicBezTo>
                  <a:pt x="4528111" y="1500712"/>
                  <a:pt x="4536282" y="1471612"/>
                  <a:pt x="4536282" y="1471612"/>
                </a:cubicBezTo>
                <a:cubicBezTo>
                  <a:pt x="4533901" y="1454943"/>
                  <a:pt x="4533977" y="1437734"/>
                  <a:pt x="4529138" y="1421606"/>
                </a:cubicBezTo>
                <a:cubicBezTo>
                  <a:pt x="4526671" y="1413382"/>
                  <a:pt x="4517565" y="1408320"/>
                  <a:pt x="4514850" y="1400175"/>
                </a:cubicBezTo>
                <a:cubicBezTo>
                  <a:pt x="4510270" y="1386434"/>
                  <a:pt x="4510548" y="1371515"/>
                  <a:pt x="4507707" y="1357312"/>
                </a:cubicBezTo>
                <a:cubicBezTo>
                  <a:pt x="4505782" y="1347684"/>
                  <a:pt x="4502693" y="1338321"/>
                  <a:pt x="4500563" y="1328737"/>
                </a:cubicBezTo>
                <a:cubicBezTo>
                  <a:pt x="4493906" y="1298781"/>
                  <a:pt x="4491445" y="1281177"/>
                  <a:pt x="4486275" y="1250156"/>
                </a:cubicBezTo>
                <a:cubicBezTo>
                  <a:pt x="4483894" y="1188244"/>
                  <a:pt x="4482305" y="1126296"/>
                  <a:pt x="4479132" y="1064419"/>
                </a:cubicBezTo>
                <a:cubicBezTo>
                  <a:pt x="4475924" y="1001861"/>
                  <a:pt x="4472495" y="971779"/>
                  <a:pt x="4464844" y="914400"/>
                </a:cubicBezTo>
                <a:cubicBezTo>
                  <a:pt x="4462619" y="897710"/>
                  <a:pt x="4460468" y="881003"/>
                  <a:pt x="4457700" y="864394"/>
                </a:cubicBezTo>
                <a:cubicBezTo>
                  <a:pt x="4455704" y="852417"/>
                  <a:pt x="4456581" y="839217"/>
                  <a:pt x="4450557" y="828675"/>
                </a:cubicBezTo>
                <a:cubicBezTo>
                  <a:pt x="4446297" y="821220"/>
                  <a:pt x="4436269" y="819150"/>
                  <a:pt x="4429125" y="814387"/>
                </a:cubicBezTo>
                <a:cubicBezTo>
                  <a:pt x="4412456" y="816768"/>
                  <a:pt x="4394179" y="814001"/>
                  <a:pt x="4379119" y="821531"/>
                </a:cubicBezTo>
                <a:cubicBezTo>
                  <a:pt x="4355721" y="833230"/>
                  <a:pt x="4354600" y="865547"/>
                  <a:pt x="4350544" y="885825"/>
                </a:cubicBezTo>
                <a:cubicBezTo>
                  <a:pt x="4353426" y="900232"/>
                  <a:pt x="4351790" y="935831"/>
                  <a:pt x="4379119" y="935831"/>
                </a:cubicBezTo>
                <a:cubicBezTo>
                  <a:pt x="4394179" y="935831"/>
                  <a:pt x="4421982" y="921544"/>
                  <a:pt x="4421982" y="921544"/>
                </a:cubicBezTo>
                <a:cubicBezTo>
                  <a:pt x="4426744" y="914400"/>
                  <a:pt x="4432887" y="908004"/>
                  <a:pt x="4436269" y="900112"/>
                </a:cubicBezTo>
                <a:cubicBezTo>
                  <a:pt x="4440136" y="891088"/>
                  <a:pt x="4443413" y="881355"/>
                  <a:pt x="4443413" y="871537"/>
                </a:cubicBezTo>
                <a:cubicBezTo>
                  <a:pt x="4443413" y="807199"/>
                  <a:pt x="4439838" y="742895"/>
                  <a:pt x="4436269" y="678656"/>
                </a:cubicBezTo>
                <a:cubicBezTo>
                  <a:pt x="4434991" y="655656"/>
                  <a:pt x="4429295" y="605460"/>
                  <a:pt x="4421982" y="578644"/>
                </a:cubicBezTo>
                <a:cubicBezTo>
                  <a:pt x="4397721" y="489686"/>
                  <a:pt x="4415356" y="581753"/>
                  <a:pt x="4400550" y="492919"/>
                </a:cubicBezTo>
                <a:cubicBezTo>
                  <a:pt x="4398169" y="461963"/>
                  <a:pt x="4396836" y="430908"/>
                  <a:pt x="4393407" y="400050"/>
                </a:cubicBezTo>
                <a:cubicBezTo>
                  <a:pt x="4392068" y="387997"/>
                  <a:pt x="4382957" y="349189"/>
                  <a:pt x="4379119" y="335756"/>
                </a:cubicBezTo>
                <a:cubicBezTo>
                  <a:pt x="4377050" y="328516"/>
                  <a:pt x="4377300" y="319650"/>
                  <a:pt x="4371975" y="314325"/>
                </a:cubicBezTo>
                <a:cubicBezTo>
                  <a:pt x="4359833" y="302183"/>
                  <a:pt x="4329113" y="285750"/>
                  <a:pt x="4329113" y="285750"/>
                </a:cubicBezTo>
                <a:cubicBezTo>
                  <a:pt x="4295307" y="289976"/>
                  <a:pt x="4273688" y="284026"/>
                  <a:pt x="4250532" y="307181"/>
                </a:cubicBezTo>
                <a:cubicBezTo>
                  <a:pt x="4244461" y="313252"/>
                  <a:pt x="4241007" y="321468"/>
                  <a:pt x="4236244" y="328612"/>
                </a:cubicBezTo>
                <a:cubicBezTo>
                  <a:pt x="4226601" y="386469"/>
                  <a:pt x="4222405" y="390538"/>
                  <a:pt x="4236244" y="464344"/>
                </a:cubicBezTo>
                <a:cubicBezTo>
                  <a:pt x="4237826" y="472783"/>
                  <a:pt x="4243251" y="481225"/>
                  <a:pt x="4250532" y="485775"/>
                </a:cubicBezTo>
                <a:cubicBezTo>
                  <a:pt x="4263303" y="493757"/>
                  <a:pt x="4293394" y="500062"/>
                  <a:pt x="4293394" y="500062"/>
                </a:cubicBezTo>
                <a:cubicBezTo>
                  <a:pt x="4314825" y="495300"/>
                  <a:pt x="4338052" y="495593"/>
                  <a:pt x="4357688" y="485775"/>
                </a:cubicBezTo>
                <a:cubicBezTo>
                  <a:pt x="4364423" y="482408"/>
                  <a:pt x="4363485" y="471753"/>
                  <a:pt x="4364832" y="464344"/>
                </a:cubicBezTo>
                <a:cubicBezTo>
                  <a:pt x="4368266" y="445455"/>
                  <a:pt x="4369594" y="426244"/>
                  <a:pt x="4371975" y="407194"/>
                </a:cubicBezTo>
                <a:cubicBezTo>
                  <a:pt x="4369594" y="350044"/>
                  <a:pt x="4373214" y="292326"/>
                  <a:pt x="4364832" y="235744"/>
                </a:cubicBezTo>
                <a:cubicBezTo>
                  <a:pt x="4362410" y="219398"/>
                  <a:pt x="4324462" y="205532"/>
                  <a:pt x="4314825" y="200025"/>
                </a:cubicBezTo>
                <a:cubicBezTo>
                  <a:pt x="4307370" y="195765"/>
                  <a:pt x="4301073" y="189577"/>
                  <a:pt x="4293394" y="185737"/>
                </a:cubicBezTo>
                <a:cubicBezTo>
                  <a:pt x="4281980" y="180030"/>
                  <a:pt x="4254062" y="174500"/>
                  <a:pt x="4243388" y="171450"/>
                </a:cubicBezTo>
                <a:cubicBezTo>
                  <a:pt x="4192132" y="156805"/>
                  <a:pt x="4258859" y="171687"/>
                  <a:pt x="4186238" y="157162"/>
                </a:cubicBezTo>
                <a:cubicBezTo>
                  <a:pt x="4179094" y="161925"/>
                  <a:pt x="4172698" y="168068"/>
                  <a:pt x="4164807" y="171450"/>
                </a:cubicBezTo>
                <a:cubicBezTo>
                  <a:pt x="4155783" y="175318"/>
                  <a:pt x="4145425" y="175147"/>
                  <a:pt x="4136232" y="178594"/>
                </a:cubicBezTo>
                <a:cubicBezTo>
                  <a:pt x="4126261" y="182333"/>
                  <a:pt x="4117182" y="188119"/>
                  <a:pt x="4107657" y="192881"/>
                </a:cubicBezTo>
                <a:cubicBezTo>
                  <a:pt x="4098132" y="202406"/>
                  <a:pt x="4090505" y="214317"/>
                  <a:pt x="4079082" y="221456"/>
                </a:cubicBezTo>
                <a:cubicBezTo>
                  <a:pt x="4070756" y="226660"/>
                  <a:pt x="4060325" y="228600"/>
                  <a:pt x="4050507" y="228600"/>
                </a:cubicBezTo>
                <a:cubicBezTo>
                  <a:pt x="3967129" y="228600"/>
                  <a:pt x="3883819" y="223837"/>
                  <a:pt x="3800475" y="221456"/>
                </a:cubicBezTo>
                <a:lnTo>
                  <a:pt x="3764757" y="214312"/>
                </a:lnTo>
                <a:cubicBezTo>
                  <a:pt x="3750506" y="211721"/>
                  <a:pt x="3736097" y="210010"/>
                  <a:pt x="3721894" y="207169"/>
                </a:cubicBezTo>
                <a:cubicBezTo>
                  <a:pt x="3712266" y="205244"/>
                  <a:pt x="3702844" y="202406"/>
                  <a:pt x="3693319" y="200025"/>
                </a:cubicBezTo>
                <a:lnTo>
                  <a:pt x="3643313" y="150019"/>
                </a:lnTo>
                <a:cubicBezTo>
                  <a:pt x="3636169" y="142875"/>
                  <a:pt x="3631683" y="131037"/>
                  <a:pt x="3621882" y="128587"/>
                </a:cubicBezTo>
                <a:lnTo>
                  <a:pt x="3593307" y="121444"/>
                </a:lnTo>
                <a:cubicBezTo>
                  <a:pt x="3499976" y="51444"/>
                  <a:pt x="3616382" y="137924"/>
                  <a:pt x="3543300" y="85725"/>
                </a:cubicBezTo>
                <a:cubicBezTo>
                  <a:pt x="3533611" y="78805"/>
                  <a:pt x="3525374" y="69619"/>
                  <a:pt x="3514725" y="64294"/>
                </a:cubicBezTo>
                <a:cubicBezTo>
                  <a:pt x="3500832" y="57348"/>
                  <a:pt x="3434067" y="39382"/>
                  <a:pt x="3421857" y="35719"/>
                </a:cubicBezTo>
                <a:cubicBezTo>
                  <a:pt x="3403727" y="30280"/>
                  <a:pt x="3381078" y="21563"/>
                  <a:pt x="3364707" y="14287"/>
                </a:cubicBezTo>
                <a:cubicBezTo>
                  <a:pt x="3354976" y="9962"/>
                  <a:pt x="3345657" y="4762"/>
                  <a:pt x="3336132" y="0"/>
                </a:cubicBezTo>
                <a:cubicBezTo>
                  <a:pt x="3189927" y="21931"/>
                  <a:pt x="3227310" y="-12622"/>
                  <a:pt x="3186113" y="28575"/>
                </a:cubicBezTo>
              </a:path>
            </a:pathLst>
          </a:cu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030C191-9B79-4216-8934-621AB8C5BB6D}"/>
              </a:ext>
            </a:extLst>
          </p:cNvPr>
          <p:cNvSpPr/>
          <p:nvPr/>
        </p:nvSpPr>
        <p:spPr>
          <a:xfrm>
            <a:off x="3871913" y="1485900"/>
            <a:ext cx="5207793" cy="3521869"/>
          </a:xfrm>
          <a:custGeom>
            <a:avLst/>
            <a:gdLst>
              <a:gd name="connsiteX0" fmla="*/ 0 w 5207793"/>
              <a:gd name="connsiteY0" fmla="*/ 3464719 h 3521869"/>
              <a:gd name="connsiteX1" fmla="*/ 7143 w 5207793"/>
              <a:gd name="connsiteY1" fmla="*/ 3386138 h 3521869"/>
              <a:gd name="connsiteX2" fmla="*/ 14287 w 5207793"/>
              <a:gd name="connsiteY2" fmla="*/ 3364706 h 3521869"/>
              <a:gd name="connsiteX3" fmla="*/ 21431 w 5207793"/>
              <a:gd name="connsiteY3" fmla="*/ 3328988 h 3521869"/>
              <a:gd name="connsiteX4" fmla="*/ 28575 w 5207793"/>
              <a:gd name="connsiteY4" fmla="*/ 3300413 h 3521869"/>
              <a:gd name="connsiteX5" fmla="*/ 35718 w 5207793"/>
              <a:gd name="connsiteY5" fmla="*/ 3250406 h 3521869"/>
              <a:gd name="connsiteX6" fmla="*/ 57150 w 5207793"/>
              <a:gd name="connsiteY6" fmla="*/ 3200400 h 3521869"/>
              <a:gd name="connsiteX7" fmla="*/ 64293 w 5207793"/>
              <a:gd name="connsiteY7" fmla="*/ 3178969 h 3521869"/>
              <a:gd name="connsiteX8" fmla="*/ 92868 w 5207793"/>
              <a:gd name="connsiteY8" fmla="*/ 3157538 h 3521869"/>
              <a:gd name="connsiteX9" fmla="*/ 121443 w 5207793"/>
              <a:gd name="connsiteY9" fmla="*/ 3107531 h 3521869"/>
              <a:gd name="connsiteX10" fmla="*/ 150018 w 5207793"/>
              <a:gd name="connsiteY10" fmla="*/ 3086100 h 3521869"/>
              <a:gd name="connsiteX11" fmla="*/ 171450 w 5207793"/>
              <a:gd name="connsiteY11" fmla="*/ 3057525 h 3521869"/>
              <a:gd name="connsiteX12" fmla="*/ 242887 w 5207793"/>
              <a:gd name="connsiteY12" fmla="*/ 3014663 h 3521869"/>
              <a:gd name="connsiteX13" fmla="*/ 264318 w 5207793"/>
              <a:gd name="connsiteY13" fmla="*/ 2957513 h 3521869"/>
              <a:gd name="connsiteX14" fmla="*/ 292893 w 5207793"/>
              <a:gd name="connsiteY14" fmla="*/ 2900363 h 3521869"/>
              <a:gd name="connsiteX15" fmla="*/ 307181 w 5207793"/>
              <a:gd name="connsiteY15" fmla="*/ 2664619 h 3521869"/>
              <a:gd name="connsiteX16" fmla="*/ 328612 w 5207793"/>
              <a:gd name="connsiteY16" fmla="*/ 2564606 h 3521869"/>
              <a:gd name="connsiteX17" fmla="*/ 335756 w 5207793"/>
              <a:gd name="connsiteY17" fmla="*/ 2521744 h 3521869"/>
              <a:gd name="connsiteX18" fmla="*/ 350043 w 5207793"/>
              <a:gd name="connsiteY18" fmla="*/ 2500313 h 3521869"/>
              <a:gd name="connsiteX19" fmla="*/ 364331 w 5207793"/>
              <a:gd name="connsiteY19" fmla="*/ 2450306 h 3521869"/>
              <a:gd name="connsiteX20" fmla="*/ 371475 w 5207793"/>
              <a:gd name="connsiteY20" fmla="*/ 2407444 h 3521869"/>
              <a:gd name="connsiteX21" fmla="*/ 385762 w 5207793"/>
              <a:gd name="connsiteY21" fmla="*/ 2357438 h 3521869"/>
              <a:gd name="connsiteX22" fmla="*/ 392906 w 5207793"/>
              <a:gd name="connsiteY22" fmla="*/ 2328863 h 3521869"/>
              <a:gd name="connsiteX23" fmla="*/ 407193 w 5207793"/>
              <a:gd name="connsiteY23" fmla="*/ 2307431 h 3521869"/>
              <a:gd name="connsiteX24" fmla="*/ 421481 w 5207793"/>
              <a:gd name="connsiteY24" fmla="*/ 2257425 h 3521869"/>
              <a:gd name="connsiteX25" fmla="*/ 428625 w 5207793"/>
              <a:gd name="connsiteY25" fmla="*/ 2228850 h 3521869"/>
              <a:gd name="connsiteX26" fmla="*/ 442912 w 5207793"/>
              <a:gd name="connsiteY26" fmla="*/ 2207419 h 3521869"/>
              <a:gd name="connsiteX27" fmla="*/ 464343 w 5207793"/>
              <a:gd name="connsiteY27" fmla="*/ 2150269 h 3521869"/>
              <a:gd name="connsiteX28" fmla="*/ 478631 w 5207793"/>
              <a:gd name="connsiteY28" fmla="*/ 2078831 h 3521869"/>
              <a:gd name="connsiteX29" fmla="*/ 485775 w 5207793"/>
              <a:gd name="connsiteY29" fmla="*/ 2050256 h 3521869"/>
              <a:gd name="connsiteX30" fmla="*/ 492918 w 5207793"/>
              <a:gd name="connsiteY30" fmla="*/ 2014538 h 3521869"/>
              <a:gd name="connsiteX31" fmla="*/ 500062 w 5207793"/>
              <a:gd name="connsiteY31" fmla="*/ 1993106 h 3521869"/>
              <a:gd name="connsiteX32" fmla="*/ 507206 w 5207793"/>
              <a:gd name="connsiteY32" fmla="*/ 1957388 h 3521869"/>
              <a:gd name="connsiteX33" fmla="*/ 514350 w 5207793"/>
              <a:gd name="connsiteY33" fmla="*/ 1935956 h 3521869"/>
              <a:gd name="connsiteX34" fmla="*/ 528637 w 5207793"/>
              <a:gd name="connsiteY34" fmla="*/ 1878806 h 3521869"/>
              <a:gd name="connsiteX35" fmla="*/ 535781 w 5207793"/>
              <a:gd name="connsiteY35" fmla="*/ 1785938 h 3521869"/>
              <a:gd name="connsiteX36" fmla="*/ 542925 w 5207793"/>
              <a:gd name="connsiteY36" fmla="*/ 1721644 h 3521869"/>
              <a:gd name="connsiteX37" fmla="*/ 535781 w 5207793"/>
              <a:gd name="connsiteY37" fmla="*/ 1578769 h 3521869"/>
              <a:gd name="connsiteX38" fmla="*/ 521493 w 5207793"/>
              <a:gd name="connsiteY38" fmla="*/ 1535906 h 3521869"/>
              <a:gd name="connsiteX39" fmla="*/ 528637 w 5207793"/>
              <a:gd name="connsiteY39" fmla="*/ 1400175 h 3521869"/>
              <a:gd name="connsiteX40" fmla="*/ 542925 w 5207793"/>
              <a:gd name="connsiteY40" fmla="*/ 1371600 h 3521869"/>
              <a:gd name="connsiteX41" fmla="*/ 564356 w 5207793"/>
              <a:gd name="connsiteY41" fmla="*/ 1293019 h 3521869"/>
              <a:gd name="connsiteX42" fmla="*/ 578643 w 5207793"/>
              <a:gd name="connsiteY42" fmla="*/ 964406 h 3521869"/>
              <a:gd name="connsiteX43" fmla="*/ 585787 w 5207793"/>
              <a:gd name="connsiteY43" fmla="*/ 907256 h 3521869"/>
              <a:gd name="connsiteX44" fmla="*/ 578643 w 5207793"/>
              <a:gd name="connsiteY44" fmla="*/ 385763 h 3521869"/>
              <a:gd name="connsiteX45" fmla="*/ 607218 w 5207793"/>
              <a:gd name="connsiteY45" fmla="*/ 278606 h 3521869"/>
              <a:gd name="connsiteX46" fmla="*/ 628650 w 5207793"/>
              <a:gd name="connsiteY46" fmla="*/ 228600 h 3521869"/>
              <a:gd name="connsiteX47" fmla="*/ 650081 w 5207793"/>
              <a:gd name="connsiteY47" fmla="*/ 200025 h 3521869"/>
              <a:gd name="connsiteX48" fmla="*/ 664368 w 5207793"/>
              <a:gd name="connsiteY48" fmla="*/ 171450 h 3521869"/>
              <a:gd name="connsiteX49" fmla="*/ 678656 w 5207793"/>
              <a:gd name="connsiteY49" fmla="*/ 150019 h 3521869"/>
              <a:gd name="connsiteX50" fmla="*/ 685800 w 5207793"/>
              <a:gd name="connsiteY50" fmla="*/ 128588 h 3521869"/>
              <a:gd name="connsiteX51" fmla="*/ 714375 w 5207793"/>
              <a:gd name="connsiteY51" fmla="*/ 100013 h 3521869"/>
              <a:gd name="connsiteX52" fmla="*/ 735806 w 5207793"/>
              <a:gd name="connsiteY52" fmla="*/ 71438 h 3521869"/>
              <a:gd name="connsiteX53" fmla="*/ 757237 w 5207793"/>
              <a:gd name="connsiteY53" fmla="*/ 50006 h 3521869"/>
              <a:gd name="connsiteX54" fmla="*/ 778668 w 5207793"/>
              <a:gd name="connsiteY54" fmla="*/ 21431 h 3521869"/>
              <a:gd name="connsiteX55" fmla="*/ 800100 w 5207793"/>
              <a:gd name="connsiteY55" fmla="*/ 14288 h 3521869"/>
              <a:gd name="connsiteX56" fmla="*/ 935831 w 5207793"/>
              <a:gd name="connsiteY56" fmla="*/ 28575 h 3521869"/>
              <a:gd name="connsiteX57" fmla="*/ 964406 w 5207793"/>
              <a:gd name="connsiteY57" fmla="*/ 50006 h 3521869"/>
              <a:gd name="connsiteX58" fmla="*/ 1014412 w 5207793"/>
              <a:gd name="connsiteY58" fmla="*/ 78581 h 3521869"/>
              <a:gd name="connsiteX59" fmla="*/ 1035843 w 5207793"/>
              <a:gd name="connsiteY59" fmla="*/ 100013 h 3521869"/>
              <a:gd name="connsiteX60" fmla="*/ 1064418 w 5207793"/>
              <a:gd name="connsiteY60" fmla="*/ 114300 h 3521869"/>
              <a:gd name="connsiteX61" fmla="*/ 1085850 w 5207793"/>
              <a:gd name="connsiteY61" fmla="*/ 128588 h 3521869"/>
              <a:gd name="connsiteX62" fmla="*/ 1128712 w 5207793"/>
              <a:gd name="connsiteY62" fmla="*/ 150019 h 3521869"/>
              <a:gd name="connsiteX63" fmla="*/ 1185862 w 5207793"/>
              <a:gd name="connsiteY63" fmla="*/ 178594 h 3521869"/>
              <a:gd name="connsiteX64" fmla="*/ 1207293 w 5207793"/>
              <a:gd name="connsiteY64" fmla="*/ 192881 h 3521869"/>
              <a:gd name="connsiteX65" fmla="*/ 1228725 w 5207793"/>
              <a:gd name="connsiteY65" fmla="*/ 200025 h 3521869"/>
              <a:gd name="connsiteX66" fmla="*/ 1257300 w 5207793"/>
              <a:gd name="connsiteY66" fmla="*/ 221456 h 3521869"/>
              <a:gd name="connsiteX67" fmla="*/ 1278731 w 5207793"/>
              <a:gd name="connsiteY67" fmla="*/ 235744 h 3521869"/>
              <a:gd name="connsiteX68" fmla="*/ 1350168 w 5207793"/>
              <a:gd name="connsiteY68" fmla="*/ 242888 h 3521869"/>
              <a:gd name="connsiteX69" fmla="*/ 1464468 w 5207793"/>
              <a:gd name="connsiteY69" fmla="*/ 235744 h 3521869"/>
              <a:gd name="connsiteX70" fmla="*/ 1485900 w 5207793"/>
              <a:gd name="connsiteY70" fmla="*/ 228600 h 3521869"/>
              <a:gd name="connsiteX71" fmla="*/ 1528762 w 5207793"/>
              <a:gd name="connsiteY71" fmla="*/ 192881 h 3521869"/>
              <a:gd name="connsiteX72" fmla="*/ 1535906 w 5207793"/>
              <a:gd name="connsiteY72" fmla="*/ 171450 h 3521869"/>
              <a:gd name="connsiteX73" fmla="*/ 1557337 w 5207793"/>
              <a:gd name="connsiteY73" fmla="*/ 164306 h 3521869"/>
              <a:gd name="connsiteX74" fmla="*/ 1585912 w 5207793"/>
              <a:gd name="connsiteY74" fmla="*/ 150019 h 3521869"/>
              <a:gd name="connsiteX75" fmla="*/ 1635918 w 5207793"/>
              <a:gd name="connsiteY75" fmla="*/ 135731 h 3521869"/>
              <a:gd name="connsiteX76" fmla="*/ 1714500 w 5207793"/>
              <a:gd name="connsiteY76" fmla="*/ 128588 h 3521869"/>
              <a:gd name="connsiteX77" fmla="*/ 1807368 w 5207793"/>
              <a:gd name="connsiteY77" fmla="*/ 114300 h 3521869"/>
              <a:gd name="connsiteX78" fmla="*/ 1835943 w 5207793"/>
              <a:gd name="connsiteY78" fmla="*/ 121444 h 3521869"/>
              <a:gd name="connsiteX79" fmla="*/ 1814512 w 5207793"/>
              <a:gd name="connsiteY79" fmla="*/ 142875 h 3521869"/>
              <a:gd name="connsiteX80" fmla="*/ 1807368 w 5207793"/>
              <a:gd name="connsiteY80" fmla="*/ 164306 h 3521869"/>
              <a:gd name="connsiteX81" fmla="*/ 1785937 w 5207793"/>
              <a:gd name="connsiteY81" fmla="*/ 171450 h 3521869"/>
              <a:gd name="connsiteX82" fmla="*/ 1750218 w 5207793"/>
              <a:gd name="connsiteY82" fmla="*/ 214313 h 3521869"/>
              <a:gd name="connsiteX83" fmla="*/ 1743075 w 5207793"/>
              <a:gd name="connsiteY83" fmla="*/ 235744 h 3521869"/>
              <a:gd name="connsiteX84" fmla="*/ 1714500 w 5207793"/>
              <a:gd name="connsiteY84" fmla="*/ 285750 h 3521869"/>
              <a:gd name="connsiteX85" fmla="*/ 1693068 w 5207793"/>
              <a:gd name="connsiteY85" fmla="*/ 314325 h 3521869"/>
              <a:gd name="connsiteX86" fmla="*/ 1664493 w 5207793"/>
              <a:gd name="connsiteY86" fmla="*/ 357188 h 3521869"/>
              <a:gd name="connsiteX87" fmla="*/ 1643062 w 5207793"/>
              <a:gd name="connsiteY87" fmla="*/ 378619 h 3521869"/>
              <a:gd name="connsiteX88" fmla="*/ 1614487 w 5207793"/>
              <a:gd name="connsiteY88" fmla="*/ 421481 h 3521869"/>
              <a:gd name="connsiteX89" fmla="*/ 1578768 w 5207793"/>
              <a:gd name="connsiteY89" fmla="*/ 464344 h 3521869"/>
              <a:gd name="connsiteX90" fmla="*/ 1564481 w 5207793"/>
              <a:gd name="connsiteY90" fmla="*/ 514350 h 3521869"/>
              <a:gd name="connsiteX91" fmla="*/ 1550193 w 5207793"/>
              <a:gd name="connsiteY91" fmla="*/ 578644 h 3521869"/>
              <a:gd name="connsiteX92" fmla="*/ 1557337 w 5207793"/>
              <a:gd name="connsiteY92" fmla="*/ 621506 h 3521869"/>
              <a:gd name="connsiteX93" fmla="*/ 1571625 w 5207793"/>
              <a:gd name="connsiteY93" fmla="*/ 700088 h 3521869"/>
              <a:gd name="connsiteX94" fmla="*/ 1593056 w 5207793"/>
              <a:gd name="connsiteY94" fmla="*/ 742950 h 3521869"/>
              <a:gd name="connsiteX95" fmla="*/ 1600200 w 5207793"/>
              <a:gd name="connsiteY95" fmla="*/ 785813 h 3521869"/>
              <a:gd name="connsiteX96" fmla="*/ 1607343 w 5207793"/>
              <a:gd name="connsiteY96" fmla="*/ 807244 h 3521869"/>
              <a:gd name="connsiteX97" fmla="*/ 1621631 w 5207793"/>
              <a:gd name="connsiteY97" fmla="*/ 871538 h 3521869"/>
              <a:gd name="connsiteX98" fmla="*/ 1635918 w 5207793"/>
              <a:gd name="connsiteY98" fmla="*/ 957263 h 3521869"/>
              <a:gd name="connsiteX99" fmla="*/ 1643062 w 5207793"/>
              <a:gd name="connsiteY99" fmla="*/ 978694 h 3521869"/>
              <a:gd name="connsiteX100" fmla="*/ 1657350 w 5207793"/>
              <a:gd name="connsiteY100" fmla="*/ 1000125 h 3521869"/>
              <a:gd name="connsiteX101" fmla="*/ 1664493 w 5207793"/>
              <a:gd name="connsiteY101" fmla="*/ 1028700 h 3521869"/>
              <a:gd name="connsiteX102" fmla="*/ 1678781 w 5207793"/>
              <a:gd name="connsiteY102" fmla="*/ 1050131 h 3521869"/>
              <a:gd name="connsiteX103" fmla="*/ 1685925 w 5207793"/>
              <a:gd name="connsiteY103" fmla="*/ 1085850 h 3521869"/>
              <a:gd name="connsiteX104" fmla="*/ 1728787 w 5207793"/>
              <a:gd name="connsiteY104" fmla="*/ 1135856 h 3521869"/>
              <a:gd name="connsiteX105" fmla="*/ 1743075 w 5207793"/>
              <a:gd name="connsiteY105" fmla="*/ 1157288 h 3521869"/>
              <a:gd name="connsiteX106" fmla="*/ 1750218 w 5207793"/>
              <a:gd name="connsiteY106" fmla="*/ 1185863 h 3521869"/>
              <a:gd name="connsiteX107" fmla="*/ 1793081 w 5207793"/>
              <a:gd name="connsiteY107" fmla="*/ 1235869 h 3521869"/>
              <a:gd name="connsiteX108" fmla="*/ 1828800 w 5207793"/>
              <a:gd name="connsiteY108" fmla="*/ 1278731 h 3521869"/>
              <a:gd name="connsiteX109" fmla="*/ 1864518 w 5207793"/>
              <a:gd name="connsiteY109" fmla="*/ 1314450 h 3521869"/>
              <a:gd name="connsiteX110" fmla="*/ 1921668 w 5207793"/>
              <a:gd name="connsiteY110" fmla="*/ 1378744 h 3521869"/>
              <a:gd name="connsiteX111" fmla="*/ 1978818 w 5207793"/>
              <a:gd name="connsiteY111" fmla="*/ 1393031 h 3521869"/>
              <a:gd name="connsiteX112" fmla="*/ 2007393 w 5207793"/>
              <a:gd name="connsiteY112" fmla="*/ 1400175 h 3521869"/>
              <a:gd name="connsiteX113" fmla="*/ 2028825 w 5207793"/>
              <a:gd name="connsiteY113" fmla="*/ 1407319 h 3521869"/>
              <a:gd name="connsiteX114" fmla="*/ 2078831 w 5207793"/>
              <a:gd name="connsiteY114" fmla="*/ 1414463 h 3521869"/>
              <a:gd name="connsiteX115" fmla="*/ 2135981 w 5207793"/>
              <a:gd name="connsiteY115" fmla="*/ 1428750 h 3521869"/>
              <a:gd name="connsiteX116" fmla="*/ 2228850 w 5207793"/>
              <a:gd name="connsiteY116" fmla="*/ 1443038 h 3521869"/>
              <a:gd name="connsiteX117" fmla="*/ 2257425 w 5207793"/>
              <a:gd name="connsiteY117" fmla="*/ 1450181 h 3521869"/>
              <a:gd name="connsiteX118" fmla="*/ 2300287 w 5207793"/>
              <a:gd name="connsiteY118" fmla="*/ 1464469 h 3521869"/>
              <a:gd name="connsiteX119" fmla="*/ 2507456 w 5207793"/>
              <a:gd name="connsiteY119" fmla="*/ 1471613 h 3521869"/>
              <a:gd name="connsiteX120" fmla="*/ 2543175 w 5207793"/>
              <a:gd name="connsiteY120" fmla="*/ 1478756 h 3521869"/>
              <a:gd name="connsiteX121" fmla="*/ 2878931 w 5207793"/>
              <a:gd name="connsiteY121" fmla="*/ 1478756 h 3521869"/>
              <a:gd name="connsiteX122" fmla="*/ 2914650 w 5207793"/>
              <a:gd name="connsiteY122" fmla="*/ 1471613 h 3521869"/>
              <a:gd name="connsiteX123" fmla="*/ 2964656 w 5207793"/>
              <a:gd name="connsiteY123" fmla="*/ 1450181 h 3521869"/>
              <a:gd name="connsiteX124" fmla="*/ 2986087 w 5207793"/>
              <a:gd name="connsiteY124" fmla="*/ 1443038 h 3521869"/>
              <a:gd name="connsiteX125" fmla="*/ 3043237 w 5207793"/>
              <a:gd name="connsiteY125" fmla="*/ 1421606 h 3521869"/>
              <a:gd name="connsiteX126" fmla="*/ 3071812 w 5207793"/>
              <a:gd name="connsiteY126" fmla="*/ 1400175 h 3521869"/>
              <a:gd name="connsiteX127" fmla="*/ 3093243 w 5207793"/>
              <a:gd name="connsiteY127" fmla="*/ 1378744 h 3521869"/>
              <a:gd name="connsiteX128" fmla="*/ 3128962 w 5207793"/>
              <a:gd name="connsiteY128" fmla="*/ 1357313 h 3521869"/>
              <a:gd name="connsiteX129" fmla="*/ 3186112 w 5207793"/>
              <a:gd name="connsiteY129" fmla="*/ 1300163 h 3521869"/>
              <a:gd name="connsiteX130" fmla="*/ 3214687 w 5207793"/>
              <a:gd name="connsiteY130" fmla="*/ 1243013 h 3521869"/>
              <a:gd name="connsiteX131" fmla="*/ 3236118 w 5207793"/>
              <a:gd name="connsiteY131" fmla="*/ 1228725 h 3521869"/>
              <a:gd name="connsiteX132" fmla="*/ 3271837 w 5207793"/>
              <a:gd name="connsiteY132" fmla="*/ 1178719 h 3521869"/>
              <a:gd name="connsiteX133" fmla="*/ 3293268 w 5207793"/>
              <a:gd name="connsiteY133" fmla="*/ 1164431 h 3521869"/>
              <a:gd name="connsiteX134" fmla="*/ 3300412 w 5207793"/>
              <a:gd name="connsiteY134" fmla="*/ 1143000 h 3521869"/>
              <a:gd name="connsiteX135" fmla="*/ 3321843 w 5207793"/>
              <a:gd name="connsiteY135" fmla="*/ 1135856 h 3521869"/>
              <a:gd name="connsiteX136" fmla="*/ 3343275 w 5207793"/>
              <a:gd name="connsiteY136" fmla="*/ 1114425 h 3521869"/>
              <a:gd name="connsiteX137" fmla="*/ 3357562 w 5207793"/>
              <a:gd name="connsiteY137" fmla="*/ 1085850 h 3521869"/>
              <a:gd name="connsiteX138" fmla="*/ 3393281 w 5207793"/>
              <a:gd name="connsiteY138" fmla="*/ 1028700 h 3521869"/>
              <a:gd name="connsiteX139" fmla="*/ 3400425 w 5207793"/>
              <a:gd name="connsiteY139" fmla="*/ 1007269 h 3521869"/>
              <a:gd name="connsiteX140" fmla="*/ 3436143 w 5207793"/>
              <a:gd name="connsiteY140" fmla="*/ 928688 h 3521869"/>
              <a:gd name="connsiteX141" fmla="*/ 3450431 w 5207793"/>
              <a:gd name="connsiteY141" fmla="*/ 842963 h 3521869"/>
              <a:gd name="connsiteX142" fmla="*/ 3464718 w 5207793"/>
              <a:gd name="connsiteY142" fmla="*/ 700088 h 3521869"/>
              <a:gd name="connsiteX143" fmla="*/ 3471862 w 5207793"/>
              <a:gd name="connsiteY143" fmla="*/ 664369 h 3521869"/>
              <a:gd name="connsiteX144" fmla="*/ 3479006 w 5207793"/>
              <a:gd name="connsiteY144" fmla="*/ 492919 h 3521869"/>
              <a:gd name="connsiteX145" fmla="*/ 3457575 w 5207793"/>
              <a:gd name="connsiteY145" fmla="*/ 321469 h 3521869"/>
              <a:gd name="connsiteX146" fmla="*/ 3443287 w 5207793"/>
              <a:gd name="connsiteY146" fmla="*/ 300038 h 3521869"/>
              <a:gd name="connsiteX147" fmla="*/ 3414712 w 5207793"/>
              <a:gd name="connsiteY147" fmla="*/ 242888 h 3521869"/>
              <a:gd name="connsiteX148" fmla="*/ 3407568 w 5207793"/>
              <a:gd name="connsiteY148" fmla="*/ 221456 h 3521869"/>
              <a:gd name="connsiteX149" fmla="*/ 3364706 w 5207793"/>
              <a:gd name="connsiteY149" fmla="*/ 192881 h 3521869"/>
              <a:gd name="connsiteX150" fmla="*/ 3328987 w 5207793"/>
              <a:gd name="connsiteY150" fmla="*/ 150019 h 3521869"/>
              <a:gd name="connsiteX151" fmla="*/ 3286125 w 5207793"/>
              <a:gd name="connsiteY151" fmla="*/ 121444 h 3521869"/>
              <a:gd name="connsiteX152" fmla="*/ 3264693 w 5207793"/>
              <a:gd name="connsiteY152" fmla="*/ 92869 h 3521869"/>
              <a:gd name="connsiteX153" fmla="*/ 3236118 w 5207793"/>
              <a:gd name="connsiteY153" fmla="*/ 50006 h 3521869"/>
              <a:gd name="connsiteX154" fmla="*/ 3250406 w 5207793"/>
              <a:gd name="connsiteY154" fmla="*/ 14288 h 3521869"/>
              <a:gd name="connsiteX155" fmla="*/ 3328987 w 5207793"/>
              <a:gd name="connsiteY155" fmla="*/ 7144 h 3521869"/>
              <a:gd name="connsiteX156" fmla="*/ 3350418 w 5207793"/>
              <a:gd name="connsiteY156" fmla="*/ 0 h 3521869"/>
              <a:gd name="connsiteX157" fmla="*/ 3414712 w 5207793"/>
              <a:gd name="connsiteY157" fmla="*/ 21431 h 3521869"/>
              <a:gd name="connsiteX158" fmla="*/ 3457575 w 5207793"/>
              <a:gd name="connsiteY158" fmla="*/ 35719 h 3521869"/>
              <a:gd name="connsiteX159" fmla="*/ 3479006 w 5207793"/>
              <a:gd name="connsiteY159" fmla="*/ 42863 h 3521869"/>
              <a:gd name="connsiteX160" fmla="*/ 3543300 w 5207793"/>
              <a:gd name="connsiteY160" fmla="*/ 57150 h 3521869"/>
              <a:gd name="connsiteX161" fmla="*/ 3579018 w 5207793"/>
              <a:gd name="connsiteY161" fmla="*/ 71438 h 3521869"/>
              <a:gd name="connsiteX162" fmla="*/ 3636168 w 5207793"/>
              <a:gd name="connsiteY162" fmla="*/ 85725 h 3521869"/>
              <a:gd name="connsiteX163" fmla="*/ 3657600 w 5207793"/>
              <a:gd name="connsiteY163" fmla="*/ 100013 h 3521869"/>
              <a:gd name="connsiteX164" fmla="*/ 3686175 w 5207793"/>
              <a:gd name="connsiteY164" fmla="*/ 114300 h 3521869"/>
              <a:gd name="connsiteX165" fmla="*/ 3700462 w 5207793"/>
              <a:gd name="connsiteY165" fmla="*/ 142875 h 3521869"/>
              <a:gd name="connsiteX166" fmla="*/ 3757612 w 5207793"/>
              <a:gd name="connsiteY166" fmla="*/ 171450 h 3521869"/>
              <a:gd name="connsiteX167" fmla="*/ 3807618 w 5207793"/>
              <a:gd name="connsiteY167" fmla="*/ 192881 h 3521869"/>
              <a:gd name="connsiteX168" fmla="*/ 3829050 w 5207793"/>
              <a:gd name="connsiteY168" fmla="*/ 207169 h 3521869"/>
              <a:gd name="connsiteX169" fmla="*/ 3871912 w 5207793"/>
              <a:gd name="connsiteY169" fmla="*/ 214313 h 3521869"/>
              <a:gd name="connsiteX170" fmla="*/ 4150518 w 5207793"/>
              <a:gd name="connsiteY170" fmla="*/ 207169 h 3521869"/>
              <a:gd name="connsiteX171" fmla="*/ 4186237 w 5207793"/>
              <a:gd name="connsiteY171" fmla="*/ 178594 h 3521869"/>
              <a:gd name="connsiteX172" fmla="*/ 4214812 w 5207793"/>
              <a:gd name="connsiteY172" fmla="*/ 171450 h 3521869"/>
              <a:gd name="connsiteX173" fmla="*/ 4236243 w 5207793"/>
              <a:gd name="connsiteY173" fmla="*/ 164306 h 3521869"/>
              <a:gd name="connsiteX174" fmla="*/ 4386262 w 5207793"/>
              <a:gd name="connsiteY174" fmla="*/ 185738 h 3521869"/>
              <a:gd name="connsiteX175" fmla="*/ 4421981 w 5207793"/>
              <a:gd name="connsiteY175" fmla="*/ 221456 h 3521869"/>
              <a:gd name="connsiteX176" fmla="*/ 4457700 w 5207793"/>
              <a:gd name="connsiteY176" fmla="*/ 285750 h 3521869"/>
              <a:gd name="connsiteX177" fmla="*/ 4471987 w 5207793"/>
              <a:gd name="connsiteY177" fmla="*/ 364331 h 3521869"/>
              <a:gd name="connsiteX178" fmla="*/ 4486275 w 5207793"/>
              <a:gd name="connsiteY178" fmla="*/ 428625 h 3521869"/>
              <a:gd name="connsiteX179" fmla="*/ 4514850 w 5207793"/>
              <a:gd name="connsiteY179" fmla="*/ 485775 h 3521869"/>
              <a:gd name="connsiteX180" fmla="*/ 4521993 w 5207793"/>
              <a:gd name="connsiteY180" fmla="*/ 521494 h 3521869"/>
              <a:gd name="connsiteX181" fmla="*/ 4529137 w 5207793"/>
              <a:gd name="connsiteY181" fmla="*/ 550069 h 3521869"/>
              <a:gd name="connsiteX182" fmla="*/ 4543425 w 5207793"/>
              <a:gd name="connsiteY182" fmla="*/ 771525 h 3521869"/>
              <a:gd name="connsiteX183" fmla="*/ 4557712 w 5207793"/>
              <a:gd name="connsiteY183" fmla="*/ 850106 h 3521869"/>
              <a:gd name="connsiteX184" fmla="*/ 4564856 w 5207793"/>
              <a:gd name="connsiteY184" fmla="*/ 892969 h 3521869"/>
              <a:gd name="connsiteX185" fmla="*/ 4593431 w 5207793"/>
              <a:gd name="connsiteY185" fmla="*/ 1021556 h 3521869"/>
              <a:gd name="connsiteX186" fmla="*/ 4600575 w 5207793"/>
              <a:gd name="connsiteY186" fmla="*/ 1078706 h 3521869"/>
              <a:gd name="connsiteX187" fmla="*/ 4607718 w 5207793"/>
              <a:gd name="connsiteY187" fmla="*/ 1321594 h 3521869"/>
              <a:gd name="connsiteX188" fmla="*/ 4614862 w 5207793"/>
              <a:gd name="connsiteY188" fmla="*/ 1357313 h 3521869"/>
              <a:gd name="connsiteX189" fmla="*/ 4636293 w 5207793"/>
              <a:gd name="connsiteY189" fmla="*/ 1378744 h 3521869"/>
              <a:gd name="connsiteX190" fmla="*/ 4643437 w 5207793"/>
              <a:gd name="connsiteY190" fmla="*/ 1421606 h 3521869"/>
              <a:gd name="connsiteX191" fmla="*/ 4650581 w 5207793"/>
              <a:gd name="connsiteY191" fmla="*/ 1471613 h 3521869"/>
              <a:gd name="connsiteX192" fmla="*/ 4657725 w 5207793"/>
              <a:gd name="connsiteY192" fmla="*/ 1493044 h 3521869"/>
              <a:gd name="connsiteX193" fmla="*/ 4664868 w 5207793"/>
              <a:gd name="connsiteY193" fmla="*/ 1585913 h 3521869"/>
              <a:gd name="connsiteX194" fmla="*/ 4672012 w 5207793"/>
              <a:gd name="connsiteY194" fmla="*/ 1650206 h 3521869"/>
              <a:gd name="connsiteX195" fmla="*/ 4686300 w 5207793"/>
              <a:gd name="connsiteY195" fmla="*/ 1778794 h 3521869"/>
              <a:gd name="connsiteX196" fmla="*/ 4700587 w 5207793"/>
              <a:gd name="connsiteY196" fmla="*/ 1921669 h 3521869"/>
              <a:gd name="connsiteX197" fmla="*/ 4714875 w 5207793"/>
              <a:gd name="connsiteY197" fmla="*/ 2000250 h 3521869"/>
              <a:gd name="connsiteX198" fmla="*/ 4722018 w 5207793"/>
              <a:gd name="connsiteY198" fmla="*/ 2050256 h 3521869"/>
              <a:gd name="connsiteX199" fmla="*/ 4736306 w 5207793"/>
              <a:gd name="connsiteY199" fmla="*/ 2071688 h 3521869"/>
              <a:gd name="connsiteX200" fmla="*/ 4764881 w 5207793"/>
              <a:gd name="connsiteY200" fmla="*/ 2121694 h 3521869"/>
              <a:gd name="connsiteX201" fmla="*/ 4779168 w 5207793"/>
              <a:gd name="connsiteY201" fmla="*/ 2164556 h 3521869"/>
              <a:gd name="connsiteX202" fmla="*/ 4793456 w 5207793"/>
              <a:gd name="connsiteY202" fmla="*/ 2235994 h 3521869"/>
              <a:gd name="connsiteX203" fmla="*/ 4800600 w 5207793"/>
              <a:gd name="connsiteY203" fmla="*/ 2257425 h 3521869"/>
              <a:gd name="connsiteX204" fmla="*/ 4807743 w 5207793"/>
              <a:gd name="connsiteY204" fmla="*/ 2286000 h 3521869"/>
              <a:gd name="connsiteX205" fmla="*/ 4814887 w 5207793"/>
              <a:gd name="connsiteY205" fmla="*/ 2307431 h 3521869"/>
              <a:gd name="connsiteX206" fmla="*/ 4836318 w 5207793"/>
              <a:gd name="connsiteY206" fmla="*/ 2407444 h 3521869"/>
              <a:gd name="connsiteX207" fmla="*/ 4864893 w 5207793"/>
              <a:gd name="connsiteY207" fmla="*/ 2514600 h 3521869"/>
              <a:gd name="connsiteX208" fmla="*/ 4872037 w 5207793"/>
              <a:gd name="connsiteY208" fmla="*/ 2543175 h 3521869"/>
              <a:gd name="connsiteX209" fmla="*/ 4886325 w 5207793"/>
              <a:gd name="connsiteY209" fmla="*/ 2614613 h 3521869"/>
              <a:gd name="connsiteX210" fmla="*/ 4900612 w 5207793"/>
              <a:gd name="connsiteY210" fmla="*/ 2657475 h 3521869"/>
              <a:gd name="connsiteX211" fmla="*/ 4922043 w 5207793"/>
              <a:gd name="connsiteY211" fmla="*/ 2678906 h 3521869"/>
              <a:gd name="connsiteX212" fmla="*/ 4929187 w 5207793"/>
              <a:gd name="connsiteY212" fmla="*/ 2728913 h 3521869"/>
              <a:gd name="connsiteX213" fmla="*/ 4936331 w 5207793"/>
              <a:gd name="connsiteY213" fmla="*/ 2757488 h 3521869"/>
              <a:gd name="connsiteX214" fmla="*/ 4943475 w 5207793"/>
              <a:gd name="connsiteY214" fmla="*/ 2914650 h 3521869"/>
              <a:gd name="connsiteX215" fmla="*/ 4950618 w 5207793"/>
              <a:gd name="connsiteY215" fmla="*/ 2943225 h 3521869"/>
              <a:gd name="connsiteX216" fmla="*/ 4957762 w 5207793"/>
              <a:gd name="connsiteY216" fmla="*/ 2986088 h 3521869"/>
              <a:gd name="connsiteX217" fmla="*/ 5000625 w 5207793"/>
              <a:gd name="connsiteY217" fmla="*/ 3021806 h 3521869"/>
              <a:gd name="connsiteX218" fmla="*/ 5064918 w 5207793"/>
              <a:gd name="connsiteY218" fmla="*/ 3043238 h 3521869"/>
              <a:gd name="connsiteX219" fmla="*/ 5093493 w 5207793"/>
              <a:gd name="connsiteY219" fmla="*/ 3064669 h 3521869"/>
              <a:gd name="connsiteX220" fmla="*/ 5114925 w 5207793"/>
              <a:gd name="connsiteY220" fmla="*/ 3114675 h 3521869"/>
              <a:gd name="connsiteX221" fmla="*/ 5129212 w 5207793"/>
              <a:gd name="connsiteY221" fmla="*/ 3143250 h 3521869"/>
              <a:gd name="connsiteX222" fmla="*/ 5143500 w 5207793"/>
              <a:gd name="connsiteY222" fmla="*/ 3207544 h 3521869"/>
              <a:gd name="connsiteX223" fmla="*/ 5157787 w 5207793"/>
              <a:gd name="connsiteY223" fmla="*/ 3250406 h 3521869"/>
              <a:gd name="connsiteX224" fmla="*/ 5172075 w 5207793"/>
              <a:gd name="connsiteY224" fmla="*/ 3307556 h 3521869"/>
              <a:gd name="connsiteX225" fmla="*/ 5179218 w 5207793"/>
              <a:gd name="connsiteY225" fmla="*/ 3386138 h 3521869"/>
              <a:gd name="connsiteX226" fmla="*/ 5200650 w 5207793"/>
              <a:gd name="connsiteY226" fmla="*/ 3464719 h 3521869"/>
              <a:gd name="connsiteX227" fmla="*/ 5207793 w 5207793"/>
              <a:gd name="connsiteY227" fmla="*/ 3521869 h 3521869"/>
              <a:gd name="connsiteX0" fmla="*/ 0 w 5207793"/>
              <a:gd name="connsiteY0" fmla="*/ 3464719 h 3521869"/>
              <a:gd name="connsiteX1" fmla="*/ 7143 w 5207793"/>
              <a:gd name="connsiteY1" fmla="*/ 3386138 h 3521869"/>
              <a:gd name="connsiteX2" fmla="*/ 14287 w 5207793"/>
              <a:gd name="connsiteY2" fmla="*/ 3364706 h 3521869"/>
              <a:gd name="connsiteX3" fmla="*/ 21431 w 5207793"/>
              <a:gd name="connsiteY3" fmla="*/ 3328988 h 3521869"/>
              <a:gd name="connsiteX4" fmla="*/ 28575 w 5207793"/>
              <a:gd name="connsiteY4" fmla="*/ 3300413 h 3521869"/>
              <a:gd name="connsiteX5" fmla="*/ 35718 w 5207793"/>
              <a:gd name="connsiteY5" fmla="*/ 3250406 h 3521869"/>
              <a:gd name="connsiteX6" fmla="*/ 57150 w 5207793"/>
              <a:gd name="connsiteY6" fmla="*/ 3200400 h 3521869"/>
              <a:gd name="connsiteX7" fmla="*/ 64293 w 5207793"/>
              <a:gd name="connsiteY7" fmla="*/ 3178969 h 3521869"/>
              <a:gd name="connsiteX8" fmla="*/ 92868 w 5207793"/>
              <a:gd name="connsiteY8" fmla="*/ 3157538 h 3521869"/>
              <a:gd name="connsiteX9" fmla="*/ 121443 w 5207793"/>
              <a:gd name="connsiteY9" fmla="*/ 3107531 h 3521869"/>
              <a:gd name="connsiteX10" fmla="*/ 150018 w 5207793"/>
              <a:gd name="connsiteY10" fmla="*/ 3086100 h 3521869"/>
              <a:gd name="connsiteX11" fmla="*/ 171450 w 5207793"/>
              <a:gd name="connsiteY11" fmla="*/ 3057525 h 3521869"/>
              <a:gd name="connsiteX12" fmla="*/ 242887 w 5207793"/>
              <a:gd name="connsiteY12" fmla="*/ 3014663 h 3521869"/>
              <a:gd name="connsiteX13" fmla="*/ 264318 w 5207793"/>
              <a:gd name="connsiteY13" fmla="*/ 2957513 h 3521869"/>
              <a:gd name="connsiteX14" fmla="*/ 292893 w 5207793"/>
              <a:gd name="connsiteY14" fmla="*/ 2900363 h 3521869"/>
              <a:gd name="connsiteX15" fmla="*/ 307181 w 5207793"/>
              <a:gd name="connsiteY15" fmla="*/ 2664619 h 3521869"/>
              <a:gd name="connsiteX16" fmla="*/ 328612 w 5207793"/>
              <a:gd name="connsiteY16" fmla="*/ 2564606 h 3521869"/>
              <a:gd name="connsiteX17" fmla="*/ 335756 w 5207793"/>
              <a:gd name="connsiteY17" fmla="*/ 2521744 h 3521869"/>
              <a:gd name="connsiteX18" fmla="*/ 350043 w 5207793"/>
              <a:gd name="connsiteY18" fmla="*/ 2500313 h 3521869"/>
              <a:gd name="connsiteX19" fmla="*/ 364331 w 5207793"/>
              <a:gd name="connsiteY19" fmla="*/ 2450306 h 3521869"/>
              <a:gd name="connsiteX20" fmla="*/ 371475 w 5207793"/>
              <a:gd name="connsiteY20" fmla="*/ 2407444 h 3521869"/>
              <a:gd name="connsiteX21" fmla="*/ 385762 w 5207793"/>
              <a:gd name="connsiteY21" fmla="*/ 2357438 h 3521869"/>
              <a:gd name="connsiteX22" fmla="*/ 392906 w 5207793"/>
              <a:gd name="connsiteY22" fmla="*/ 2328863 h 3521869"/>
              <a:gd name="connsiteX23" fmla="*/ 407193 w 5207793"/>
              <a:gd name="connsiteY23" fmla="*/ 2307431 h 3521869"/>
              <a:gd name="connsiteX24" fmla="*/ 421481 w 5207793"/>
              <a:gd name="connsiteY24" fmla="*/ 2257425 h 3521869"/>
              <a:gd name="connsiteX25" fmla="*/ 428625 w 5207793"/>
              <a:gd name="connsiteY25" fmla="*/ 2228850 h 3521869"/>
              <a:gd name="connsiteX26" fmla="*/ 442912 w 5207793"/>
              <a:gd name="connsiteY26" fmla="*/ 2207419 h 3521869"/>
              <a:gd name="connsiteX27" fmla="*/ 464343 w 5207793"/>
              <a:gd name="connsiteY27" fmla="*/ 2150269 h 3521869"/>
              <a:gd name="connsiteX28" fmla="*/ 478631 w 5207793"/>
              <a:gd name="connsiteY28" fmla="*/ 2078831 h 3521869"/>
              <a:gd name="connsiteX29" fmla="*/ 485775 w 5207793"/>
              <a:gd name="connsiteY29" fmla="*/ 2050256 h 3521869"/>
              <a:gd name="connsiteX30" fmla="*/ 492918 w 5207793"/>
              <a:gd name="connsiteY30" fmla="*/ 2014538 h 3521869"/>
              <a:gd name="connsiteX31" fmla="*/ 500062 w 5207793"/>
              <a:gd name="connsiteY31" fmla="*/ 1993106 h 3521869"/>
              <a:gd name="connsiteX32" fmla="*/ 507206 w 5207793"/>
              <a:gd name="connsiteY32" fmla="*/ 1957388 h 3521869"/>
              <a:gd name="connsiteX33" fmla="*/ 514350 w 5207793"/>
              <a:gd name="connsiteY33" fmla="*/ 1935956 h 3521869"/>
              <a:gd name="connsiteX34" fmla="*/ 528637 w 5207793"/>
              <a:gd name="connsiteY34" fmla="*/ 1878806 h 3521869"/>
              <a:gd name="connsiteX35" fmla="*/ 535781 w 5207793"/>
              <a:gd name="connsiteY35" fmla="*/ 1785938 h 3521869"/>
              <a:gd name="connsiteX36" fmla="*/ 542925 w 5207793"/>
              <a:gd name="connsiteY36" fmla="*/ 1721644 h 3521869"/>
              <a:gd name="connsiteX37" fmla="*/ 535781 w 5207793"/>
              <a:gd name="connsiteY37" fmla="*/ 1578769 h 3521869"/>
              <a:gd name="connsiteX38" fmla="*/ 521493 w 5207793"/>
              <a:gd name="connsiteY38" fmla="*/ 1535906 h 3521869"/>
              <a:gd name="connsiteX39" fmla="*/ 528637 w 5207793"/>
              <a:gd name="connsiteY39" fmla="*/ 1400175 h 3521869"/>
              <a:gd name="connsiteX40" fmla="*/ 542925 w 5207793"/>
              <a:gd name="connsiteY40" fmla="*/ 1371600 h 3521869"/>
              <a:gd name="connsiteX41" fmla="*/ 564356 w 5207793"/>
              <a:gd name="connsiteY41" fmla="*/ 1293019 h 3521869"/>
              <a:gd name="connsiteX42" fmla="*/ 578643 w 5207793"/>
              <a:gd name="connsiteY42" fmla="*/ 964406 h 3521869"/>
              <a:gd name="connsiteX43" fmla="*/ 585787 w 5207793"/>
              <a:gd name="connsiteY43" fmla="*/ 907256 h 3521869"/>
              <a:gd name="connsiteX44" fmla="*/ 578643 w 5207793"/>
              <a:gd name="connsiteY44" fmla="*/ 385763 h 3521869"/>
              <a:gd name="connsiteX45" fmla="*/ 607218 w 5207793"/>
              <a:gd name="connsiteY45" fmla="*/ 278606 h 3521869"/>
              <a:gd name="connsiteX46" fmla="*/ 628650 w 5207793"/>
              <a:gd name="connsiteY46" fmla="*/ 228600 h 3521869"/>
              <a:gd name="connsiteX47" fmla="*/ 650081 w 5207793"/>
              <a:gd name="connsiteY47" fmla="*/ 200025 h 3521869"/>
              <a:gd name="connsiteX48" fmla="*/ 664368 w 5207793"/>
              <a:gd name="connsiteY48" fmla="*/ 171450 h 3521869"/>
              <a:gd name="connsiteX49" fmla="*/ 678656 w 5207793"/>
              <a:gd name="connsiteY49" fmla="*/ 150019 h 3521869"/>
              <a:gd name="connsiteX50" fmla="*/ 685800 w 5207793"/>
              <a:gd name="connsiteY50" fmla="*/ 128588 h 3521869"/>
              <a:gd name="connsiteX51" fmla="*/ 714375 w 5207793"/>
              <a:gd name="connsiteY51" fmla="*/ 100013 h 3521869"/>
              <a:gd name="connsiteX52" fmla="*/ 735806 w 5207793"/>
              <a:gd name="connsiteY52" fmla="*/ 71438 h 3521869"/>
              <a:gd name="connsiteX53" fmla="*/ 757237 w 5207793"/>
              <a:gd name="connsiteY53" fmla="*/ 50006 h 3521869"/>
              <a:gd name="connsiteX54" fmla="*/ 778668 w 5207793"/>
              <a:gd name="connsiteY54" fmla="*/ 21431 h 3521869"/>
              <a:gd name="connsiteX55" fmla="*/ 800100 w 5207793"/>
              <a:gd name="connsiteY55" fmla="*/ 14288 h 3521869"/>
              <a:gd name="connsiteX56" fmla="*/ 935831 w 5207793"/>
              <a:gd name="connsiteY56" fmla="*/ 28575 h 3521869"/>
              <a:gd name="connsiteX57" fmla="*/ 964406 w 5207793"/>
              <a:gd name="connsiteY57" fmla="*/ 50006 h 3521869"/>
              <a:gd name="connsiteX58" fmla="*/ 1014412 w 5207793"/>
              <a:gd name="connsiteY58" fmla="*/ 78581 h 3521869"/>
              <a:gd name="connsiteX59" fmla="*/ 1035843 w 5207793"/>
              <a:gd name="connsiteY59" fmla="*/ 100013 h 3521869"/>
              <a:gd name="connsiteX60" fmla="*/ 1064418 w 5207793"/>
              <a:gd name="connsiteY60" fmla="*/ 114300 h 3521869"/>
              <a:gd name="connsiteX61" fmla="*/ 1085850 w 5207793"/>
              <a:gd name="connsiteY61" fmla="*/ 128588 h 3521869"/>
              <a:gd name="connsiteX62" fmla="*/ 1128712 w 5207793"/>
              <a:gd name="connsiteY62" fmla="*/ 150019 h 3521869"/>
              <a:gd name="connsiteX63" fmla="*/ 1185862 w 5207793"/>
              <a:gd name="connsiteY63" fmla="*/ 178594 h 3521869"/>
              <a:gd name="connsiteX64" fmla="*/ 1207293 w 5207793"/>
              <a:gd name="connsiteY64" fmla="*/ 192881 h 3521869"/>
              <a:gd name="connsiteX65" fmla="*/ 1228725 w 5207793"/>
              <a:gd name="connsiteY65" fmla="*/ 200025 h 3521869"/>
              <a:gd name="connsiteX66" fmla="*/ 1257300 w 5207793"/>
              <a:gd name="connsiteY66" fmla="*/ 221456 h 3521869"/>
              <a:gd name="connsiteX67" fmla="*/ 1278731 w 5207793"/>
              <a:gd name="connsiteY67" fmla="*/ 235744 h 3521869"/>
              <a:gd name="connsiteX68" fmla="*/ 1350168 w 5207793"/>
              <a:gd name="connsiteY68" fmla="*/ 242888 h 3521869"/>
              <a:gd name="connsiteX69" fmla="*/ 1464468 w 5207793"/>
              <a:gd name="connsiteY69" fmla="*/ 235744 h 3521869"/>
              <a:gd name="connsiteX70" fmla="*/ 1485900 w 5207793"/>
              <a:gd name="connsiteY70" fmla="*/ 228600 h 3521869"/>
              <a:gd name="connsiteX71" fmla="*/ 1528762 w 5207793"/>
              <a:gd name="connsiteY71" fmla="*/ 192881 h 3521869"/>
              <a:gd name="connsiteX72" fmla="*/ 1535906 w 5207793"/>
              <a:gd name="connsiteY72" fmla="*/ 171450 h 3521869"/>
              <a:gd name="connsiteX73" fmla="*/ 1557337 w 5207793"/>
              <a:gd name="connsiteY73" fmla="*/ 164306 h 3521869"/>
              <a:gd name="connsiteX74" fmla="*/ 1585912 w 5207793"/>
              <a:gd name="connsiteY74" fmla="*/ 150019 h 3521869"/>
              <a:gd name="connsiteX75" fmla="*/ 1635918 w 5207793"/>
              <a:gd name="connsiteY75" fmla="*/ 135731 h 3521869"/>
              <a:gd name="connsiteX76" fmla="*/ 1714500 w 5207793"/>
              <a:gd name="connsiteY76" fmla="*/ 128588 h 3521869"/>
              <a:gd name="connsiteX77" fmla="*/ 1807368 w 5207793"/>
              <a:gd name="connsiteY77" fmla="*/ 114300 h 3521869"/>
              <a:gd name="connsiteX78" fmla="*/ 1835943 w 5207793"/>
              <a:gd name="connsiteY78" fmla="*/ 121444 h 3521869"/>
              <a:gd name="connsiteX79" fmla="*/ 1814512 w 5207793"/>
              <a:gd name="connsiteY79" fmla="*/ 142875 h 3521869"/>
              <a:gd name="connsiteX80" fmla="*/ 1807368 w 5207793"/>
              <a:gd name="connsiteY80" fmla="*/ 164306 h 3521869"/>
              <a:gd name="connsiteX81" fmla="*/ 1785937 w 5207793"/>
              <a:gd name="connsiteY81" fmla="*/ 171450 h 3521869"/>
              <a:gd name="connsiteX82" fmla="*/ 1750218 w 5207793"/>
              <a:gd name="connsiteY82" fmla="*/ 214313 h 3521869"/>
              <a:gd name="connsiteX83" fmla="*/ 1743075 w 5207793"/>
              <a:gd name="connsiteY83" fmla="*/ 235744 h 3521869"/>
              <a:gd name="connsiteX84" fmla="*/ 1714500 w 5207793"/>
              <a:gd name="connsiteY84" fmla="*/ 285750 h 3521869"/>
              <a:gd name="connsiteX85" fmla="*/ 1693068 w 5207793"/>
              <a:gd name="connsiteY85" fmla="*/ 314325 h 3521869"/>
              <a:gd name="connsiteX86" fmla="*/ 1664493 w 5207793"/>
              <a:gd name="connsiteY86" fmla="*/ 357188 h 3521869"/>
              <a:gd name="connsiteX87" fmla="*/ 1643062 w 5207793"/>
              <a:gd name="connsiteY87" fmla="*/ 378619 h 3521869"/>
              <a:gd name="connsiteX88" fmla="*/ 1614487 w 5207793"/>
              <a:gd name="connsiteY88" fmla="*/ 421481 h 3521869"/>
              <a:gd name="connsiteX89" fmla="*/ 1578768 w 5207793"/>
              <a:gd name="connsiteY89" fmla="*/ 464344 h 3521869"/>
              <a:gd name="connsiteX90" fmla="*/ 1564481 w 5207793"/>
              <a:gd name="connsiteY90" fmla="*/ 514350 h 3521869"/>
              <a:gd name="connsiteX91" fmla="*/ 1550193 w 5207793"/>
              <a:gd name="connsiteY91" fmla="*/ 578644 h 3521869"/>
              <a:gd name="connsiteX92" fmla="*/ 1557337 w 5207793"/>
              <a:gd name="connsiteY92" fmla="*/ 621506 h 3521869"/>
              <a:gd name="connsiteX93" fmla="*/ 1571625 w 5207793"/>
              <a:gd name="connsiteY93" fmla="*/ 700088 h 3521869"/>
              <a:gd name="connsiteX94" fmla="*/ 1593056 w 5207793"/>
              <a:gd name="connsiteY94" fmla="*/ 742950 h 3521869"/>
              <a:gd name="connsiteX95" fmla="*/ 1600200 w 5207793"/>
              <a:gd name="connsiteY95" fmla="*/ 785813 h 3521869"/>
              <a:gd name="connsiteX96" fmla="*/ 1607343 w 5207793"/>
              <a:gd name="connsiteY96" fmla="*/ 807244 h 3521869"/>
              <a:gd name="connsiteX97" fmla="*/ 1621631 w 5207793"/>
              <a:gd name="connsiteY97" fmla="*/ 871538 h 3521869"/>
              <a:gd name="connsiteX98" fmla="*/ 1635918 w 5207793"/>
              <a:gd name="connsiteY98" fmla="*/ 957263 h 3521869"/>
              <a:gd name="connsiteX99" fmla="*/ 1643062 w 5207793"/>
              <a:gd name="connsiteY99" fmla="*/ 978694 h 3521869"/>
              <a:gd name="connsiteX100" fmla="*/ 1657350 w 5207793"/>
              <a:gd name="connsiteY100" fmla="*/ 1000125 h 3521869"/>
              <a:gd name="connsiteX101" fmla="*/ 1664493 w 5207793"/>
              <a:gd name="connsiteY101" fmla="*/ 1028700 h 3521869"/>
              <a:gd name="connsiteX102" fmla="*/ 1678781 w 5207793"/>
              <a:gd name="connsiteY102" fmla="*/ 1050131 h 3521869"/>
              <a:gd name="connsiteX103" fmla="*/ 1685925 w 5207793"/>
              <a:gd name="connsiteY103" fmla="*/ 1085850 h 3521869"/>
              <a:gd name="connsiteX104" fmla="*/ 1728787 w 5207793"/>
              <a:gd name="connsiteY104" fmla="*/ 1135856 h 3521869"/>
              <a:gd name="connsiteX105" fmla="*/ 1743075 w 5207793"/>
              <a:gd name="connsiteY105" fmla="*/ 1157288 h 3521869"/>
              <a:gd name="connsiteX106" fmla="*/ 1750218 w 5207793"/>
              <a:gd name="connsiteY106" fmla="*/ 1185863 h 3521869"/>
              <a:gd name="connsiteX107" fmla="*/ 1793081 w 5207793"/>
              <a:gd name="connsiteY107" fmla="*/ 1235869 h 3521869"/>
              <a:gd name="connsiteX108" fmla="*/ 1828800 w 5207793"/>
              <a:gd name="connsiteY108" fmla="*/ 1278731 h 3521869"/>
              <a:gd name="connsiteX109" fmla="*/ 1864518 w 5207793"/>
              <a:gd name="connsiteY109" fmla="*/ 1314450 h 3521869"/>
              <a:gd name="connsiteX110" fmla="*/ 1921668 w 5207793"/>
              <a:gd name="connsiteY110" fmla="*/ 1378744 h 3521869"/>
              <a:gd name="connsiteX111" fmla="*/ 1978818 w 5207793"/>
              <a:gd name="connsiteY111" fmla="*/ 1393031 h 3521869"/>
              <a:gd name="connsiteX112" fmla="*/ 2007393 w 5207793"/>
              <a:gd name="connsiteY112" fmla="*/ 1400175 h 3521869"/>
              <a:gd name="connsiteX113" fmla="*/ 2028825 w 5207793"/>
              <a:gd name="connsiteY113" fmla="*/ 1407319 h 3521869"/>
              <a:gd name="connsiteX114" fmla="*/ 2078831 w 5207793"/>
              <a:gd name="connsiteY114" fmla="*/ 1414463 h 3521869"/>
              <a:gd name="connsiteX115" fmla="*/ 2135981 w 5207793"/>
              <a:gd name="connsiteY115" fmla="*/ 1428750 h 3521869"/>
              <a:gd name="connsiteX116" fmla="*/ 2228850 w 5207793"/>
              <a:gd name="connsiteY116" fmla="*/ 1443038 h 3521869"/>
              <a:gd name="connsiteX117" fmla="*/ 2257425 w 5207793"/>
              <a:gd name="connsiteY117" fmla="*/ 1450181 h 3521869"/>
              <a:gd name="connsiteX118" fmla="*/ 2300287 w 5207793"/>
              <a:gd name="connsiteY118" fmla="*/ 1464469 h 3521869"/>
              <a:gd name="connsiteX119" fmla="*/ 2507456 w 5207793"/>
              <a:gd name="connsiteY119" fmla="*/ 1471613 h 3521869"/>
              <a:gd name="connsiteX120" fmla="*/ 2543175 w 5207793"/>
              <a:gd name="connsiteY120" fmla="*/ 1478756 h 3521869"/>
              <a:gd name="connsiteX121" fmla="*/ 2878931 w 5207793"/>
              <a:gd name="connsiteY121" fmla="*/ 1478756 h 3521869"/>
              <a:gd name="connsiteX122" fmla="*/ 2914650 w 5207793"/>
              <a:gd name="connsiteY122" fmla="*/ 1471613 h 3521869"/>
              <a:gd name="connsiteX123" fmla="*/ 2964656 w 5207793"/>
              <a:gd name="connsiteY123" fmla="*/ 1450181 h 3521869"/>
              <a:gd name="connsiteX124" fmla="*/ 2986087 w 5207793"/>
              <a:gd name="connsiteY124" fmla="*/ 1443038 h 3521869"/>
              <a:gd name="connsiteX125" fmla="*/ 3043237 w 5207793"/>
              <a:gd name="connsiteY125" fmla="*/ 1421606 h 3521869"/>
              <a:gd name="connsiteX126" fmla="*/ 3071812 w 5207793"/>
              <a:gd name="connsiteY126" fmla="*/ 1400175 h 3521869"/>
              <a:gd name="connsiteX127" fmla="*/ 3093243 w 5207793"/>
              <a:gd name="connsiteY127" fmla="*/ 1378744 h 3521869"/>
              <a:gd name="connsiteX128" fmla="*/ 3128962 w 5207793"/>
              <a:gd name="connsiteY128" fmla="*/ 1357313 h 3521869"/>
              <a:gd name="connsiteX129" fmla="*/ 3186112 w 5207793"/>
              <a:gd name="connsiteY129" fmla="*/ 1300163 h 3521869"/>
              <a:gd name="connsiteX130" fmla="*/ 3214687 w 5207793"/>
              <a:gd name="connsiteY130" fmla="*/ 1243013 h 3521869"/>
              <a:gd name="connsiteX131" fmla="*/ 3236118 w 5207793"/>
              <a:gd name="connsiteY131" fmla="*/ 1228725 h 3521869"/>
              <a:gd name="connsiteX132" fmla="*/ 3271837 w 5207793"/>
              <a:gd name="connsiteY132" fmla="*/ 1178719 h 3521869"/>
              <a:gd name="connsiteX133" fmla="*/ 3293268 w 5207793"/>
              <a:gd name="connsiteY133" fmla="*/ 1164431 h 3521869"/>
              <a:gd name="connsiteX134" fmla="*/ 3300412 w 5207793"/>
              <a:gd name="connsiteY134" fmla="*/ 1143000 h 3521869"/>
              <a:gd name="connsiteX135" fmla="*/ 3321843 w 5207793"/>
              <a:gd name="connsiteY135" fmla="*/ 1135856 h 3521869"/>
              <a:gd name="connsiteX136" fmla="*/ 3343275 w 5207793"/>
              <a:gd name="connsiteY136" fmla="*/ 1114425 h 3521869"/>
              <a:gd name="connsiteX137" fmla="*/ 3357562 w 5207793"/>
              <a:gd name="connsiteY137" fmla="*/ 1085850 h 3521869"/>
              <a:gd name="connsiteX138" fmla="*/ 3393281 w 5207793"/>
              <a:gd name="connsiteY138" fmla="*/ 1028700 h 3521869"/>
              <a:gd name="connsiteX139" fmla="*/ 3400425 w 5207793"/>
              <a:gd name="connsiteY139" fmla="*/ 1007269 h 3521869"/>
              <a:gd name="connsiteX140" fmla="*/ 3436143 w 5207793"/>
              <a:gd name="connsiteY140" fmla="*/ 928688 h 3521869"/>
              <a:gd name="connsiteX141" fmla="*/ 3450431 w 5207793"/>
              <a:gd name="connsiteY141" fmla="*/ 842963 h 3521869"/>
              <a:gd name="connsiteX142" fmla="*/ 3464718 w 5207793"/>
              <a:gd name="connsiteY142" fmla="*/ 700088 h 3521869"/>
              <a:gd name="connsiteX143" fmla="*/ 3471862 w 5207793"/>
              <a:gd name="connsiteY143" fmla="*/ 664369 h 3521869"/>
              <a:gd name="connsiteX144" fmla="*/ 3479006 w 5207793"/>
              <a:gd name="connsiteY144" fmla="*/ 492919 h 3521869"/>
              <a:gd name="connsiteX145" fmla="*/ 3457575 w 5207793"/>
              <a:gd name="connsiteY145" fmla="*/ 321469 h 3521869"/>
              <a:gd name="connsiteX146" fmla="*/ 3443287 w 5207793"/>
              <a:gd name="connsiteY146" fmla="*/ 300038 h 3521869"/>
              <a:gd name="connsiteX147" fmla="*/ 3414712 w 5207793"/>
              <a:gd name="connsiteY147" fmla="*/ 242888 h 3521869"/>
              <a:gd name="connsiteX148" fmla="*/ 3407568 w 5207793"/>
              <a:gd name="connsiteY148" fmla="*/ 221456 h 3521869"/>
              <a:gd name="connsiteX149" fmla="*/ 3364706 w 5207793"/>
              <a:gd name="connsiteY149" fmla="*/ 192881 h 3521869"/>
              <a:gd name="connsiteX150" fmla="*/ 3328987 w 5207793"/>
              <a:gd name="connsiteY150" fmla="*/ 150019 h 3521869"/>
              <a:gd name="connsiteX151" fmla="*/ 3286125 w 5207793"/>
              <a:gd name="connsiteY151" fmla="*/ 121444 h 3521869"/>
              <a:gd name="connsiteX152" fmla="*/ 3264693 w 5207793"/>
              <a:gd name="connsiteY152" fmla="*/ 92869 h 3521869"/>
              <a:gd name="connsiteX153" fmla="*/ 3236118 w 5207793"/>
              <a:gd name="connsiteY153" fmla="*/ 50006 h 3521869"/>
              <a:gd name="connsiteX154" fmla="*/ 3250406 w 5207793"/>
              <a:gd name="connsiteY154" fmla="*/ 14288 h 3521869"/>
              <a:gd name="connsiteX155" fmla="*/ 3328987 w 5207793"/>
              <a:gd name="connsiteY155" fmla="*/ 7144 h 3521869"/>
              <a:gd name="connsiteX156" fmla="*/ 3350418 w 5207793"/>
              <a:gd name="connsiteY156" fmla="*/ 0 h 3521869"/>
              <a:gd name="connsiteX157" fmla="*/ 3414712 w 5207793"/>
              <a:gd name="connsiteY157" fmla="*/ 21431 h 3521869"/>
              <a:gd name="connsiteX158" fmla="*/ 3457575 w 5207793"/>
              <a:gd name="connsiteY158" fmla="*/ 35719 h 3521869"/>
              <a:gd name="connsiteX159" fmla="*/ 3479006 w 5207793"/>
              <a:gd name="connsiteY159" fmla="*/ 42863 h 3521869"/>
              <a:gd name="connsiteX160" fmla="*/ 3543300 w 5207793"/>
              <a:gd name="connsiteY160" fmla="*/ 57150 h 3521869"/>
              <a:gd name="connsiteX161" fmla="*/ 3579018 w 5207793"/>
              <a:gd name="connsiteY161" fmla="*/ 71438 h 3521869"/>
              <a:gd name="connsiteX162" fmla="*/ 3636168 w 5207793"/>
              <a:gd name="connsiteY162" fmla="*/ 85725 h 3521869"/>
              <a:gd name="connsiteX163" fmla="*/ 3657600 w 5207793"/>
              <a:gd name="connsiteY163" fmla="*/ 100013 h 3521869"/>
              <a:gd name="connsiteX164" fmla="*/ 3686175 w 5207793"/>
              <a:gd name="connsiteY164" fmla="*/ 114300 h 3521869"/>
              <a:gd name="connsiteX165" fmla="*/ 3700462 w 5207793"/>
              <a:gd name="connsiteY165" fmla="*/ 142875 h 3521869"/>
              <a:gd name="connsiteX166" fmla="*/ 3757612 w 5207793"/>
              <a:gd name="connsiteY166" fmla="*/ 171450 h 3521869"/>
              <a:gd name="connsiteX167" fmla="*/ 3807618 w 5207793"/>
              <a:gd name="connsiteY167" fmla="*/ 192881 h 3521869"/>
              <a:gd name="connsiteX168" fmla="*/ 3829050 w 5207793"/>
              <a:gd name="connsiteY168" fmla="*/ 207169 h 3521869"/>
              <a:gd name="connsiteX169" fmla="*/ 3871912 w 5207793"/>
              <a:gd name="connsiteY169" fmla="*/ 214313 h 3521869"/>
              <a:gd name="connsiteX170" fmla="*/ 4150518 w 5207793"/>
              <a:gd name="connsiteY170" fmla="*/ 207169 h 3521869"/>
              <a:gd name="connsiteX171" fmla="*/ 4186237 w 5207793"/>
              <a:gd name="connsiteY171" fmla="*/ 178594 h 3521869"/>
              <a:gd name="connsiteX172" fmla="*/ 4214812 w 5207793"/>
              <a:gd name="connsiteY172" fmla="*/ 171450 h 3521869"/>
              <a:gd name="connsiteX173" fmla="*/ 4236243 w 5207793"/>
              <a:gd name="connsiteY173" fmla="*/ 164306 h 3521869"/>
              <a:gd name="connsiteX174" fmla="*/ 4386262 w 5207793"/>
              <a:gd name="connsiteY174" fmla="*/ 185738 h 3521869"/>
              <a:gd name="connsiteX175" fmla="*/ 4421981 w 5207793"/>
              <a:gd name="connsiteY175" fmla="*/ 221456 h 3521869"/>
              <a:gd name="connsiteX176" fmla="*/ 4457700 w 5207793"/>
              <a:gd name="connsiteY176" fmla="*/ 285750 h 3521869"/>
              <a:gd name="connsiteX177" fmla="*/ 4471987 w 5207793"/>
              <a:gd name="connsiteY177" fmla="*/ 364331 h 3521869"/>
              <a:gd name="connsiteX178" fmla="*/ 4486275 w 5207793"/>
              <a:gd name="connsiteY178" fmla="*/ 428625 h 3521869"/>
              <a:gd name="connsiteX179" fmla="*/ 4514850 w 5207793"/>
              <a:gd name="connsiteY179" fmla="*/ 485775 h 3521869"/>
              <a:gd name="connsiteX180" fmla="*/ 4521993 w 5207793"/>
              <a:gd name="connsiteY180" fmla="*/ 521494 h 3521869"/>
              <a:gd name="connsiteX181" fmla="*/ 4529137 w 5207793"/>
              <a:gd name="connsiteY181" fmla="*/ 550069 h 3521869"/>
              <a:gd name="connsiteX182" fmla="*/ 4543425 w 5207793"/>
              <a:gd name="connsiteY182" fmla="*/ 771525 h 3521869"/>
              <a:gd name="connsiteX183" fmla="*/ 4557712 w 5207793"/>
              <a:gd name="connsiteY183" fmla="*/ 850106 h 3521869"/>
              <a:gd name="connsiteX184" fmla="*/ 4564856 w 5207793"/>
              <a:gd name="connsiteY184" fmla="*/ 892969 h 3521869"/>
              <a:gd name="connsiteX185" fmla="*/ 4593431 w 5207793"/>
              <a:gd name="connsiteY185" fmla="*/ 1021556 h 3521869"/>
              <a:gd name="connsiteX186" fmla="*/ 4600575 w 5207793"/>
              <a:gd name="connsiteY186" fmla="*/ 1078706 h 3521869"/>
              <a:gd name="connsiteX187" fmla="*/ 4607718 w 5207793"/>
              <a:gd name="connsiteY187" fmla="*/ 1321594 h 3521869"/>
              <a:gd name="connsiteX188" fmla="*/ 4614862 w 5207793"/>
              <a:gd name="connsiteY188" fmla="*/ 1357313 h 3521869"/>
              <a:gd name="connsiteX189" fmla="*/ 4636293 w 5207793"/>
              <a:gd name="connsiteY189" fmla="*/ 1378744 h 3521869"/>
              <a:gd name="connsiteX190" fmla="*/ 4643437 w 5207793"/>
              <a:gd name="connsiteY190" fmla="*/ 1421606 h 3521869"/>
              <a:gd name="connsiteX191" fmla="*/ 4650581 w 5207793"/>
              <a:gd name="connsiteY191" fmla="*/ 1471613 h 3521869"/>
              <a:gd name="connsiteX192" fmla="*/ 4657725 w 5207793"/>
              <a:gd name="connsiteY192" fmla="*/ 1493044 h 3521869"/>
              <a:gd name="connsiteX193" fmla="*/ 4664868 w 5207793"/>
              <a:gd name="connsiteY193" fmla="*/ 1585913 h 3521869"/>
              <a:gd name="connsiteX194" fmla="*/ 4672012 w 5207793"/>
              <a:gd name="connsiteY194" fmla="*/ 1650206 h 3521869"/>
              <a:gd name="connsiteX195" fmla="*/ 4686300 w 5207793"/>
              <a:gd name="connsiteY195" fmla="*/ 1778794 h 3521869"/>
              <a:gd name="connsiteX196" fmla="*/ 4700587 w 5207793"/>
              <a:gd name="connsiteY196" fmla="*/ 1921669 h 3521869"/>
              <a:gd name="connsiteX197" fmla="*/ 4714875 w 5207793"/>
              <a:gd name="connsiteY197" fmla="*/ 2000250 h 3521869"/>
              <a:gd name="connsiteX198" fmla="*/ 4722018 w 5207793"/>
              <a:gd name="connsiteY198" fmla="*/ 2050256 h 3521869"/>
              <a:gd name="connsiteX199" fmla="*/ 4736306 w 5207793"/>
              <a:gd name="connsiteY199" fmla="*/ 2071688 h 3521869"/>
              <a:gd name="connsiteX200" fmla="*/ 4764881 w 5207793"/>
              <a:gd name="connsiteY200" fmla="*/ 2121694 h 3521869"/>
              <a:gd name="connsiteX201" fmla="*/ 4779168 w 5207793"/>
              <a:gd name="connsiteY201" fmla="*/ 2164556 h 3521869"/>
              <a:gd name="connsiteX202" fmla="*/ 4793456 w 5207793"/>
              <a:gd name="connsiteY202" fmla="*/ 2235994 h 3521869"/>
              <a:gd name="connsiteX203" fmla="*/ 4800600 w 5207793"/>
              <a:gd name="connsiteY203" fmla="*/ 2257425 h 3521869"/>
              <a:gd name="connsiteX204" fmla="*/ 4807743 w 5207793"/>
              <a:gd name="connsiteY204" fmla="*/ 2286000 h 3521869"/>
              <a:gd name="connsiteX205" fmla="*/ 4814887 w 5207793"/>
              <a:gd name="connsiteY205" fmla="*/ 2307431 h 3521869"/>
              <a:gd name="connsiteX206" fmla="*/ 4836318 w 5207793"/>
              <a:gd name="connsiteY206" fmla="*/ 2407444 h 3521869"/>
              <a:gd name="connsiteX207" fmla="*/ 4864893 w 5207793"/>
              <a:gd name="connsiteY207" fmla="*/ 2514600 h 3521869"/>
              <a:gd name="connsiteX208" fmla="*/ 4872037 w 5207793"/>
              <a:gd name="connsiteY208" fmla="*/ 2543175 h 3521869"/>
              <a:gd name="connsiteX209" fmla="*/ 4886325 w 5207793"/>
              <a:gd name="connsiteY209" fmla="*/ 2614613 h 3521869"/>
              <a:gd name="connsiteX210" fmla="*/ 4900612 w 5207793"/>
              <a:gd name="connsiteY210" fmla="*/ 2657475 h 3521869"/>
              <a:gd name="connsiteX211" fmla="*/ 4922043 w 5207793"/>
              <a:gd name="connsiteY211" fmla="*/ 2678906 h 3521869"/>
              <a:gd name="connsiteX212" fmla="*/ 4929187 w 5207793"/>
              <a:gd name="connsiteY212" fmla="*/ 2728913 h 3521869"/>
              <a:gd name="connsiteX213" fmla="*/ 4936331 w 5207793"/>
              <a:gd name="connsiteY213" fmla="*/ 2757488 h 3521869"/>
              <a:gd name="connsiteX214" fmla="*/ 4943475 w 5207793"/>
              <a:gd name="connsiteY214" fmla="*/ 2914650 h 3521869"/>
              <a:gd name="connsiteX215" fmla="*/ 4950618 w 5207793"/>
              <a:gd name="connsiteY215" fmla="*/ 2943225 h 3521869"/>
              <a:gd name="connsiteX216" fmla="*/ 4936331 w 5207793"/>
              <a:gd name="connsiteY216" fmla="*/ 2986088 h 3521869"/>
              <a:gd name="connsiteX217" fmla="*/ 5000625 w 5207793"/>
              <a:gd name="connsiteY217" fmla="*/ 3021806 h 3521869"/>
              <a:gd name="connsiteX218" fmla="*/ 5064918 w 5207793"/>
              <a:gd name="connsiteY218" fmla="*/ 3043238 h 3521869"/>
              <a:gd name="connsiteX219" fmla="*/ 5093493 w 5207793"/>
              <a:gd name="connsiteY219" fmla="*/ 3064669 h 3521869"/>
              <a:gd name="connsiteX220" fmla="*/ 5114925 w 5207793"/>
              <a:gd name="connsiteY220" fmla="*/ 3114675 h 3521869"/>
              <a:gd name="connsiteX221" fmla="*/ 5129212 w 5207793"/>
              <a:gd name="connsiteY221" fmla="*/ 3143250 h 3521869"/>
              <a:gd name="connsiteX222" fmla="*/ 5143500 w 5207793"/>
              <a:gd name="connsiteY222" fmla="*/ 3207544 h 3521869"/>
              <a:gd name="connsiteX223" fmla="*/ 5157787 w 5207793"/>
              <a:gd name="connsiteY223" fmla="*/ 3250406 h 3521869"/>
              <a:gd name="connsiteX224" fmla="*/ 5172075 w 5207793"/>
              <a:gd name="connsiteY224" fmla="*/ 3307556 h 3521869"/>
              <a:gd name="connsiteX225" fmla="*/ 5179218 w 5207793"/>
              <a:gd name="connsiteY225" fmla="*/ 3386138 h 3521869"/>
              <a:gd name="connsiteX226" fmla="*/ 5200650 w 5207793"/>
              <a:gd name="connsiteY226" fmla="*/ 3464719 h 3521869"/>
              <a:gd name="connsiteX227" fmla="*/ 5207793 w 5207793"/>
              <a:gd name="connsiteY227" fmla="*/ 3521869 h 3521869"/>
              <a:gd name="connsiteX0" fmla="*/ 0 w 5207793"/>
              <a:gd name="connsiteY0" fmla="*/ 3464719 h 3521869"/>
              <a:gd name="connsiteX1" fmla="*/ 7143 w 5207793"/>
              <a:gd name="connsiteY1" fmla="*/ 3386138 h 3521869"/>
              <a:gd name="connsiteX2" fmla="*/ 14287 w 5207793"/>
              <a:gd name="connsiteY2" fmla="*/ 3364706 h 3521869"/>
              <a:gd name="connsiteX3" fmla="*/ 21431 w 5207793"/>
              <a:gd name="connsiteY3" fmla="*/ 3328988 h 3521869"/>
              <a:gd name="connsiteX4" fmla="*/ 28575 w 5207793"/>
              <a:gd name="connsiteY4" fmla="*/ 3300413 h 3521869"/>
              <a:gd name="connsiteX5" fmla="*/ 35718 w 5207793"/>
              <a:gd name="connsiteY5" fmla="*/ 3250406 h 3521869"/>
              <a:gd name="connsiteX6" fmla="*/ 57150 w 5207793"/>
              <a:gd name="connsiteY6" fmla="*/ 3200400 h 3521869"/>
              <a:gd name="connsiteX7" fmla="*/ 64293 w 5207793"/>
              <a:gd name="connsiteY7" fmla="*/ 3178969 h 3521869"/>
              <a:gd name="connsiteX8" fmla="*/ 92868 w 5207793"/>
              <a:gd name="connsiteY8" fmla="*/ 3157538 h 3521869"/>
              <a:gd name="connsiteX9" fmla="*/ 121443 w 5207793"/>
              <a:gd name="connsiteY9" fmla="*/ 3107531 h 3521869"/>
              <a:gd name="connsiteX10" fmla="*/ 150018 w 5207793"/>
              <a:gd name="connsiteY10" fmla="*/ 3086100 h 3521869"/>
              <a:gd name="connsiteX11" fmla="*/ 171450 w 5207793"/>
              <a:gd name="connsiteY11" fmla="*/ 3057525 h 3521869"/>
              <a:gd name="connsiteX12" fmla="*/ 242887 w 5207793"/>
              <a:gd name="connsiteY12" fmla="*/ 3014663 h 3521869"/>
              <a:gd name="connsiteX13" fmla="*/ 264318 w 5207793"/>
              <a:gd name="connsiteY13" fmla="*/ 2957513 h 3521869"/>
              <a:gd name="connsiteX14" fmla="*/ 292893 w 5207793"/>
              <a:gd name="connsiteY14" fmla="*/ 2900363 h 3521869"/>
              <a:gd name="connsiteX15" fmla="*/ 307181 w 5207793"/>
              <a:gd name="connsiteY15" fmla="*/ 2664619 h 3521869"/>
              <a:gd name="connsiteX16" fmla="*/ 328612 w 5207793"/>
              <a:gd name="connsiteY16" fmla="*/ 2564606 h 3521869"/>
              <a:gd name="connsiteX17" fmla="*/ 335756 w 5207793"/>
              <a:gd name="connsiteY17" fmla="*/ 2521744 h 3521869"/>
              <a:gd name="connsiteX18" fmla="*/ 350043 w 5207793"/>
              <a:gd name="connsiteY18" fmla="*/ 2500313 h 3521869"/>
              <a:gd name="connsiteX19" fmla="*/ 364331 w 5207793"/>
              <a:gd name="connsiteY19" fmla="*/ 2450306 h 3521869"/>
              <a:gd name="connsiteX20" fmla="*/ 371475 w 5207793"/>
              <a:gd name="connsiteY20" fmla="*/ 2407444 h 3521869"/>
              <a:gd name="connsiteX21" fmla="*/ 385762 w 5207793"/>
              <a:gd name="connsiteY21" fmla="*/ 2357438 h 3521869"/>
              <a:gd name="connsiteX22" fmla="*/ 392906 w 5207793"/>
              <a:gd name="connsiteY22" fmla="*/ 2328863 h 3521869"/>
              <a:gd name="connsiteX23" fmla="*/ 407193 w 5207793"/>
              <a:gd name="connsiteY23" fmla="*/ 2307431 h 3521869"/>
              <a:gd name="connsiteX24" fmla="*/ 421481 w 5207793"/>
              <a:gd name="connsiteY24" fmla="*/ 2257425 h 3521869"/>
              <a:gd name="connsiteX25" fmla="*/ 428625 w 5207793"/>
              <a:gd name="connsiteY25" fmla="*/ 2228850 h 3521869"/>
              <a:gd name="connsiteX26" fmla="*/ 442912 w 5207793"/>
              <a:gd name="connsiteY26" fmla="*/ 2207419 h 3521869"/>
              <a:gd name="connsiteX27" fmla="*/ 464343 w 5207793"/>
              <a:gd name="connsiteY27" fmla="*/ 2150269 h 3521869"/>
              <a:gd name="connsiteX28" fmla="*/ 478631 w 5207793"/>
              <a:gd name="connsiteY28" fmla="*/ 2078831 h 3521869"/>
              <a:gd name="connsiteX29" fmla="*/ 485775 w 5207793"/>
              <a:gd name="connsiteY29" fmla="*/ 2050256 h 3521869"/>
              <a:gd name="connsiteX30" fmla="*/ 492918 w 5207793"/>
              <a:gd name="connsiteY30" fmla="*/ 2014538 h 3521869"/>
              <a:gd name="connsiteX31" fmla="*/ 500062 w 5207793"/>
              <a:gd name="connsiteY31" fmla="*/ 1993106 h 3521869"/>
              <a:gd name="connsiteX32" fmla="*/ 507206 w 5207793"/>
              <a:gd name="connsiteY32" fmla="*/ 1957388 h 3521869"/>
              <a:gd name="connsiteX33" fmla="*/ 514350 w 5207793"/>
              <a:gd name="connsiteY33" fmla="*/ 1935956 h 3521869"/>
              <a:gd name="connsiteX34" fmla="*/ 528637 w 5207793"/>
              <a:gd name="connsiteY34" fmla="*/ 1878806 h 3521869"/>
              <a:gd name="connsiteX35" fmla="*/ 535781 w 5207793"/>
              <a:gd name="connsiteY35" fmla="*/ 1785938 h 3521869"/>
              <a:gd name="connsiteX36" fmla="*/ 542925 w 5207793"/>
              <a:gd name="connsiteY36" fmla="*/ 1721644 h 3521869"/>
              <a:gd name="connsiteX37" fmla="*/ 535781 w 5207793"/>
              <a:gd name="connsiteY37" fmla="*/ 1578769 h 3521869"/>
              <a:gd name="connsiteX38" fmla="*/ 521493 w 5207793"/>
              <a:gd name="connsiteY38" fmla="*/ 1535906 h 3521869"/>
              <a:gd name="connsiteX39" fmla="*/ 528637 w 5207793"/>
              <a:gd name="connsiteY39" fmla="*/ 1400175 h 3521869"/>
              <a:gd name="connsiteX40" fmla="*/ 542925 w 5207793"/>
              <a:gd name="connsiteY40" fmla="*/ 1371600 h 3521869"/>
              <a:gd name="connsiteX41" fmla="*/ 564356 w 5207793"/>
              <a:gd name="connsiteY41" fmla="*/ 1293019 h 3521869"/>
              <a:gd name="connsiteX42" fmla="*/ 578643 w 5207793"/>
              <a:gd name="connsiteY42" fmla="*/ 964406 h 3521869"/>
              <a:gd name="connsiteX43" fmla="*/ 585787 w 5207793"/>
              <a:gd name="connsiteY43" fmla="*/ 907256 h 3521869"/>
              <a:gd name="connsiteX44" fmla="*/ 578643 w 5207793"/>
              <a:gd name="connsiteY44" fmla="*/ 385763 h 3521869"/>
              <a:gd name="connsiteX45" fmla="*/ 607218 w 5207793"/>
              <a:gd name="connsiteY45" fmla="*/ 278606 h 3521869"/>
              <a:gd name="connsiteX46" fmla="*/ 628650 w 5207793"/>
              <a:gd name="connsiteY46" fmla="*/ 228600 h 3521869"/>
              <a:gd name="connsiteX47" fmla="*/ 650081 w 5207793"/>
              <a:gd name="connsiteY47" fmla="*/ 200025 h 3521869"/>
              <a:gd name="connsiteX48" fmla="*/ 664368 w 5207793"/>
              <a:gd name="connsiteY48" fmla="*/ 171450 h 3521869"/>
              <a:gd name="connsiteX49" fmla="*/ 678656 w 5207793"/>
              <a:gd name="connsiteY49" fmla="*/ 150019 h 3521869"/>
              <a:gd name="connsiteX50" fmla="*/ 685800 w 5207793"/>
              <a:gd name="connsiteY50" fmla="*/ 128588 h 3521869"/>
              <a:gd name="connsiteX51" fmla="*/ 714375 w 5207793"/>
              <a:gd name="connsiteY51" fmla="*/ 100013 h 3521869"/>
              <a:gd name="connsiteX52" fmla="*/ 735806 w 5207793"/>
              <a:gd name="connsiteY52" fmla="*/ 71438 h 3521869"/>
              <a:gd name="connsiteX53" fmla="*/ 757237 w 5207793"/>
              <a:gd name="connsiteY53" fmla="*/ 50006 h 3521869"/>
              <a:gd name="connsiteX54" fmla="*/ 778668 w 5207793"/>
              <a:gd name="connsiteY54" fmla="*/ 21431 h 3521869"/>
              <a:gd name="connsiteX55" fmla="*/ 800100 w 5207793"/>
              <a:gd name="connsiteY55" fmla="*/ 14288 h 3521869"/>
              <a:gd name="connsiteX56" fmla="*/ 935831 w 5207793"/>
              <a:gd name="connsiteY56" fmla="*/ 28575 h 3521869"/>
              <a:gd name="connsiteX57" fmla="*/ 964406 w 5207793"/>
              <a:gd name="connsiteY57" fmla="*/ 50006 h 3521869"/>
              <a:gd name="connsiteX58" fmla="*/ 1014412 w 5207793"/>
              <a:gd name="connsiteY58" fmla="*/ 78581 h 3521869"/>
              <a:gd name="connsiteX59" fmla="*/ 1035843 w 5207793"/>
              <a:gd name="connsiteY59" fmla="*/ 100013 h 3521869"/>
              <a:gd name="connsiteX60" fmla="*/ 1064418 w 5207793"/>
              <a:gd name="connsiteY60" fmla="*/ 114300 h 3521869"/>
              <a:gd name="connsiteX61" fmla="*/ 1085850 w 5207793"/>
              <a:gd name="connsiteY61" fmla="*/ 128588 h 3521869"/>
              <a:gd name="connsiteX62" fmla="*/ 1128712 w 5207793"/>
              <a:gd name="connsiteY62" fmla="*/ 150019 h 3521869"/>
              <a:gd name="connsiteX63" fmla="*/ 1185862 w 5207793"/>
              <a:gd name="connsiteY63" fmla="*/ 178594 h 3521869"/>
              <a:gd name="connsiteX64" fmla="*/ 1207293 w 5207793"/>
              <a:gd name="connsiteY64" fmla="*/ 192881 h 3521869"/>
              <a:gd name="connsiteX65" fmla="*/ 1228725 w 5207793"/>
              <a:gd name="connsiteY65" fmla="*/ 200025 h 3521869"/>
              <a:gd name="connsiteX66" fmla="*/ 1257300 w 5207793"/>
              <a:gd name="connsiteY66" fmla="*/ 221456 h 3521869"/>
              <a:gd name="connsiteX67" fmla="*/ 1278731 w 5207793"/>
              <a:gd name="connsiteY67" fmla="*/ 235744 h 3521869"/>
              <a:gd name="connsiteX68" fmla="*/ 1350168 w 5207793"/>
              <a:gd name="connsiteY68" fmla="*/ 242888 h 3521869"/>
              <a:gd name="connsiteX69" fmla="*/ 1464468 w 5207793"/>
              <a:gd name="connsiteY69" fmla="*/ 235744 h 3521869"/>
              <a:gd name="connsiteX70" fmla="*/ 1485900 w 5207793"/>
              <a:gd name="connsiteY70" fmla="*/ 228600 h 3521869"/>
              <a:gd name="connsiteX71" fmla="*/ 1528762 w 5207793"/>
              <a:gd name="connsiteY71" fmla="*/ 192881 h 3521869"/>
              <a:gd name="connsiteX72" fmla="*/ 1535906 w 5207793"/>
              <a:gd name="connsiteY72" fmla="*/ 171450 h 3521869"/>
              <a:gd name="connsiteX73" fmla="*/ 1557337 w 5207793"/>
              <a:gd name="connsiteY73" fmla="*/ 164306 h 3521869"/>
              <a:gd name="connsiteX74" fmla="*/ 1585912 w 5207793"/>
              <a:gd name="connsiteY74" fmla="*/ 150019 h 3521869"/>
              <a:gd name="connsiteX75" fmla="*/ 1635918 w 5207793"/>
              <a:gd name="connsiteY75" fmla="*/ 135731 h 3521869"/>
              <a:gd name="connsiteX76" fmla="*/ 1714500 w 5207793"/>
              <a:gd name="connsiteY76" fmla="*/ 128588 h 3521869"/>
              <a:gd name="connsiteX77" fmla="*/ 1807368 w 5207793"/>
              <a:gd name="connsiteY77" fmla="*/ 114300 h 3521869"/>
              <a:gd name="connsiteX78" fmla="*/ 1835943 w 5207793"/>
              <a:gd name="connsiteY78" fmla="*/ 121444 h 3521869"/>
              <a:gd name="connsiteX79" fmla="*/ 1814512 w 5207793"/>
              <a:gd name="connsiteY79" fmla="*/ 142875 h 3521869"/>
              <a:gd name="connsiteX80" fmla="*/ 1807368 w 5207793"/>
              <a:gd name="connsiteY80" fmla="*/ 164306 h 3521869"/>
              <a:gd name="connsiteX81" fmla="*/ 1785937 w 5207793"/>
              <a:gd name="connsiteY81" fmla="*/ 171450 h 3521869"/>
              <a:gd name="connsiteX82" fmla="*/ 1750218 w 5207793"/>
              <a:gd name="connsiteY82" fmla="*/ 214313 h 3521869"/>
              <a:gd name="connsiteX83" fmla="*/ 1743075 w 5207793"/>
              <a:gd name="connsiteY83" fmla="*/ 235744 h 3521869"/>
              <a:gd name="connsiteX84" fmla="*/ 1714500 w 5207793"/>
              <a:gd name="connsiteY84" fmla="*/ 285750 h 3521869"/>
              <a:gd name="connsiteX85" fmla="*/ 1693068 w 5207793"/>
              <a:gd name="connsiteY85" fmla="*/ 314325 h 3521869"/>
              <a:gd name="connsiteX86" fmla="*/ 1664493 w 5207793"/>
              <a:gd name="connsiteY86" fmla="*/ 357188 h 3521869"/>
              <a:gd name="connsiteX87" fmla="*/ 1643062 w 5207793"/>
              <a:gd name="connsiteY87" fmla="*/ 378619 h 3521869"/>
              <a:gd name="connsiteX88" fmla="*/ 1614487 w 5207793"/>
              <a:gd name="connsiteY88" fmla="*/ 421481 h 3521869"/>
              <a:gd name="connsiteX89" fmla="*/ 1578768 w 5207793"/>
              <a:gd name="connsiteY89" fmla="*/ 464344 h 3521869"/>
              <a:gd name="connsiteX90" fmla="*/ 1564481 w 5207793"/>
              <a:gd name="connsiteY90" fmla="*/ 514350 h 3521869"/>
              <a:gd name="connsiteX91" fmla="*/ 1550193 w 5207793"/>
              <a:gd name="connsiteY91" fmla="*/ 578644 h 3521869"/>
              <a:gd name="connsiteX92" fmla="*/ 1557337 w 5207793"/>
              <a:gd name="connsiteY92" fmla="*/ 621506 h 3521869"/>
              <a:gd name="connsiteX93" fmla="*/ 1571625 w 5207793"/>
              <a:gd name="connsiteY93" fmla="*/ 700088 h 3521869"/>
              <a:gd name="connsiteX94" fmla="*/ 1593056 w 5207793"/>
              <a:gd name="connsiteY94" fmla="*/ 742950 h 3521869"/>
              <a:gd name="connsiteX95" fmla="*/ 1600200 w 5207793"/>
              <a:gd name="connsiteY95" fmla="*/ 785813 h 3521869"/>
              <a:gd name="connsiteX96" fmla="*/ 1607343 w 5207793"/>
              <a:gd name="connsiteY96" fmla="*/ 807244 h 3521869"/>
              <a:gd name="connsiteX97" fmla="*/ 1621631 w 5207793"/>
              <a:gd name="connsiteY97" fmla="*/ 871538 h 3521869"/>
              <a:gd name="connsiteX98" fmla="*/ 1635918 w 5207793"/>
              <a:gd name="connsiteY98" fmla="*/ 957263 h 3521869"/>
              <a:gd name="connsiteX99" fmla="*/ 1643062 w 5207793"/>
              <a:gd name="connsiteY99" fmla="*/ 978694 h 3521869"/>
              <a:gd name="connsiteX100" fmla="*/ 1657350 w 5207793"/>
              <a:gd name="connsiteY100" fmla="*/ 1000125 h 3521869"/>
              <a:gd name="connsiteX101" fmla="*/ 1664493 w 5207793"/>
              <a:gd name="connsiteY101" fmla="*/ 1028700 h 3521869"/>
              <a:gd name="connsiteX102" fmla="*/ 1678781 w 5207793"/>
              <a:gd name="connsiteY102" fmla="*/ 1050131 h 3521869"/>
              <a:gd name="connsiteX103" fmla="*/ 1685925 w 5207793"/>
              <a:gd name="connsiteY103" fmla="*/ 1085850 h 3521869"/>
              <a:gd name="connsiteX104" fmla="*/ 1728787 w 5207793"/>
              <a:gd name="connsiteY104" fmla="*/ 1135856 h 3521869"/>
              <a:gd name="connsiteX105" fmla="*/ 1743075 w 5207793"/>
              <a:gd name="connsiteY105" fmla="*/ 1157288 h 3521869"/>
              <a:gd name="connsiteX106" fmla="*/ 1750218 w 5207793"/>
              <a:gd name="connsiteY106" fmla="*/ 1185863 h 3521869"/>
              <a:gd name="connsiteX107" fmla="*/ 1793081 w 5207793"/>
              <a:gd name="connsiteY107" fmla="*/ 1235869 h 3521869"/>
              <a:gd name="connsiteX108" fmla="*/ 1828800 w 5207793"/>
              <a:gd name="connsiteY108" fmla="*/ 1278731 h 3521869"/>
              <a:gd name="connsiteX109" fmla="*/ 1864518 w 5207793"/>
              <a:gd name="connsiteY109" fmla="*/ 1314450 h 3521869"/>
              <a:gd name="connsiteX110" fmla="*/ 1921668 w 5207793"/>
              <a:gd name="connsiteY110" fmla="*/ 1378744 h 3521869"/>
              <a:gd name="connsiteX111" fmla="*/ 1978818 w 5207793"/>
              <a:gd name="connsiteY111" fmla="*/ 1393031 h 3521869"/>
              <a:gd name="connsiteX112" fmla="*/ 2007393 w 5207793"/>
              <a:gd name="connsiteY112" fmla="*/ 1400175 h 3521869"/>
              <a:gd name="connsiteX113" fmla="*/ 2028825 w 5207793"/>
              <a:gd name="connsiteY113" fmla="*/ 1407319 h 3521869"/>
              <a:gd name="connsiteX114" fmla="*/ 2078831 w 5207793"/>
              <a:gd name="connsiteY114" fmla="*/ 1414463 h 3521869"/>
              <a:gd name="connsiteX115" fmla="*/ 2135981 w 5207793"/>
              <a:gd name="connsiteY115" fmla="*/ 1428750 h 3521869"/>
              <a:gd name="connsiteX116" fmla="*/ 2228850 w 5207793"/>
              <a:gd name="connsiteY116" fmla="*/ 1443038 h 3521869"/>
              <a:gd name="connsiteX117" fmla="*/ 2257425 w 5207793"/>
              <a:gd name="connsiteY117" fmla="*/ 1450181 h 3521869"/>
              <a:gd name="connsiteX118" fmla="*/ 2300287 w 5207793"/>
              <a:gd name="connsiteY118" fmla="*/ 1464469 h 3521869"/>
              <a:gd name="connsiteX119" fmla="*/ 2507456 w 5207793"/>
              <a:gd name="connsiteY119" fmla="*/ 1471613 h 3521869"/>
              <a:gd name="connsiteX120" fmla="*/ 2543175 w 5207793"/>
              <a:gd name="connsiteY120" fmla="*/ 1478756 h 3521869"/>
              <a:gd name="connsiteX121" fmla="*/ 2878931 w 5207793"/>
              <a:gd name="connsiteY121" fmla="*/ 1478756 h 3521869"/>
              <a:gd name="connsiteX122" fmla="*/ 2914650 w 5207793"/>
              <a:gd name="connsiteY122" fmla="*/ 1471613 h 3521869"/>
              <a:gd name="connsiteX123" fmla="*/ 2964656 w 5207793"/>
              <a:gd name="connsiteY123" fmla="*/ 1450181 h 3521869"/>
              <a:gd name="connsiteX124" fmla="*/ 2986087 w 5207793"/>
              <a:gd name="connsiteY124" fmla="*/ 1443038 h 3521869"/>
              <a:gd name="connsiteX125" fmla="*/ 3043237 w 5207793"/>
              <a:gd name="connsiteY125" fmla="*/ 1421606 h 3521869"/>
              <a:gd name="connsiteX126" fmla="*/ 3071812 w 5207793"/>
              <a:gd name="connsiteY126" fmla="*/ 1400175 h 3521869"/>
              <a:gd name="connsiteX127" fmla="*/ 3093243 w 5207793"/>
              <a:gd name="connsiteY127" fmla="*/ 1378744 h 3521869"/>
              <a:gd name="connsiteX128" fmla="*/ 3128962 w 5207793"/>
              <a:gd name="connsiteY128" fmla="*/ 1357313 h 3521869"/>
              <a:gd name="connsiteX129" fmla="*/ 3186112 w 5207793"/>
              <a:gd name="connsiteY129" fmla="*/ 1300163 h 3521869"/>
              <a:gd name="connsiteX130" fmla="*/ 3214687 w 5207793"/>
              <a:gd name="connsiteY130" fmla="*/ 1243013 h 3521869"/>
              <a:gd name="connsiteX131" fmla="*/ 3236118 w 5207793"/>
              <a:gd name="connsiteY131" fmla="*/ 1228725 h 3521869"/>
              <a:gd name="connsiteX132" fmla="*/ 3271837 w 5207793"/>
              <a:gd name="connsiteY132" fmla="*/ 1178719 h 3521869"/>
              <a:gd name="connsiteX133" fmla="*/ 3293268 w 5207793"/>
              <a:gd name="connsiteY133" fmla="*/ 1164431 h 3521869"/>
              <a:gd name="connsiteX134" fmla="*/ 3300412 w 5207793"/>
              <a:gd name="connsiteY134" fmla="*/ 1143000 h 3521869"/>
              <a:gd name="connsiteX135" fmla="*/ 3321843 w 5207793"/>
              <a:gd name="connsiteY135" fmla="*/ 1135856 h 3521869"/>
              <a:gd name="connsiteX136" fmla="*/ 3343275 w 5207793"/>
              <a:gd name="connsiteY136" fmla="*/ 1114425 h 3521869"/>
              <a:gd name="connsiteX137" fmla="*/ 3357562 w 5207793"/>
              <a:gd name="connsiteY137" fmla="*/ 1085850 h 3521869"/>
              <a:gd name="connsiteX138" fmla="*/ 3393281 w 5207793"/>
              <a:gd name="connsiteY138" fmla="*/ 1028700 h 3521869"/>
              <a:gd name="connsiteX139" fmla="*/ 3400425 w 5207793"/>
              <a:gd name="connsiteY139" fmla="*/ 1007269 h 3521869"/>
              <a:gd name="connsiteX140" fmla="*/ 3436143 w 5207793"/>
              <a:gd name="connsiteY140" fmla="*/ 928688 h 3521869"/>
              <a:gd name="connsiteX141" fmla="*/ 3450431 w 5207793"/>
              <a:gd name="connsiteY141" fmla="*/ 842963 h 3521869"/>
              <a:gd name="connsiteX142" fmla="*/ 3464718 w 5207793"/>
              <a:gd name="connsiteY142" fmla="*/ 700088 h 3521869"/>
              <a:gd name="connsiteX143" fmla="*/ 3471862 w 5207793"/>
              <a:gd name="connsiteY143" fmla="*/ 664369 h 3521869"/>
              <a:gd name="connsiteX144" fmla="*/ 3479006 w 5207793"/>
              <a:gd name="connsiteY144" fmla="*/ 492919 h 3521869"/>
              <a:gd name="connsiteX145" fmla="*/ 3457575 w 5207793"/>
              <a:gd name="connsiteY145" fmla="*/ 321469 h 3521869"/>
              <a:gd name="connsiteX146" fmla="*/ 3443287 w 5207793"/>
              <a:gd name="connsiteY146" fmla="*/ 300038 h 3521869"/>
              <a:gd name="connsiteX147" fmla="*/ 3414712 w 5207793"/>
              <a:gd name="connsiteY147" fmla="*/ 242888 h 3521869"/>
              <a:gd name="connsiteX148" fmla="*/ 3407568 w 5207793"/>
              <a:gd name="connsiteY148" fmla="*/ 221456 h 3521869"/>
              <a:gd name="connsiteX149" fmla="*/ 3364706 w 5207793"/>
              <a:gd name="connsiteY149" fmla="*/ 192881 h 3521869"/>
              <a:gd name="connsiteX150" fmla="*/ 3328987 w 5207793"/>
              <a:gd name="connsiteY150" fmla="*/ 150019 h 3521869"/>
              <a:gd name="connsiteX151" fmla="*/ 3286125 w 5207793"/>
              <a:gd name="connsiteY151" fmla="*/ 121444 h 3521869"/>
              <a:gd name="connsiteX152" fmla="*/ 3264693 w 5207793"/>
              <a:gd name="connsiteY152" fmla="*/ 92869 h 3521869"/>
              <a:gd name="connsiteX153" fmla="*/ 3236118 w 5207793"/>
              <a:gd name="connsiteY153" fmla="*/ 50006 h 3521869"/>
              <a:gd name="connsiteX154" fmla="*/ 3250406 w 5207793"/>
              <a:gd name="connsiteY154" fmla="*/ 14288 h 3521869"/>
              <a:gd name="connsiteX155" fmla="*/ 3328987 w 5207793"/>
              <a:gd name="connsiteY155" fmla="*/ 7144 h 3521869"/>
              <a:gd name="connsiteX156" fmla="*/ 3350418 w 5207793"/>
              <a:gd name="connsiteY156" fmla="*/ 0 h 3521869"/>
              <a:gd name="connsiteX157" fmla="*/ 3414712 w 5207793"/>
              <a:gd name="connsiteY157" fmla="*/ 21431 h 3521869"/>
              <a:gd name="connsiteX158" fmla="*/ 3457575 w 5207793"/>
              <a:gd name="connsiteY158" fmla="*/ 35719 h 3521869"/>
              <a:gd name="connsiteX159" fmla="*/ 3479006 w 5207793"/>
              <a:gd name="connsiteY159" fmla="*/ 42863 h 3521869"/>
              <a:gd name="connsiteX160" fmla="*/ 3543300 w 5207793"/>
              <a:gd name="connsiteY160" fmla="*/ 57150 h 3521869"/>
              <a:gd name="connsiteX161" fmla="*/ 3579018 w 5207793"/>
              <a:gd name="connsiteY161" fmla="*/ 71438 h 3521869"/>
              <a:gd name="connsiteX162" fmla="*/ 3636168 w 5207793"/>
              <a:gd name="connsiteY162" fmla="*/ 85725 h 3521869"/>
              <a:gd name="connsiteX163" fmla="*/ 3657600 w 5207793"/>
              <a:gd name="connsiteY163" fmla="*/ 100013 h 3521869"/>
              <a:gd name="connsiteX164" fmla="*/ 3686175 w 5207793"/>
              <a:gd name="connsiteY164" fmla="*/ 114300 h 3521869"/>
              <a:gd name="connsiteX165" fmla="*/ 3700462 w 5207793"/>
              <a:gd name="connsiteY165" fmla="*/ 142875 h 3521869"/>
              <a:gd name="connsiteX166" fmla="*/ 3757612 w 5207793"/>
              <a:gd name="connsiteY166" fmla="*/ 171450 h 3521869"/>
              <a:gd name="connsiteX167" fmla="*/ 3807618 w 5207793"/>
              <a:gd name="connsiteY167" fmla="*/ 192881 h 3521869"/>
              <a:gd name="connsiteX168" fmla="*/ 3829050 w 5207793"/>
              <a:gd name="connsiteY168" fmla="*/ 207169 h 3521869"/>
              <a:gd name="connsiteX169" fmla="*/ 3871912 w 5207793"/>
              <a:gd name="connsiteY169" fmla="*/ 214313 h 3521869"/>
              <a:gd name="connsiteX170" fmla="*/ 4150518 w 5207793"/>
              <a:gd name="connsiteY170" fmla="*/ 207169 h 3521869"/>
              <a:gd name="connsiteX171" fmla="*/ 4186237 w 5207793"/>
              <a:gd name="connsiteY171" fmla="*/ 178594 h 3521869"/>
              <a:gd name="connsiteX172" fmla="*/ 4214812 w 5207793"/>
              <a:gd name="connsiteY172" fmla="*/ 171450 h 3521869"/>
              <a:gd name="connsiteX173" fmla="*/ 4236243 w 5207793"/>
              <a:gd name="connsiteY173" fmla="*/ 164306 h 3521869"/>
              <a:gd name="connsiteX174" fmla="*/ 4386262 w 5207793"/>
              <a:gd name="connsiteY174" fmla="*/ 185738 h 3521869"/>
              <a:gd name="connsiteX175" fmla="*/ 4421981 w 5207793"/>
              <a:gd name="connsiteY175" fmla="*/ 221456 h 3521869"/>
              <a:gd name="connsiteX176" fmla="*/ 4457700 w 5207793"/>
              <a:gd name="connsiteY176" fmla="*/ 285750 h 3521869"/>
              <a:gd name="connsiteX177" fmla="*/ 4471987 w 5207793"/>
              <a:gd name="connsiteY177" fmla="*/ 364331 h 3521869"/>
              <a:gd name="connsiteX178" fmla="*/ 4486275 w 5207793"/>
              <a:gd name="connsiteY178" fmla="*/ 428625 h 3521869"/>
              <a:gd name="connsiteX179" fmla="*/ 4514850 w 5207793"/>
              <a:gd name="connsiteY179" fmla="*/ 485775 h 3521869"/>
              <a:gd name="connsiteX180" fmla="*/ 4521993 w 5207793"/>
              <a:gd name="connsiteY180" fmla="*/ 521494 h 3521869"/>
              <a:gd name="connsiteX181" fmla="*/ 4529137 w 5207793"/>
              <a:gd name="connsiteY181" fmla="*/ 550069 h 3521869"/>
              <a:gd name="connsiteX182" fmla="*/ 4543425 w 5207793"/>
              <a:gd name="connsiteY182" fmla="*/ 771525 h 3521869"/>
              <a:gd name="connsiteX183" fmla="*/ 4557712 w 5207793"/>
              <a:gd name="connsiteY183" fmla="*/ 850106 h 3521869"/>
              <a:gd name="connsiteX184" fmla="*/ 4564856 w 5207793"/>
              <a:gd name="connsiteY184" fmla="*/ 892969 h 3521869"/>
              <a:gd name="connsiteX185" fmla="*/ 4593431 w 5207793"/>
              <a:gd name="connsiteY185" fmla="*/ 1021556 h 3521869"/>
              <a:gd name="connsiteX186" fmla="*/ 4600575 w 5207793"/>
              <a:gd name="connsiteY186" fmla="*/ 1078706 h 3521869"/>
              <a:gd name="connsiteX187" fmla="*/ 4607718 w 5207793"/>
              <a:gd name="connsiteY187" fmla="*/ 1321594 h 3521869"/>
              <a:gd name="connsiteX188" fmla="*/ 4614862 w 5207793"/>
              <a:gd name="connsiteY188" fmla="*/ 1357313 h 3521869"/>
              <a:gd name="connsiteX189" fmla="*/ 4636293 w 5207793"/>
              <a:gd name="connsiteY189" fmla="*/ 1378744 h 3521869"/>
              <a:gd name="connsiteX190" fmla="*/ 4643437 w 5207793"/>
              <a:gd name="connsiteY190" fmla="*/ 1421606 h 3521869"/>
              <a:gd name="connsiteX191" fmla="*/ 4650581 w 5207793"/>
              <a:gd name="connsiteY191" fmla="*/ 1471613 h 3521869"/>
              <a:gd name="connsiteX192" fmla="*/ 4657725 w 5207793"/>
              <a:gd name="connsiteY192" fmla="*/ 1493044 h 3521869"/>
              <a:gd name="connsiteX193" fmla="*/ 4664868 w 5207793"/>
              <a:gd name="connsiteY193" fmla="*/ 1585913 h 3521869"/>
              <a:gd name="connsiteX194" fmla="*/ 4672012 w 5207793"/>
              <a:gd name="connsiteY194" fmla="*/ 1650206 h 3521869"/>
              <a:gd name="connsiteX195" fmla="*/ 4686300 w 5207793"/>
              <a:gd name="connsiteY195" fmla="*/ 1778794 h 3521869"/>
              <a:gd name="connsiteX196" fmla="*/ 4700587 w 5207793"/>
              <a:gd name="connsiteY196" fmla="*/ 1921669 h 3521869"/>
              <a:gd name="connsiteX197" fmla="*/ 4714875 w 5207793"/>
              <a:gd name="connsiteY197" fmla="*/ 2000250 h 3521869"/>
              <a:gd name="connsiteX198" fmla="*/ 4722018 w 5207793"/>
              <a:gd name="connsiteY198" fmla="*/ 2050256 h 3521869"/>
              <a:gd name="connsiteX199" fmla="*/ 4736306 w 5207793"/>
              <a:gd name="connsiteY199" fmla="*/ 2071688 h 3521869"/>
              <a:gd name="connsiteX200" fmla="*/ 4764881 w 5207793"/>
              <a:gd name="connsiteY200" fmla="*/ 2121694 h 3521869"/>
              <a:gd name="connsiteX201" fmla="*/ 4779168 w 5207793"/>
              <a:gd name="connsiteY201" fmla="*/ 2164556 h 3521869"/>
              <a:gd name="connsiteX202" fmla="*/ 4793456 w 5207793"/>
              <a:gd name="connsiteY202" fmla="*/ 2235994 h 3521869"/>
              <a:gd name="connsiteX203" fmla="*/ 4800600 w 5207793"/>
              <a:gd name="connsiteY203" fmla="*/ 2257425 h 3521869"/>
              <a:gd name="connsiteX204" fmla="*/ 4807743 w 5207793"/>
              <a:gd name="connsiteY204" fmla="*/ 2286000 h 3521869"/>
              <a:gd name="connsiteX205" fmla="*/ 4814887 w 5207793"/>
              <a:gd name="connsiteY205" fmla="*/ 2307431 h 3521869"/>
              <a:gd name="connsiteX206" fmla="*/ 4836318 w 5207793"/>
              <a:gd name="connsiteY206" fmla="*/ 2407444 h 3521869"/>
              <a:gd name="connsiteX207" fmla="*/ 4864893 w 5207793"/>
              <a:gd name="connsiteY207" fmla="*/ 2514600 h 3521869"/>
              <a:gd name="connsiteX208" fmla="*/ 4872037 w 5207793"/>
              <a:gd name="connsiteY208" fmla="*/ 2543175 h 3521869"/>
              <a:gd name="connsiteX209" fmla="*/ 4886325 w 5207793"/>
              <a:gd name="connsiteY209" fmla="*/ 2614613 h 3521869"/>
              <a:gd name="connsiteX210" fmla="*/ 4900612 w 5207793"/>
              <a:gd name="connsiteY210" fmla="*/ 2657475 h 3521869"/>
              <a:gd name="connsiteX211" fmla="*/ 4922043 w 5207793"/>
              <a:gd name="connsiteY211" fmla="*/ 2678906 h 3521869"/>
              <a:gd name="connsiteX212" fmla="*/ 4929187 w 5207793"/>
              <a:gd name="connsiteY212" fmla="*/ 2728913 h 3521869"/>
              <a:gd name="connsiteX213" fmla="*/ 4936331 w 5207793"/>
              <a:gd name="connsiteY213" fmla="*/ 2757488 h 3521869"/>
              <a:gd name="connsiteX214" fmla="*/ 4943475 w 5207793"/>
              <a:gd name="connsiteY214" fmla="*/ 2914650 h 3521869"/>
              <a:gd name="connsiteX215" fmla="*/ 4950618 w 5207793"/>
              <a:gd name="connsiteY215" fmla="*/ 2943225 h 3521869"/>
              <a:gd name="connsiteX216" fmla="*/ 4957762 w 5207793"/>
              <a:gd name="connsiteY216" fmla="*/ 2993232 h 3521869"/>
              <a:gd name="connsiteX217" fmla="*/ 5000625 w 5207793"/>
              <a:gd name="connsiteY217" fmla="*/ 3021806 h 3521869"/>
              <a:gd name="connsiteX218" fmla="*/ 5064918 w 5207793"/>
              <a:gd name="connsiteY218" fmla="*/ 3043238 h 3521869"/>
              <a:gd name="connsiteX219" fmla="*/ 5093493 w 5207793"/>
              <a:gd name="connsiteY219" fmla="*/ 3064669 h 3521869"/>
              <a:gd name="connsiteX220" fmla="*/ 5114925 w 5207793"/>
              <a:gd name="connsiteY220" fmla="*/ 3114675 h 3521869"/>
              <a:gd name="connsiteX221" fmla="*/ 5129212 w 5207793"/>
              <a:gd name="connsiteY221" fmla="*/ 3143250 h 3521869"/>
              <a:gd name="connsiteX222" fmla="*/ 5143500 w 5207793"/>
              <a:gd name="connsiteY222" fmla="*/ 3207544 h 3521869"/>
              <a:gd name="connsiteX223" fmla="*/ 5157787 w 5207793"/>
              <a:gd name="connsiteY223" fmla="*/ 3250406 h 3521869"/>
              <a:gd name="connsiteX224" fmla="*/ 5172075 w 5207793"/>
              <a:gd name="connsiteY224" fmla="*/ 3307556 h 3521869"/>
              <a:gd name="connsiteX225" fmla="*/ 5179218 w 5207793"/>
              <a:gd name="connsiteY225" fmla="*/ 3386138 h 3521869"/>
              <a:gd name="connsiteX226" fmla="*/ 5200650 w 5207793"/>
              <a:gd name="connsiteY226" fmla="*/ 3464719 h 3521869"/>
              <a:gd name="connsiteX227" fmla="*/ 5207793 w 5207793"/>
              <a:gd name="connsiteY227" fmla="*/ 3521869 h 3521869"/>
              <a:gd name="connsiteX0" fmla="*/ 0 w 5207793"/>
              <a:gd name="connsiteY0" fmla="*/ 3464719 h 3521869"/>
              <a:gd name="connsiteX1" fmla="*/ 7143 w 5207793"/>
              <a:gd name="connsiteY1" fmla="*/ 3386138 h 3521869"/>
              <a:gd name="connsiteX2" fmla="*/ 14287 w 5207793"/>
              <a:gd name="connsiteY2" fmla="*/ 3364706 h 3521869"/>
              <a:gd name="connsiteX3" fmla="*/ 21431 w 5207793"/>
              <a:gd name="connsiteY3" fmla="*/ 3328988 h 3521869"/>
              <a:gd name="connsiteX4" fmla="*/ 28575 w 5207793"/>
              <a:gd name="connsiteY4" fmla="*/ 3300413 h 3521869"/>
              <a:gd name="connsiteX5" fmla="*/ 35718 w 5207793"/>
              <a:gd name="connsiteY5" fmla="*/ 3250406 h 3521869"/>
              <a:gd name="connsiteX6" fmla="*/ 57150 w 5207793"/>
              <a:gd name="connsiteY6" fmla="*/ 3200400 h 3521869"/>
              <a:gd name="connsiteX7" fmla="*/ 64293 w 5207793"/>
              <a:gd name="connsiteY7" fmla="*/ 3178969 h 3521869"/>
              <a:gd name="connsiteX8" fmla="*/ 92868 w 5207793"/>
              <a:gd name="connsiteY8" fmla="*/ 3157538 h 3521869"/>
              <a:gd name="connsiteX9" fmla="*/ 121443 w 5207793"/>
              <a:gd name="connsiteY9" fmla="*/ 3107531 h 3521869"/>
              <a:gd name="connsiteX10" fmla="*/ 150018 w 5207793"/>
              <a:gd name="connsiteY10" fmla="*/ 3086100 h 3521869"/>
              <a:gd name="connsiteX11" fmla="*/ 171450 w 5207793"/>
              <a:gd name="connsiteY11" fmla="*/ 3057525 h 3521869"/>
              <a:gd name="connsiteX12" fmla="*/ 242887 w 5207793"/>
              <a:gd name="connsiteY12" fmla="*/ 3014663 h 3521869"/>
              <a:gd name="connsiteX13" fmla="*/ 264318 w 5207793"/>
              <a:gd name="connsiteY13" fmla="*/ 2957513 h 3521869"/>
              <a:gd name="connsiteX14" fmla="*/ 292893 w 5207793"/>
              <a:gd name="connsiteY14" fmla="*/ 2900363 h 3521869"/>
              <a:gd name="connsiteX15" fmla="*/ 307181 w 5207793"/>
              <a:gd name="connsiteY15" fmla="*/ 2664619 h 3521869"/>
              <a:gd name="connsiteX16" fmla="*/ 328612 w 5207793"/>
              <a:gd name="connsiteY16" fmla="*/ 2564606 h 3521869"/>
              <a:gd name="connsiteX17" fmla="*/ 335756 w 5207793"/>
              <a:gd name="connsiteY17" fmla="*/ 2521744 h 3521869"/>
              <a:gd name="connsiteX18" fmla="*/ 350043 w 5207793"/>
              <a:gd name="connsiteY18" fmla="*/ 2500313 h 3521869"/>
              <a:gd name="connsiteX19" fmla="*/ 364331 w 5207793"/>
              <a:gd name="connsiteY19" fmla="*/ 2450306 h 3521869"/>
              <a:gd name="connsiteX20" fmla="*/ 371475 w 5207793"/>
              <a:gd name="connsiteY20" fmla="*/ 2407444 h 3521869"/>
              <a:gd name="connsiteX21" fmla="*/ 385762 w 5207793"/>
              <a:gd name="connsiteY21" fmla="*/ 2357438 h 3521869"/>
              <a:gd name="connsiteX22" fmla="*/ 392906 w 5207793"/>
              <a:gd name="connsiteY22" fmla="*/ 2328863 h 3521869"/>
              <a:gd name="connsiteX23" fmla="*/ 407193 w 5207793"/>
              <a:gd name="connsiteY23" fmla="*/ 2307431 h 3521869"/>
              <a:gd name="connsiteX24" fmla="*/ 421481 w 5207793"/>
              <a:gd name="connsiteY24" fmla="*/ 2257425 h 3521869"/>
              <a:gd name="connsiteX25" fmla="*/ 428625 w 5207793"/>
              <a:gd name="connsiteY25" fmla="*/ 2228850 h 3521869"/>
              <a:gd name="connsiteX26" fmla="*/ 442912 w 5207793"/>
              <a:gd name="connsiteY26" fmla="*/ 2207419 h 3521869"/>
              <a:gd name="connsiteX27" fmla="*/ 464343 w 5207793"/>
              <a:gd name="connsiteY27" fmla="*/ 2150269 h 3521869"/>
              <a:gd name="connsiteX28" fmla="*/ 478631 w 5207793"/>
              <a:gd name="connsiteY28" fmla="*/ 2078831 h 3521869"/>
              <a:gd name="connsiteX29" fmla="*/ 485775 w 5207793"/>
              <a:gd name="connsiteY29" fmla="*/ 2050256 h 3521869"/>
              <a:gd name="connsiteX30" fmla="*/ 492918 w 5207793"/>
              <a:gd name="connsiteY30" fmla="*/ 2014538 h 3521869"/>
              <a:gd name="connsiteX31" fmla="*/ 500062 w 5207793"/>
              <a:gd name="connsiteY31" fmla="*/ 1993106 h 3521869"/>
              <a:gd name="connsiteX32" fmla="*/ 507206 w 5207793"/>
              <a:gd name="connsiteY32" fmla="*/ 1957388 h 3521869"/>
              <a:gd name="connsiteX33" fmla="*/ 514350 w 5207793"/>
              <a:gd name="connsiteY33" fmla="*/ 1935956 h 3521869"/>
              <a:gd name="connsiteX34" fmla="*/ 528637 w 5207793"/>
              <a:gd name="connsiteY34" fmla="*/ 1878806 h 3521869"/>
              <a:gd name="connsiteX35" fmla="*/ 535781 w 5207793"/>
              <a:gd name="connsiteY35" fmla="*/ 1785938 h 3521869"/>
              <a:gd name="connsiteX36" fmla="*/ 542925 w 5207793"/>
              <a:gd name="connsiteY36" fmla="*/ 1721644 h 3521869"/>
              <a:gd name="connsiteX37" fmla="*/ 535781 w 5207793"/>
              <a:gd name="connsiteY37" fmla="*/ 1578769 h 3521869"/>
              <a:gd name="connsiteX38" fmla="*/ 521493 w 5207793"/>
              <a:gd name="connsiteY38" fmla="*/ 1535906 h 3521869"/>
              <a:gd name="connsiteX39" fmla="*/ 528637 w 5207793"/>
              <a:gd name="connsiteY39" fmla="*/ 1400175 h 3521869"/>
              <a:gd name="connsiteX40" fmla="*/ 542925 w 5207793"/>
              <a:gd name="connsiteY40" fmla="*/ 1371600 h 3521869"/>
              <a:gd name="connsiteX41" fmla="*/ 564356 w 5207793"/>
              <a:gd name="connsiteY41" fmla="*/ 1293019 h 3521869"/>
              <a:gd name="connsiteX42" fmla="*/ 578643 w 5207793"/>
              <a:gd name="connsiteY42" fmla="*/ 964406 h 3521869"/>
              <a:gd name="connsiteX43" fmla="*/ 585787 w 5207793"/>
              <a:gd name="connsiteY43" fmla="*/ 907256 h 3521869"/>
              <a:gd name="connsiteX44" fmla="*/ 578643 w 5207793"/>
              <a:gd name="connsiteY44" fmla="*/ 385763 h 3521869"/>
              <a:gd name="connsiteX45" fmla="*/ 607218 w 5207793"/>
              <a:gd name="connsiteY45" fmla="*/ 278606 h 3521869"/>
              <a:gd name="connsiteX46" fmla="*/ 628650 w 5207793"/>
              <a:gd name="connsiteY46" fmla="*/ 228600 h 3521869"/>
              <a:gd name="connsiteX47" fmla="*/ 650081 w 5207793"/>
              <a:gd name="connsiteY47" fmla="*/ 200025 h 3521869"/>
              <a:gd name="connsiteX48" fmla="*/ 664368 w 5207793"/>
              <a:gd name="connsiteY48" fmla="*/ 171450 h 3521869"/>
              <a:gd name="connsiteX49" fmla="*/ 678656 w 5207793"/>
              <a:gd name="connsiteY49" fmla="*/ 150019 h 3521869"/>
              <a:gd name="connsiteX50" fmla="*/ 685800 w 5207793"/>
              <a:gd name="connsiteY50" fmla="*/ 128588 h 3521869"/>
              <a:gd name="connsiteX51" fmla="*/ 714375 w 5207793"/>
              <a:gd name="connsiteY51" fmla="*/ 100013 h 3521869"/>
              <a:gd name="connsiteX52" fmla="*/ 735806 w 5207793"/>
              <a:gd name="connsiteY52" fmla="*/ 71438 h 3521869"/>
              <a:gd name="connsiteX53" fmla="*/ 757237 w 5207793"/>
              <a:gd name="connsiteY53" fmla="*/ 50006 h 3521869"/>
              <a:gd name="connsiteX54" fmla="*/ 778668 w 5207793"/>
              <a:gd name="connsiteY54" fmla="*/ 21431 h 3521869"/>
              <a:gd name="connsiteX55" fmla="*/ 800100 w 5207793"/>
              <a:gd name="connsiteY55" fmla="*/ 14288 h 3521869"/>
              <a:gd name="connsiteX56" fmla="*/ 935831 w 5207793"/>
              <a:gd name="connsiteY56" fmla="*/ 28575 h 3521869"/>
              <a:gd name="connsiteX57" fmla="*/ 964406 w 5207793"/>
              <a:gd name="connsiteY57" fmla="*/ 50006 h 3521869"/>
              <a:gd name="connsiteX58" fmla="*/ 1014412 w 5207793"/>
              <a:gd name="connsiteY58" fmla="*/ 78581 h 3521869"/>
              <a:gd name="connsiteX59" fmla="*/ 1035843 w 5207793"/>
              <a:gd name="connsiteY59" fmla="*/ 100013 h 3521869"/>
              <a:gd name="connsiteX60" fmla="*/ 1064418 w 5207793"/>
              <a:gd name="connsiteY60" fmla="*/ 114300 h 3521869"/>
              <a:gd name="connsiteX61" fmla="*/ 1085850 w 5207793"/>
              <a:gd name="connsiteY61" fmla="*/ 128588 h 3521869"/>
              <a:gd name="connsiteX62" fmla="*/ 1128712 w 5207793"/>
              <a:gd name="connsiteY62" fmla="*/ 150019 h 3521869"/>
              <a:gd name="connsiteX63" fmla="*/ 1185862 w 5207793"/>
              <a:gd name="connsiteY63" fmla="*/ 178594 h 3521869"/>
              <a:gd name="connsiteX64" fmla="*/ 1207293 w 5207793"/>
              <a:gd name="connsiteY64" fmla="*/ 192881 h 3521869"/>
              <a:gd name="connsiteX65" fmla="*/ 1228725 w 5207793"/>
              <a:gd name="connsiteY65" fmla="*/ 200025 h 3521869"/>
              <a:gd name="connsiteX66" fmla="*/ 1257300 w 5207793"/>
              <a:gd name="connsiteY66" fmla="*/ 221456 h 3521869"/>
              <a:gd name="connsiteX67" fmla="*/ 1278731 w 5207793"/>
              <a:gd name="connsiteY67" fmla="*/ 235744 h 3521869"/>
              <a:gd name="connsiteX68" fmla="*/ 1350168 w 5207793"/>
              <a:gd name="connsiteY68" fmla="*/ 242888 h 3521869"/>
              <a:gd name="connsiteX69" fmla="*/ 1464468 w 5207793"/>
              <a:gd name="connsiteY69" fmla="*/ 235744 h 3521869"/>
              <a:gd name="connsiteX70" fmla="*/ 1485900 w 5207793"/>
              <a:gd name="connsiteY70" fmla="*/ 228600 h 3521869"/>
              <a:gd name="connsiteX71" fmla="*/ 1528762 w 5207793"/>
              <a:gd name="connsiteY71" fmla="*/ 192881 h 3521869"/>
              <a:gd name="connsiteX72" fmla="*/ 1535906 w 5207793"/>
              <a:gd name="connsiteY72" fmla="*/ 171450 h 3521869"/>
              <a:gd name="connsiteX73" fmla="*/ 1557337 w 5207793"/>
              <a:gd name="connsiteY73" fmla="*/ 164306 h 3521869"/>
              <a:gd name="connsiteX74" fmla="*/ 1585912 w 5207793"/>
              <a:gd name="connsiteY74" fmla="*/ 150019 h 3521869"/>
              <a:gd name="connsiteX75" fmla="*/ 1635918 w 5207793"/>
              <a:gd name="connsiteY75" fmla="*/ 135731 h 3521869"/>
              <a:gd name="connsiteX76" fmla="*/ 1714500 w 5207793"/>
              <a:gd name="connsiteY76" fmla="*/ 128588 h 3521869"/>
              <a:gd name="connsiteX77" fmla="*/ 1807368 w 5207793"/>
              <a:gd name="connsiteY77" fmla="*/ 114300 h 3521869"/>
              <a:gd name="connsiteX78" fmla="*/ 1835943 w 5207793"/>
              <a:gd name="connsiteY78" fmla="*/ 121444 h 3521869"/>
              <a:gd name="connsiteX79" fmla="*/ 1814512 w 5207793"/>
              <a:gd name="connsiteY79" fmla="*/ 142875 h 3521869"/>
              <a:gd name="connsiteX80" fmla="*/ 1807368 w 5207793"/>
              <a:gd name="connsiteY80" fmla="*/ 164306 h 3521869"/>
              <a:gd name="connsiteX81" fmla="*/ 1785937 w 5207793"/>
              <a:gd name="connsiteY81" fmla="*/ 171450 h 3521869"/>
              <a:gd name="connsiteX82" fmla="*/ 1750218 w 5207793"/>
              <a:gd name="connsiteY82" fmla="*/ 214313 h 3521869"/>
              <a:gd name="connsiteX83" fmla="*/ 1743075 w 5207793"/>
              <a:gd name="connsiteY83" fmla="*/ 235744 h 3521869"/>
              <a:gd name="connsiteX84" fmla="*/ 1714500 w 5207793"/>
              <a:gd name="connsiteY84" fmla="*/ 285750 h 3521869"/>
              <a:gd name="connsiteX85" fmla="*/ 1693068 w 5207793"/>
              <a:gd name="connsiteY85" fmla="*/ 314325 h 3521869"/>
              <a:gd name="connsiteX86" fmla="*/ 1664493 w 5207793"/>
              <a:gd name="connsiteY86" fmla="*/ 357188 h 3521869"/>
              <a:gd name="connsiteX87" fmla="*/ 1643062 w 5207793"/>
              <a:gd name="connsiteY87" fmla="*/ 378619 h 3521869"/>
              <a:gd name="connsiteX88" fmla="*/ 1614487 w 5207793"/>
              <a:gd name="connsiteY88" fmla="*/ 421481 h 3521869"/>
              <a:gd name="connsiteX89" fmla="*/ 1578768 w 5207793"/>
              <a:gd name="connsiteY89" fmla="*/ 464344 h 3521869"/>
              <a:gd name="connsiteX90" fmla="*/ 1564481 w 5207793"/>
              <a:gd name="connsiteY90" fmla="*/ 514350 h 3521869"/>
              <a:gd name="connsiteX91" fmla="*/ 1550193 w 5207793"/>
              <a:gd name="connsiteY91" fmla="*/ 578644 h 3521869"/>
              <a:gd name="connsiteX92" fmla="*/ 1557337 w 5207793"/>
              <a:gd name="connsiteY92" fmla="*/ 621506 h 3521869"/>
              <a:gd name="connsiteX93" fmla="*/ 1571625 w 5207793"/>
              <a:gd name="connsiteY93" fmla="*/ 700088 h 3521869"/>
              <a:gd name="connsiteX94" fmla="*/ 1593056 w 5207793"/>
              <a:gd name="connsiteY94" fmla="*/ 742950 h 3521869"/>
              <a:gd name="connsiteX95" fmla="*/ 1600200 w 5207793"/>
              <a:gd name="connsiteY95" fmla="*/ 785813 h 3521869"/>
              <a:gd name="connsiteX96" fmla="*/ 1607343 w 5207793"/>
              <a:gd name="connsiteY96" fmla="*/ 807244 h 3521869"/>
              <a:gd name="connsiteX97" fmla="*/ 1621631 w 5207793"/>
              <a:gd name="connsiteY97" fmla="*/ 871538 h 3521869"/>
              <a:gd name="connsiteX98" fmla="*/ 1635918 w 5207793"/>
              <a:gd name="connsiteY98" fmla="*/ 957263 h 3521869"/>
              <a:gd name="connsiteX99" fmla="*/ 1643062 w 5207793"/>
              <a:gd name="connsiteY99" fmla="*/ 978694 h 3521869"/>
              <a:gd name="connsiteX100" fmla="*/ 1657350 w 5207793"/>
              <a:gd name="connsiteY100" fmla="*/ 1000125 h 3521869"/>
              <a:gd name="connsiteX101" fmla="*/ 1664493 w 5207793"/>
              <a:gd name="connsiteY101" fmla="*/ 1028700 h 3521869"/>
              <a:gd name="connsiteX102" fmla="*/ 1678781 w 5207793"/>
              <a:gd name="connsiteY102" fmla="*/ 1050131 h 3521869"/>
              <a:gd name="connsiteX103" fmla="*/ 1685925 w 5207793"/>
              <a:gd name="connsiteY103" fmla="*/ 1085850 h 3521869"/>
              <a:gd name="connsiteX104" fmla="*/ 1728787 w 5207793"/>
              <a:gd name="connsiteY104" fmla="*/ 1135856 h 3521869"/>
              <a:gd name="connsiteX105" fmla="*/ 1743075 w 5207793"/>
              <a:gd name="connsiteY105" fmla="*/ 1157288 h 3521869"/>
              <a:gd name="connsiteX106" fmla="*/ 1750218 w 5207793"/>
              <a:gd name="connsiteY106" fmla="*/ 1185863 h 3521869"/>
              <a:gd name="connsiteX107" fmla="*/ 1793081 w 5207793"/>
              <a:gd name="connsiteY107" fmla="*/ 1235869 h 3521869"/>
              <a:gd name="connsiteX108" fmla="*/ 1828800 w 5207793"/>
              <a:gd name="connsiteY108" fmla="*/ 1278731 h 3521869"/>
              <a:gd name="connsiteX109" fmla="*/ 1864518 w 5207793"/>
              <a:gd name="connsiteY109" fmla="*/ 1314450 h 3521869"/>
              <a:gd name="connsiteX110" fmla="*/ 1921668 w 5207793"/>
              <a:gd name="connsiteY110" fmla="*/ 1378744 h 3521869"/>
              <a:gd name="connsiteX111" fmla="*/ 1978818 w 5207793"/>
              <a:gd name="connsiteY111" fmla="*/ 1393031 h 3521869"/>
              <a:gd name="connsiteX112" fmla="*/ 2007393 w 5207793"/>
              <a:gd name="connsiteY112" fmla="*/ 1400175 h 3521869"/>
              <a:gd name="connsiteX113" fmla="*/ 2028825 w 5207793"/>
              <a:gd name="connsiteY113" fmla="*/ 1407319 h 3521869"/>
              <a:gd name="connsiteX114" fmla="*/ 2078831 w 5207793"/>
              <a:gd name="connsiteY114" fmla="*/ 1414463 h 3521869"/>
              <a:gd name="connsiteX115" fmla="*/ 2135981 w 5207793"/>
              <a:gd name="connsiteY115" fmla="*/ 1428750 h 3521869"/>
              <a:gd name="connsiteX116" fmla="*/ 2228850 w 5207793"/>
              <a:gd name="connsiteY116" fmla="*/ 1443038 h 3521869"/>
              <a:gd name="connsiteX117" fmla="*/ 2257425 w 5207793"/>
              <a:gd name="connsiteY117" fmla="*/ 1450181 h 3521869"/>
              <a:gd name="connsiteX118" fmla="*/ 2300287 w 5207793"/>
              <a:gd name="connsiteY118" fmla="*/ 1464469 h 3521869"/>
              <a:gd name="connsiteX119" fmla="*/ 2507456 w 5207793"/>
              <a:gd name="connsiteY119" fmla="*/ 1471613 h 3521869"/>
              <a:gd name="connsiteX120" fmla="*/ 2543175 w 5207793"/>
              <a:gd name="connsiteY120" fmla="*/ 1478756 h 3521869"/>
              <a:gd name="connsiteX121" fmla="*/ 2878931 w 5207793"/>
              <a:gd name="connsiteY121" fmla="*/ 1478756 h 3521869"/>
              <a:gd name="connsiteX122" fmla="*/ 2914650 w 5207793"/>
              <a:gd name="connsiteY122" fmla="*/ 1471613 h 3521869"/>
              <a:gd name="connsiteX123" fmla="*/ 2964656 w 5207793"/>
              <a:gd name="connsiteY123" fmla="*/ 1450181 h 3521869"/>
              <a:gd name="connsiteX124" fmla="*/ 2986087 w 5207793"/>
              <a:gd name="connsiteY124" fmla="*/ 1443038 h 3521869"/>
              <a:gd name="connsiteX125" fmla="*/ 3043237 w 5207793"/>
              <a:gd name="connsiteY125" fmla="*/ 1421606 h 3521869"/>
              <a:gd name="connsiteX126" fmla="*/ 3071812 w 5207793"/>
              <a:gd name="connsiteY126" fmla="*/ 1400175 h 3521869"/>
              <a:gd name="connsiteX127" fmla="*/ 3093243 w 5207793"/>
              <a:gd name="connsiteY127" fmla="*/ 1378744 h 3521869"/>
              <a:gd name="connsiteX128" fmla="*/ 3128962 w 5207793"/>
              <a:gd name="connsiteY128" fmla="*/ 1357313 h 3521869"/>
              <a:gd name="connsiteX129" fmla="*/ 3186112 w 5207793"/>
              <a:gd name="connsiteY129" fmla="*/ 1300163 h 3521869"/>
              <a:gd name="connsiteX130" fmla="*/ 3214687 w 5207793"/>
              <a:gd name="connsiteY130" fmla="*/ 1243013 h 3521869"/>
              <a:gd name="connsiteX131" fmla="*/ 3236118 w 5207793"/>
              <a:gd name="connsiteY131" fmla="*/ 1228725 h 3521869"/>
              <a:gd name="connsiteX132" fmla="*/ 3271837 w 5207793"/>
              <a:gd name="connsiteY132" fmla="*/ 1178719 h 3521869"/>
              <a:gd name="connsiteX133" fmla="*/ 3293268 w 5207793"/>
              <a:gd name="connsiteY133" fmla="*/ 1164431 h 3521869"/>
              <a:gd name="connsiteX134" fmla="*/ 3300412 w 5207793"/>
              <a:gd name="connsiteY134" fmla="*/ 1143000 h 3521869"/>
              <a:gd name="connsiteX135" fmla="*/ 3321843 w 5207793"/>
              <a:gd name="connsiteY135" fmla="*/ 1135856 h 3521869"/>
              <a:gd name="connsiteX136" fmla="*/ 3343275 w 5207793"/>
              <a:gd name="connsiteY136" fmla="*/ 1114425 h 3521869"/>
              <a:gd name="connsiteX137" fmla="*/ 3357562 w 5207793"/>
              <a:gd name="connsiteY137" fmla="*/ 1085850 h 3521869"/>
              <a:gd name="connsiteX138" fmla="*/ 3393281 w 5207793"/>
              <a:gd name="connsiteY138" fmla="*/ 1028700 h 3521869"/>
              <a:gd name="connsiteX139" fmla="*/ 3400425 w 5207793"/>
              <a:gd name="connsiteY139" fmla="*/ 1007269 h 3521869"/>
              <a:gd name="connsiteX140" fmla="*/ 3436143 w 5207793"/>
              <a:gd name="connsiteY140" fmla="*/ 928688 h 3521869"/>
              <a:gd name="connsiteX141" fmla="*/ 3450431 w 5207793"/>
              <a:gd name="connsiteY141" fmla="*/ 842963 h 3521869"/>
              <a:gd name="connsiteX142" fmla="*/ 3464718 w 5207793"/>
              <a:gd name="connsiteY142" fmla="*/ 700088 h 3521869"/>
              <a:gd name="connsiteX143" fmla="*/ 3471862 w 5207793"/>
              <a:gd name="connsiteY143" fmla="*/ 664369 h 3521869"/>
              <a:gd name="connsiteX144" fmla="*/ 3479006 w 5207793"/>
              <a:gd name="connsiteY144" fmla="*/ 492919 h 3521869"/>
              <a:gd name="connsiteX145" fmla="*/ 3457575 w 5207793"/>
              <a:gd name="connsiteY145" fmla="*/ 321469 h 3521869"/>
              <a:gd name="connsiteX146" fmla="*/ 3443287 w 5207793"/>
              <a:gd name="connsiteY146" fmla="*/ 300038 h 3521869"/>
              <a:gd name="connsiteX147" fmla="*/ 3414712 w 5207793"/>
              <a:gd name="connsiteY147" fmla="*/ 242888 h 3521869"/>
              <a:gd name="connsiteX148" fmla="*/ 3407568 w 5207793"/>
              <a:gd name="connsiteY148" fmla="*/ 221456 h 3521869"/>
              <a:gd name="connsiteX149" fmla="*/ 3364706 w 5207793"/>
              <a:gd name="connsiteY149" fmla="*/ 192881 h 3521869"/>
              <a:gd name="connsiteX150" fmla="*/ 3328987 w 5207793"/>
              <a:gd name="connsiteY150" fmla="*/ 150019 h 3521869"/>
              <a:gd name="connsiteX151" fmla="*/ 3286125 w 5207793"/>
              <a:gd name="connsiteY151" fmla="*/ 121444 h 3521869"/>
              <a:gd name="connsiteX152" fmla="*/ 3264693 w 5207793"/>
              <a:gd name="connsiteY152" fmla="*/ 92869 h 3521869"/>
              <a:gd name="connsiteX153" fmla="*/ 3236118 w 5207793"/>
              <a:gd name="connsiteY153" fmla="*/ 50006 h 3521869"/>
              <a:gd name="connsiteX154" fmla="*/ 3250406 w 5207793"/>
              <a:gd name="connsiteY154" fmla="*/ 14288 h 3521869"/>
              <a:gd name="connsiteX155" fmla="*/ 3328987 w 5207793"/>
              <a:gd name="connsiteY155" fmla="*/ 7144 h 3521869"/>
              <a:gd name="connsiteX156" fmla="*/ 3350418 w 5207793"/>
              <a:gd name="connsiteY156" fmla="*/ 0 h 3521869"/>
              <a:gd name="connsiteX157" fmla="*/ 3414712 w 5207793"/>
              <a:gd name="connsiteY157" fmla="*/ 21431 h 3521869"/>
              <a:gd name="connsiteX158" fmla="*/ 3457575 w 5207793"/>
              <a:gd name="connsiteY158" fmla="*/ 35719 h 3521869"/>
              <a:gd name="connsiteX159" fmla="*/ 3479006 w 5207793"/>
              <a:gd name="connsiteY159" fmla="*/ 42863 h 3521869"/>
              <a:gd name="connsiteX160" fmla="*/ 3543300 w 5207793"/>
              <a:gd name="connsiteY160" fmla="*/ 57150 h 3521869"/>
              <a:gd name="connsiteX161" fmla="*/ 3579018 w 5207793"/>
              <a:gd name="connsiteY161" fmla="*/ 71438 h 3521869"/>
              <a:gd name="connsiteX162" fmla="*/ 3636168 w 5207793"/>
              <a:gd name="connsiteY162" fmla="*/ 85725 h 3521869"/>
              <a:gd name="connsiteX163" fmla="*/ 3657600 w 5207793"/>
              <a:gd name="connsiteY163" fmla="*/ 100013 h 3521869"/>
              <a:gd name="connsiteX164" fmla="*/ 3686175 w 5207793"/>
              <a:gd name="connsiteY164" fmla="*/ 114300 h 3521869"/>
              <a:gd name="connsiteX165" fmla="*/ 3700462 w 5207793"/>
              <a:gd name="connsiteY165" fmla="*/ 142875 h 3521869"/>
              <a:gd name="connsiteX166" fmla="*/ 3757612 w 5207793"/>
              <a:gd name="connsiteY166" fmla="*/ 171450 h 3521869"/>
              <a:gd name="connsiteX167" fmla="*/ 3807618 w 5207793"/>
              <a:gd name="connsiteY167" fmla="*/ 192881 h 3521869"/>
              <a:gd name="connsiteX168" fmla="*/ 3829050 w 5207793"/>
              <a:gd name="connsiteY168" fmla="*/ 207169 h 3521869"/>
              <a:gd name="connsiteX169" fmla="*/ 3871912 w 5207793"/>
              <a:gd name="connsiteY169" fmla="*/ 214313 h 3521869"/>
              <a:gd name="connsiteX170" fmla="*/ 4150518 w 5207793"/>
              <a:gd name="connsiteY170" fmla="*/ 207169 h 3521869"/>
              <a:gd name="connsiteX171" fmla="*/ 4186237 w 5207793"/>
              <a:gd name="connsiteY171" fmla="*/ 178594 h 3521869"/>
              <a:gd name="connsiteX172" fmla="*/ 4214812 w 5207793"/>
              <a:gd name="connsiteY172" fmla="*/ 171450 h 3521869"/>
              <a:gd name="connsiteX173" fmla="*/ 4236243 w 5207793"/>
              <a:gd name="connsiteY173" fmla="*/ 164306 h 3521869"/>
              <a:gd name="connsiteX174" fmla="*/ 4386262 w 5207793"/>
              <a:gd name="connsiteY174" fmla="*/ 185738 h 3521869"/>
              <a:gd name="connsiteX175" fmla="*/ 4421981 w 5207793"/>
              <a:gd name="connsiteY175" fmla="*/ 221456 h 3521869"/>
              <a:gd name="connsiteX176" fmla="*/ 4457700 w 5207793"/>
              <a:gd name="connsiteY176" fmla="*/ 285750 h 3521869"/>
              <a:gd name="connsiteX177" fmla="*/ 4471987 w 5207793"/>
              <a:gd name="connsiteY177" fmla="*/ 364331 h 3521869"/>
              <a:gd name="connsiteX178" fmla="*/ 4486275 w 5207793"/>
              <a:gd name="connsiteY178" fmla="*/ 428625 h 3521869"/>
              <a:gd name="connsiteX179" fmla="*/ 4514850 w 5207793"/>
              <a:gd name="connsiteY179" fmla="*/ 485775 h 3521869"/>
              <a:gd name="connsiteX180" fmla="*/ 4521993 w 5207793"/>
              <a:gd name="connsiteY180" fmla="*/ 521494 h 3521869"/>
              <a:gd name="connsiteX181" fmla="*/ 4529137 w 5207793"/>
              <a:gd name="connsiteY181" fmla="*/ 550069 h 3521869"/>
              <a:gd name="connsiteX182" fmla="*/ 4543425 w 5207793"/>
              <a:gd name="connsiteY182" fmla="*/ 771525 h 3521869"/>
              <a:gd name="connsiteX183" fmla="*/ 4557712 w 5207793"/>
              <a:gd name="connsiteY183" fmla="*/ 850106 h 3521869"/>
              <a:gd name="connsiteX184" fmla="*/ 4564856 w 5207793"/>
              <a:gd name="connsiteY184" fmla="*/ 892969 h 3521869"/>
              <a:gd name="connsiteX185" fmla="*/ 4593431 w 5207793"/>
              <a:gd name="connsiteY185" fmla="*/ 1021556 h 3521869"/>
              <a:gd name="connsiteX186" fmla="*/ 4600575 w 5207793"/>
              <a:gd name="connsiteY186" fmla="*/ 1078706 h 3521869"/>
              <a:gd name="connsiteX187" fmla="*/ 4607718 w 5207793"/>
              <a:gd name="connsiteY187" fmla="*/ 1321594 h 3521869"/>
              <a:gd name="connsiteX188" fmla="*/ 4614862 w 5207793"/>
              <a:gd name="connsiteY188" fmla="*/ 1357313 h 3521869"/>
              <a:gd name="connsiteX189" fmla="*/ 4636293 w 5207793"/>
              <a:gd name="connsiteY189" fmla="*/ 1378744 h 3521869"/>
              <a:gd name="connsiteX190" fmla="*/ 4643437 w 5207793"/>
              <a:gd name="connsiteY190" fmla="*/ 1421606 h 3521869"/>
              <a:gd name="connsiteX191" fmla="*/ 4650581 w 5207793"/>
              <a:gd name="connsiteY191" fmla="*/ 1471613 h 3521869"/>
              <a:gd name="connsiteX192" fmla="*/ 4657725 w 5207793"/>
              <a:gd name="connsiteY192" fmla="*/ 1493044 h 3521869"/>
              <a:gd name="connsiteX193" fmla="*/ 4664868 w 5207793"/>
              <a:gd name="connsiteY193" fmla="*/ 1585913 h 3521869"/>
              <a:gd name="connsiteX194" fmla="*/ 4672012 w 5207793"/>
              <a:gd name="connsiteY194" fmla="*/ 1650206 h 3521869"/>
              <a:gd name="connsiteX195" fmla="*/ 4686300 w 5207793"/>
              <a:gd name="connsiteY195" fmla="*/ 1778794 h 3521869"/>
              <a:gd name="connsiteX196" fmla="*/ 4700587 w 5207793"/>
              <a:gd name="connsiteY196" fmla="*/ 1921669 h 3521869"/>
              <a:gd name="connsiteX197" fmla="*/ 4714875 w 5207793"/>
              <a:gd name="connsiteY197" fmla="*/ 2000250 h 3521869"/>
              <a:gd name="connsiteX198" fmla="*/ 4722018 w 5207793"/>
              <a:gd name="connsiteY198" fmla="*/ 2050256 h 3521869"/>
              <a:gd name="connsiteX199" fmla="*/ 4736306 w 5207793"/>
              <a:gd name="connsiteY199" fmla="*/ 2071688 h 3521869"/>
              <a:gd name="connsiteX200" fmla="*/ 4764881 w 5207793"/>
              <a:gd name="connsiteY200" fmla="*/ 2121694 h 3521869"/>
              <a:gd name="connsiteX201" fmla="*/ 4779168 w 5207793"/>
              <a:gd name="connsiteY201" fmla="*/ 2164556 h 3521869"/>
              <a:gd name="connsiteX202" fmla="*/ 4793456 w 5207793"/>
              <a:gd name="connsiteY202" fmla="*/ 2235994 h 3521869"/>
              <a:gd name="connsiteX203" fmla="*/ 4800600 w 5207793"/>
              <a:gd name="connsiteY203" fmla="*/ 2257425 h 3521869"/>
              <a:gd name="connsiteX204" fmla="*/ 4807743 w 5207793"/>
              <a:gd name="connsiteY204" fmla="*/ 2286000 h 3521869"/>
              <a:gd name="connsiteX205" fmla="*/ 4814887 w 5207793"/>
              <a:gd name="connsiteY205" fmla="*/ 2307431 h 3521869"/>
              <a:gd name="connsiteX206" fmla="*/ 4836318 w 5207793"/>
              <a:gd name="connsiteY206" fmla="*/ 2407444 h 3521869"/>
              <a:gd name="connsiteX207" fmla="*/ 4864893 w 5207793"/>
              <a:gd name="connsiteY207" fmla="*/ 2514600 h 3521869"/>
              <a:gd name="connsiteX208" fmla="*/ 4872037 w 5207793"/>
              <a:gd name="connsiteY208" fmla="*/ 2543175 h 3521869"/>
              <a:gd name="connsiteX209" fmla="*/ 4886325 w 5207793"/>
              <a:gd name="connsiteY209" fmla="*/ 2614613 h 3521869"/>
              <a:gd name="connsiteX210" fmla="*/ 4900612 w 5207793"/>
              <a:gd name="connsiteY210" fmla="*/ 2657475 h 3521869"/>
              <a:gd name="connsiteX211" fmla="*/ 4922043 w 5207793"/>
              <a:gd name="connsiteY211" fmla="*/ 2678906 h 3521869"/>
              <a:gd name="connsiteX212" fmla="*/ 4929187 w 5207793"/>
              <a:gd name="connsiteY212" fmla="*/ 2728913 h 3521869"/>
              <a:gd name="connsiteX213" fmla="*/ 4936331 w 5207793"/>
              <a:gd name="connsiteY213" fmla="*/ 2757488 h 3521869"/>
              <a:gd name="connsiteX214" fmla="*/ 4943475 w 5207793"/>
              <a:gd name="connsiteY214" fmla="*/ 2914650 h 3521869"/>
              <a:gd name="connsiteX215" fmla="*/ 4943475 w 5207793"/>
              <a:gd name="connsiteY215" fmla="*/ 2943225 h 3521869"/>
              <a:gd name="connsiteX216" fmla="*/ 4957762 w 5207793"/>
              <a:gd name="connsiteY216" fmla="*/ 2993232 h 3521869"/>
              <a:gd name="connsiteX217" fmla="*/ 5000625 w 5207793"/>
              <a:gd name="connsiteY217" fmla="*/ 3021806 h 3521869"/>
              <a:gd name="connsiteX218" fmla="*/ 5064918 w 5207793"/>
              <a:gd name="connsiteY218" fmla="*/ 3043238 h 3521869"/>
              <a:gd name="connsiteX219" fmla="*/ 5093493 w 5207793"/>
              <a:gd name="connsiteY219" fmla="*/ 3064669 h 3521869"/>
              <a:gd name="connsiteX220" fmla="*/ 5114925 w 5207793"/>
              <a:gd name="connsiteY220" fmla="*/ 3114675 h 3521869"/>
              <a:gd name="connsiteX221" fmla="*/ 5129212 w 5207793"/>
              <a:gd name="connsiteY221" fmla="*/ 3143250 h 3521869"/>
              <a:gd name="connsiteX222" fmla="*/ 5143500 w 5207793"/>
              <a:gd name="connsiteY222" fmla="*/ 3207544 h 3521869"/>
              <a:gd name="connsiteX223" fmla="*/ 5157787 w 5207793"/>
              <a:gd name="connsiteY223" fmla="*/ 3250406 h 3521869"/>
              <a:gd name="connsiteX224" fmla="*/ 5172075 w 5207793"/>
              <a:gd name="connsiteY224" fmla="*/ 3307556 h 3521869"/>
              <a:gd name="connsiteX225" fmla="*/ 5179218 w 5207793"/>
              <a:gd name="connsiteY225" fmla="*/ 3386138 h 3521869"/>
              <a:gd name="connsiteX226" fmla="*/ 5200650 w 5207793"/>
              <a:gd name="connsiteY226" fmla="*/ 3464719 h 3521869"/>
              <a:gd name="connsiteX227" fmla="*/ 5207793 w 5207793"/>
              <a:gd name="connsiteY227" fmla="*/ 3521869 h 3521869"/>
              <a:gd name="connsiteX0" fmla="*/ 0 w 5207793"/>
              <a:gd name="connsiteY0" fmla="*/ 3464719 h 3521869"/>
              <a:gd name="connsiteX1" fmla="*/ 7143 w 5207793"/>
              <a:gd name="connsiteY1" fmla="*/ 3386138 h 3521869"/>
              <a:gd name="connsiteX2" fmla="*/ 14287 w 5207793"/>
              <a:gd name="connsiteY2" fmla="*/ 3364706 h 3521869"/>
              <a:gd name="connsiteX3" fmla="*/ 21431 w 5207793"/>
              <a:gd name="connsiteY3" fmla="*/ 3328988 h 3521869"/>
              <a:gd name="connsiteX4" fmla="*/ 28575 w 5207793"/>
              <a:gd name="connsiteY4" fmla="*/ 3300413 h 3521869"/>
              <a:gd name="connsiteX5" fmla="*/ 35718 w 5207793"/>
              <a:gd name="connsiteY5" fmla="*/ 3250406 h 3521869"/>
              <a:gd name="connsiteX6" fmla="*/ 57150 w 5207793"/>
              <a:gd name="connsiteY6" fmla="*/ 3200400 h 3521869"/>
              <a:gd name="connsiteX7" fmla="*/ 64293 w 5207793"/>
              <a:gd name="connsiteY7" fmla="*/ 3178969 h 3521869"/>
              <a:gd name="connsiteX8" fmla="*/ 92868 w 5207793"/>
              <a:gd name="connsiteY8" fmla="*/ 3157538 h 3521869"/>
              <a:gd name="connsiteX9" fmla="*/ 121443 w 5207793"/>
              <a:gd name="connsiteY9" fmla="*/ 3107531 h 3521869"/>
              <a:gd name="connsiteX10" fmla="*/ 150018 w 5207793"/>
              <a:gd name="connsiteY10" fmla="*/ 3086100 h 3521869"/>
              <a:gd name="connsiteX11" fmla="*/ 171450 w 5207793"/>
              <a:gd name="connsiteY11" fmla="*/ 3057525 h 3521869"/>
              <a:gd name="connsiteX12" fmla="*/ 242887 w 5207793"/>
              <a:gd name="connsiteY12" fmla="*/ 3014663 h 3521869"/>
              <a:gd name="connsiteX13" fmla="*/ 264318 w 5207793"/>
              <a:gd name="connsiteY13" fmla="*/ 2957513 h 3521869"/>
              <a:gd name="connsiteX14" fmla="*/ 292893 w 5207793"/>
              <a:gd name="connsiteY14" fmla="*/ 2900363 h 3521869"/>
              <a:gd name="connsiteX15" fmla="*/ 307181 w 5207793"/>
              <a:gd name="connsiteY15" fmla="*/ 2664619 h 3521869"/>
              <a:gd name="connsiteX16" fmla="*/ 328612 w 5207793"/>
              <a:gd name="connsiteY16" fmla="*/ 2564606 h 3521869"/>
              <a:gd name="connsiteX17" fmla="*/ 335756 w 5207793"/>
              <a:gd name="connsiteY17" fmla="*/ 2521744 h 3521869"/>
              <a:gd name="connsiteX18" fmla="*/ 350043 w 5207793"/>
              <a:gd name="connsiteY18" fmla="*/ 2500313 h 3521869"/>
              <a:gd name="connsiteX19" fmla="*/ 364331 w 5207793"/>
              <a:gd name="connsiteY19" fmla="*/ 2450306 h 3521869"/>
              <a:gd name="connsiteX20" fmla="*/ 371475 w 5207793"/>
              <a:gd name="connsiteY20" fmla="*/ 2407444 h 3521869"/>
              <a:gd name="connsiteX21" fmla="*/ 385762 w 5207793"/>
              <a:gd name="connsiteY21" fmla="*/ 2357438 h 3521869"/>
              <a:gd name="connsiteX22" fmla="*/ 392906 w 5207793"/>
              <a:gd name="connsiteY22" fmla="*/ 2328863 h 3521869"/>
              <a:gd name="connsiteX23" fmla="*/ 407193 w 5207793"/>
              <a:gd name="connsiteY23" fmla="*/ 2307431 h 3521869"/>
              <a:gd name="connsiteX24" fmla="*/ 421481 w 5207793"/>
              <a:gd name="connsiteY24" fmla="*/ 2257425 h 3521869"/>
              <a:gd name="connsiteX25" fmla="*/ 428625 w 5207793"/>
              <a:gd name="connsiteY25" fmla="*/ 2228850 h 3521869"/>
              <a:gd name="connsiteX26" fmla="*/ 442912 w 5207793"/>
              <a:gd name="connsiteY26" fmla="*/ 2207419 h 3521869"/>
              <a:gd name="connsiteX27" fmla="*/ 464343 w 5207793"/>
              <a:gd name="connsiteY27" fmla="*/ 2150269 h 3521869"/>
              <a:gd name="connsiteX28" fmla="*/ 478631 w 5207793"/>
              <a:gd name="connsiteY28" fmla="*/ 2078831 h 3521869"/>
              <a:gd name="connsiteX29" fmla="*/ 485775 w 5207793"/>
              <a:gd name="connsiteY29" fmla="*/ 2050256 h 3521869"/>
              <a:gd name="connsiteX30" fmla="*/ 492918 w 5207793"/>
              <a:gd name="connsiteY30" fmla="*/ 2014538 h 3521869"/>
              <a:gd name="connsiteX31" fmla="*/ 500062 w 5207793"/>
              <a:gd name="connsiteY31" fmla="*/ 1993106 h 3521869"/>
              <a:gd name="connsiteX32" fmla="*/ 507206 w 5207793"/>
              <a:gd name="connsiteY32" fmla="*/ 1957388 h 3521869"/>
              <a:gd name="connsiteX33" fmla="*/ 514350 w 5207793"/>
              <a:gd name="connsiteY33" fmla="*/ 1935956 h 3521869"/>
              <a:gd name="connsiteX34" fmla="*/ 528637 w 5207793"/>
              <a:gd name="connsiteY34" fmla="*/ 1878806 h 3521869"/>
              <a:gd name="connsiteX35" fmla="*/ 535781 w 5207793"/>
              <a:gd name="connsiteY35" fmla="*/ 1785938 h 3521869"/>
              <a:gd name="connsiteX36" fmla="*/ 542925 w 5207793"/>
              <a:gd name="connsiteY36" fmla="*/ 1721644 h 3521869"/>
              <a:gd name="connsiteX37" fmla="*/ 535781 w 5207793"/>
              <a:gd name="connsiteY37" fmla="*/ 1578769 h 3521869"/>
              <a:gd name="connsiteX38" fmla="*/ 521493 w 5207793"/>
              <a:gd name="connsiteY38" fmla="*/ 1535906 h 3521869"/>
              <a:gd name="connsiteX39" fmla="*/ 528637 w 5207793"/>
              <a:gd name="connsiteY39" fmla="*/ 1400175 h 3521869"/>
              <a:gd name="connsiteX40" fmla="*/ 550068 w 5207793"/>
              <a:gd name="connsiteY40" fmla="*/ 1371600 h 3521869"/>
              <a:gd name="connsiteX41" fmla="*/ 564356 w 5207793"/>
              <a:gd name="connsiteY41" fmla="*/ 1293019 h 3521869"/>
              <a:gd name="connsiteX42" fmla="*/ 578643 w 5207793"/>
              <a:gd name="connsiteY42" fmla="*/ 964406 h 3521869"/>
              <a:gd name="connsiteX43" fmla="*/ 585787 w 5207793"/>
              <a:gd name="connsiteY43" fmla="*/ 907256 h 3521869"/>
              <a:gd name="connsiteX44" fmla="*/ 578643 w 5207793"/>
              <a:gd name="connsiteY44" fmla="*/ 385763 h 3521869"/>
              <a:gd name="connsiteX45" fmla="*/ 607218 w 5207793"/>
              <a:gd name="connsiteY45" fmla="*/ 278606 h 3521869"/>
              <a:gd name="connsiteX46" fmla="*/ 628650 w 5207793"/>
              <a:gd name="connsiteY46" fmla="*/ 228600 h 3521869"/>
              <a:gd name="connsiteX47" fmla="*/ 650081 w 5207793"/>
              <a:gd name="connsiteY47" fmla="*/ 200025 h 3521869"/>
              <a:gd name="connsiteX48" fmla="*/ 664368 w 5207793"/>
              <a:gd name="connsiteY48" fmla="*/ 171450 h 3521869"/>
              <a:gd name="connsiteX49" fmla="*/ 678656 w 5207793"/>
              <a:gd name="connsiteY49" fmla="*/ 150019 h 3521869"/>
              <a:gd name="connsiteX50" fmla="*/ 685800 w 5207793"/>
              <a:gd name="connsiteY50" fmla="*/ 128588 h 3521869"/>
              <a:gd name="connsiteX51" fmla="*/ 714375 w 5207793"/>
              <a:gd name="connsiteY51" fmla="*/ 100013 h 3521869"/>
              <a:gd name="connsiteX52" fmla="*/ 735806 w 5207793"/>
              <a:gd name="connsiteY52" fmla="*/ 71438 h 3521869"/>
              <a:gd name="connsiteX53" fmla="*/ 757237 w 5207793"/>
              <a:gd name="connsiteY53" fmla="*/ 50006 h 3521869"/>
              <a:gd name="connsiteX54" fmla="*/ 778668 w 5207793"/>
              <a:gd name="connsiteY54" fmla="*/ 21431 h 3521869"/>
              <a:gd name="connsiteX55" fmla="*/ 800100 w 5207793"/>
              <a:gd name="connsiteY55" fmla="*/ 14288 h 3521869"/>
              <a:gd name="connsiteX56" fmla="*/ 935831 w 5207793"/>
              <a:gd name="connsiteY56" fmla="*/ 28575 h 3521869"/>
              <a:gd name="connsiteX57" fmla="*/ 964406 w 5207793"/>
              <a:gd name="connsiteY57" fmla="*/ 50006 h 3521869"/>
              <a:gd name="connsiteX58" fmla="*/ 1014412 w 5207793"/>
              <a:gd name="connsiteY58" fmla="*/ 78581 h 3521869"/>
              <a:gd name="connsiteX59" fmla="*/ 1035843 w 5207793"/>
              <a:gd name="connsiteY59" fmla="*/ 100013 h 3521869"/>
              <a:gd name="connsiteX60" fmla="*/ 1064418 w 5207793"/>
              <a:gd name="connsiteY60" fmla="*/ 114300 h 3521869"/>
              <a:gd name="connsiteX61" fmla="*/ 1085850 w 5207793"/>
              <a:gd name="connsiteY61" fmla="*/ 128588 h 3521869"/>
              <a:gd name="connsiteX62" fmla="*/ 1128712 w 5207793"/>
              <a:gd name="connsiteY62" fmla="*/ 150019 h 3521869"/>
              <a:gd name="connsiteX63" fmla="*/ 1185862 w 5207793"/>
              <a:gd name="connsiteY63" fmla="*/ 178594 h 3521869"/>
              <a:gd name="connsiteX64" fmla="*/ 1207293 w 5207793"/>
              <a:gd name="connsiteY64" fmla="*/ 192881 h 3521869"/>
              <a:gd name="connsiteX65" fmla="*/ 1228725 w 5207793"/>
              <a:gd name="connsiteY65" fmla="*/ 200025 h 3521869"/>
              <a:gd name="connsiteX66" fmla="*/ 1257300 w 5207793"/>
              <a:gd name="connsiteY66" fmla="*/ 221456 h 3521869"/>
              <a:gd name="connsiteX67" fmla="*/ 1278731 w 5207793"/>
              <a:gd name="connsiteY67" fmla="*/ 235744 h 3521869"/>
              <a:gd name="connsiteX68" fmla="*/ 1350168 w 5207793"/>
              <a:gd name="connsiteY68" fmla="*/ 242888 h 3521869"/>
              <a:gd name="connsiteX69" fmla="*/ 1464468 w 5207793"/>
              <a:gd name="connsiteY69" fmla="*/ 235744 h 3521869"/>
              <a:gd name="connsiteX70" fmla="*/ 1485900 w 5207793"/>
              <a:gd name="connsiteY70" fmla="*/ 228600 h 3521869"/>
              <a:gd name="connsiteX71" fmla="*/ 1528762 w 5207793"/>
              <a:gd name="connsiteY71" fmla="*/ 192881 h 3521869"/>
              <a:gd name="connsiteX72" fmla="*/ 1535906 w 5207793"/>
              <a:gd name="connsiteY72" fmla="*/ 171450 h 3521869"/>
              <a:gd name="connsiteX73" fmla="*/ 1557337 w 5207793"/>
              <a:gd name="connsiteY73" fmla="*/ 164306 h 3521869"/>
              <a:gd name="connsiteX74" fmla="*/ 1585912 w 5207793"/>
              <a:gd name="connsiteY74" fmla="*/ 150019 h 3521869"/>
              <a:gd name="connsiteX75" fmla="*/ 1635918 w 5207793"/>
              <a:gd name="connsiteY75" fmla="*/ 135731 h 3521869"/>
              <a:gd name="connsiteX76" fmla="*/ 1714500 w 5207793"/>
              <a:gd name="connsiteY76" fmla="*/ 128588 h 3521869"/>
              <a:gd name="connsiteX77" fmla="*/ 1807368 w 5207793"/>
              <a:gd name="connsiteY77" fmla="*/ 114300 h 3521869"/>
              <a:gd name="connsiteX78" fmla="*/ 1835943 w 5207793"/>
              <a:gd name="connsiteY78" fmla="*/ 121444 h 3521869"/>
              <a:gd name="connsiteX79" fmla="*/ 1814512 w 5207793"/>
              <a:gd name="connsiteY79" fmla="*/ 142875 h 3521869"/>
              <a:gd name="connsiteX80" fmla="*/ 1807368 w 5207793"/>
              <a:gd name="connsiteY80" fmla="*/ 164306 h 3521869"/>
              <a:gd name="connsiteX81" fmla="*/ 1785937 w 5207793"/>
              <a:gd name="connsiteY81" fmla="*/ 171450 h 3521869"/>
              <a:gd name="connsiteX82" fmla="*/ 1750218 w 5207793"/>
              <a:gd name="connsiteY82" fmla="*/ 214313 h 3521869"/>
              <a:gd name="connsiteX83" fmla="*/ 1743075 w 5207793"/>
              <a:gd name="connsiteY83" fmla="*/ 235744 h 3521869"/>
              <a:gd name="connsiteX84" fmla="*/ 1714500 w 5207793"/>
              <a:gd name="connsiteY84" fmla="*/ 285750 h 3521869"/>
              <a:gd name="connsiteX85" fmla="*/ 1693068 w 5207793"/>
              <a:gd name="connsiteY85" fmla="*/ 314325 h 3521869"/>
              <a:gd name="connsiteX86" fmla="*/ 1664493 w 5207793"/>
              <a:gd name="connsiteY86" fmla="*/ 357188 h 3521869"/>
              <a:gd name="connsiteX87" fmla="*/ 1643062 w 5207793"/>
              <a:gd name="connsiteY87" fmla="*/ 378619 h 3521869"/>
              <a:gd name="connsiteX88" fmla="*/ 1614487 w 5207793"/>
              <a:gd name="connsiteY88" fmla="*/ 421481 h 3521869"/>
              <a:gd name="connsiteX89" fmla="*/ 1578768 w 5207793"/>
              <a:gd name="connsiteY89" fmla="*/ 464344 h 3521869"/>
              <a:gd name="connsiteX90" fmla="*/ 1564481 w 5207793"/>
              <a:gd name="connsiteY90" fmla="*/ 514350 h 3521869"/>
              <a:gd name="connsiteX91" fmla="*/ 1550193 w 5207793"/>
              <a:gd name="connsiteY91" fmla="*/ 578644 h 3521869"/>
              <a:gd name="connsiteX92" fmla="*/ 1557337 w 5207793"/>
              <a:gd name="connsiteY92" fmla="*/ 621506 h 3521869"/>
              <a:gd name="connsiteX93" fmla="*/ 1571625 w 5207793"/>
              <a:gd name="connsiteY93" fmla="*/ 700088 h 3521869"/>
              <a:gd name="connsiteX94" fmla="*/ 1593056 w 5207793"/>
              <a:gd name="connsiteY94" fmla="*/ 742950 h 3521869"/>
              <a:gd name="connsiteX95" fmla="*/ 1600200 w 5207793"/>
              <a:gd name="connsiteY95" fmla="*/ 785813 h 3521869"/>
              <a:gd name="connsiteX96" fmla="*/ 1607343 w 5207793"/>
              <a:gd name="connsiteY96" fmla="*/ 807244 h 3521869"/>
              <a:gd name="connsiteX97" fmla="*/ 1621631 w 5207793"/>
              <a:gd name="connsiteY97" fmla="*/ 871538 h 3521869"/>
              <a:gd name="connsiteX98" fmla="*/ 1635918 w 5207793"/>
              <a:gd name="connsiteY98" fmla="*/ 957263 h 3521869"/>
              <a:gd name="connsiteX99" fmla="*/ 1643062 w 5207793"/>
              <a:gd name="connsiteY99" fmla="*/ 978694 h 3521869"/>
              <a:gd name="connsiteX100" fmla="*/ 1657350 w 5207793"/>
              <a:gd name="connsiteY100" fmla="*/ 1000125 h 3521869"/>
              <a:gd name="connsiteX101" fmla="*/ 1664493 w 5207793"/>
              <a:gd name="connsiteY101" fmla="*/ 1028700 h 3521869"/>
              <a:gd name="connsiteX102" fmla="*/ 1678781 w 5207793"/>
              <a:gd name="connsiteY102" fmla="*/ 1050131 h 3521869"/>
              <a:gd name="connsiteX103" fmla="*/ 1685925 w 5207793"/>
              <a:gd name="connsiteY103" fmla="*/ 1085850 h 3521869"/>
              <a:gd name="connsiteX104" fmla="*/ 1728787 w 5207793"/>
              <a:gd name="connsiteY104" fmla="*/ 1135856 h 3521869"/>
              <a:gd name="connsiteX105" fmla="*/ 1743075 w 5207793"/>
              <a:gd name="connsiteY105" fmla="*/ 1157288 h 3521869"/>
              <a:gd name="connsiteX106" fmla="*/ 1750218 w 5207793"/>
              <a:gd name="connsiteY106" fmla="*/ 1185863 h 3521869"/>
              <a:gd name="connsiteX107" fmla="*/ 1793081 w 5207793"/>
              <a:gd name="connsiteY107" fmla="*/ 1235869 h 3521869"/>
              <a:gd name="connsiteX108" fmla="*/ 1828800 w 5207793"/>
              <a:gd name="connsiteY108" fmla="*/ 1278731 h 3521869"/>
              <a:gd name="connsiteX109" fmla="*/ 1864518 w 5207793"/>
              <a:gd name="connsiteY109" fmla="*/ 1314450 h 3521869"/>
              <a:gd name="connsiteX110" fmla="*/ 1921668 w 5207793"/>
              <a:gd name="connsiteY110" fmla="*/ 1378744 h 3521869"/>
              <a:gd name="connsiteX111" fmla="*/ 1978818 w 5207793"/>
              <a:gd name="connsiteY111" fmla="*/ 1393031 h 3521869"/>
              <a:gd name="connsiteX112" fmla="*/ 2007393 w 5207793"/>
              <a:gd name="connsiteY112" fmla="*/ 1400175 h 3521869"/>
              <a:gd name="connsiteX113" fmla="*/ 2028825 w 5207793"/>
              <a:gd name="connsiteY113" fmla="*/ 1407319 h 3521869"/>
              <a:gd name="connsiteX114" fmla="*/ 2078831 w 5207793"/>
              <a:gd name="connsiteY114" fmla="*/ 1414463 h 3521869"/>
              <a:gd name="connsiteX115" fmla="*/ 2135981 w 5207793"/>
              <a:gd name="connsiteY115" fmla="*/ 1428750 h 3521869"/>
              <a:gd name="connsiteX116" fmla="*/ 2228850 w 5207793"/>
              <a:gd name="connsiteY116" fmla="*/ 1443038 h 3521869"/>
              <a:gd name="connsiteX117" fmla="*/ 2257425 w 5207793"/>
              <a:gd name="connsiteY117" fmla="*/ 1450181 h 3521869"/>
              <a:gd name="connsiteX118" fmla="*/ 2300287 w 5207793"/>
              <a:gd name="connsiteY118" fmla="*/ 1464469 h 3521869"/>
              <a:gd name="connsiteX119" fmla="*/ 2507456 w 5207793"/>
              <a:gd name="connsiteY119" fmla="*/ 1471613 h 3521869"/>
              <a:gd name="connsiteX120" fmla="*/ 2543175 w 5207793"/>
              <a:gd name="connsiteY120" fmla="*/ 1478756 h 3521869"/>
              <a:gd name="connsiteX121" fmla="*/ 2878931 w 5207793"/>
              <a:gd name="connsiteY121" fmla="*/ 1478756 h 3521869"/>
              <a:gd name="connsiteX122" fmla="*/ 2914650 w 5207793"/>
              <a:gd name="connsiteY122" fmla="*/ 1471613 h 3521869"/>
              <a:gd name="connsiteX123" fmla="*/ 2964656 w 5207793"/>
              <a:gd name="connsiteY123" fmla="*/ 1450181 h 3521869"/>
              <a:gd name="connsiteX124" fmla="*/ 2986087 w 5207793"/>
              <a:gd name="connsiteY124" fmla="*/ 1443038 h 3521869"/>
              <a:gd name="connsiteX125" fmla="*/ 3043237 w 5207793"/>
              <a:gd name="connsiteY125" fmla="*/ 1421606 h 3521869"/>
              <a:gd name="connsiteX126" fmla="*/ 3071812 w 5207793"/>
              <a:gd name="connsiteY126" fmla="*/ 1400175 h 3521869"/>
              <a:gd name="connsiteX127" fmla="*/ 3093243 w 5207793"/>
              <a:gd name="connsiteY127" fmla="*/ 1378744 h 3521869"/>
              <a:gd name="connsiteX128" fmla="*/ 3128962 w 5207793"/>
              <a:gd name="connsiteY128" fmla="*/ 1357313 h 3521869"/>
              <a:gd name="connsiteX129" fmla="*/ 3186112 w 5207793"/>
              <a:gd name="connsiteY129" fmla="*/ 1300163 h 3521869"/>
              <a:gd name="connsiteX130" fmla="*/ 3214687 w 5207793"/>
              <a:gd name="connsiteY130" fmla="*/ 1243013 h 3521869"/>
              <a:gd name="connsiteX131" fmla="*/ 3236118 w 5207793"/>
              <a:gd name="connsiteY131" fmla="*/ 1228725 h 3521869"/>
              <a:gd name="connsiteX132" fmla="*/ 3271837 w 5207793"/>
              <a:gd name="connsiteY132" fmla="*/ 1178719 h 3521869"/>
              <a:gd name="connsiteX133" fmla="*/ 3293268 w 5207793"/>
              <a:gd name="connsiteY133" fmla="*/ 1164431 h 3521869"/>
              <a:gd name="connsiteX134" fmla="*/ 3300412 w 5207793"/>
              <a:gd name="connsiteY134" fmla="*/ 1143000 h 3521869"/>
              <a:gd name="connsiteX135" fmla="*/ 3321843 w 5207793"/>
              <a:gd name="connsiteY135" fmla="*/ 1135856 h 3521869"/>
              <a:gd name="connsiteX136" fmla="*/ 3343275 w 5207793"/>
              <a:gd name="connsiteY136" fmla="*/ 1114425 h 3521869"/>
              <a:gd name="connsiteX137" fmla="*/ 3357562 w 5207793"/>
              <a:gd name="connsiteY137" fmla="*/ 1085850 h 3521869"/>
              <a:gd name="connsiteX138" fmla="*/ 3393281 w 5207793"/>
              <a:gd name="connsiteY138" fmla="*/ 1028700 h 3521869"/>
              <a:gd name="connsiteX139" fmla="*/ 3400425 w 5207793"/>
              <a:gd name="connsiteY139" fmla="*/ 1007269 h 3521869"/>
              <a:gd name="connsiteX140" fmla="*/ 3436143 w 5207793"/>
              <a:gd name="connsiteY140" fmla="*/ 928688 h 3521869"/>
              <a:gd name="connsiteX141" fmla="*/ 3450431 w 5207793"/>
              <a:gd name="connsiteY141" fmla="*/ 842963 h 3521869"/>
              <a:gd name="connsiteX142" fmla="*/ 3464718 w 5207793"/>
              <a:gd name="connsiteY142" fmla="*/ 700088 h 3521869"/>
              <a:gd name="connsiteX143" fmla="*/ 3471862 w 5207793"/>
              <a:gd name="connsiteY143" fmla="*/ 664369 h 3521869"/>
              <a:gd name="connsiteX144" fmla="*/ 3479006 w 5207793"/>
              <a:gd name="connsiteY144" fmla="*/ 492919 h 3521869"/>
              <a:gd name="connsiteX145" fmla="*/ 3457575 w 5207793"/>
              <a:gd name="connsiteY145" fmla="*/ 321469 h 3521869"/>
              <a:gd name="connsiteX146" fmla="*/ 3443287 w 5207793"/>
              <a:gd name="connsiteY146" fmla="*/ 300038 h 3521869"/>
              <a:gd name="connsiteX147" fmla="*/ 3414712 w 5207793"/>
              <a:gd name="connsiteY147" fmla="*/ 242888 h 3521869"/>
              <a:gd name="connsiteX148" fmla="*/ 3407568 w 5207793"/>
              <a:gd name="connsiteY148" fmla="*/ 221456 h 3521869"/>
              <a:gd name="connsiteX149" fmla="*/ 3364706 w 5207793"/>
              <a:gd name="connsiteY149" fmla="*/ 192881 h 3521869"/>
              <a:gd name="connsiteX150" fmla="*/ 3328987 w 5207793"/>
              <a:gd name="connsiteY150" fmla="*/ 150019 h 3521869"/>
              <a:gd name="connsiteX151" fmla="*/ 3286125 w 5207793"/>
              <a:gd name="connsiteY151" fmla="*/ 121444 h 3521869"/>
              <a:gd name="connsiteX152" fmla="*/ 3264693 w 5207793"/>
              <a:gd name="connsiteY152" fmla="*/ 92869 h 3521869"/>
              <a:gd name="connsiteX153" fmla="*/ 3236118 w 5207793"/>
              <a:gd name="connsiteY153" fmla="*/ 50006 h 3521869"/>
              <a:gd name="connsiteX154" fmla="*/ 3250406 w 5207793"/>
              <a:gd name="connsiteY154" fmla="*/ 14288 h 3521869"/>
              <a:gd name="connsiteX155" fmla="*/ 3328987 w 5207793"/>
              <a:gd name="connsiteY155" fmla="*/ 7144 h 3521869"/>
              <a:gd name="connsiteX156" fmla="*/ 3350418 w 5207793"/>
              <a:gd name="connsiteY156" fmla="*/ 0 h 3521869"/>
              <a:gd name="connsiteX157" fmla="*/ 3414712 w 5207793"/>
              <a:gd name="connsiteY157" fmla="*/ 21431 h 3521869"/>
              <a:gd name="connsiteX158" fmla="*/ 3457575 w 5207793"/>
              <a:gd name="connsiteY158" fmla="*/ 35719 h 3521869"/>
              <a:gd name="connsiteX159" fmla="*/ 3479006 w 5207793"/>
              <a:gd name="connsiteY159" fmla="*/ 42863 h 3521869"/>
              <a:gd name="connsiteX160" fmla="*/ 3543300 w 5207793"/>
              <a:gd name="connsiteY160" fmla="*/ 57150 h 3521869"/>
              <a:gd name="connsiteX161" fmla="*/ 3579018 w 5207793"/>
              <a:gd name="connsiteY161" fmla="*/ 71438 h 3521869"/>
              <a:gd name="connsiteX162" fmla="*/ 3636168 w 5207793"/>
              <a:gd name="connsiteY162" fmla="*/ 85725 h 3521869"/>
              <a:gd name="connsiteX163" fmla="*/ 3657600 w 5207793"/>
              <a:gd name="connsiteY163" fmla="*/ 100013 h 3521869"/>
              <a:gd name="connsiteX164" fmla="*/ 3686175 w 5207793"/>
              <a:gd name="connsiteY164" fmla="*/ 114300 h 3521869"/>
              <a:gd name="connsiteX165" fmla="*/ 3700462 w 5207793"/>
              <a:gd name="connsiteY165" fmla="*/ 142875 h 3521869"/>
              <a:gd name="connsiteX166" fmla="*/ 3757612 w 5207793"/>
              <a:gd name="connsiteY166" fmla="*/ 171450 h 3521869"/>
              <a:gd name="connsiteX167" fmla="*/ 3807618 w 5207793"/>
              <a:gd name="connsiteY167" fmla="*/ 192881 h 3521869"/>
              <a:gd name="connsiteX168" fmla="*/ 3829050 w 5207793"/>
              <a:gd name="connsiteY168" fmla="*/ 207169 h 3521869"/>
              <a:gd name="connsiteX169" fmla="*/ 3871912 w 5207793"/>
              <a:gd name="connsiteY169" fmla="*/ 214313 h 3521869"/>
              <a:gd name="connsiteX170" fmla="*/ 4150518 w 5207793"/>
              <a:gd name="connsiteY170" fmla="*/ 207169 h 3521869"/>
              <a:gd name="connsiteX171" fmla="*/ 4186237 w 5207793"/>
              <a:gd name="connsiteY171" fmla="*/ 178594 h 3521869"/>
              <a:gd name="connsiteX172" fmla="*/ 4214812 w 5207793"/>
              <a:gd name="connsiteY172" fmla="*/ 171450 h 3521869"/>
              <a:gd name="connsiteX173" fmla="*/ 4236243 w 5207793"/>
              <a:gd name="connsiteY173" fmla="*/ 164306 h 3521869"/>
              <a:gd name="connsiteX174" fmla="*/ 4386262 w 5207793"/>
              <a:gd name="connsiteY174" fmla="*/ 185738 h 3521869"/>
              <a:gd name="connsiteX175" fmla="*/ 4421981 w 5207793"/>
              <a:gd name="connsiteY175" fmla="*/ 221456 h 3521869"/>
              <a:gd name="connsiteX176" fmla="*/ 4457700 w 5207793"/>
              <a:gd name="connsiteY176" fmla="*/ 285750 h 3521869"/>
              <a:gd name="connsiteX177" fmla="*/ 4471987 w 5207793"/>
              <a:gd name="connsiteY177" fmla="*/ 364331 h 3521869"/>
              <a:gd name="connsiteX178" fmla="*/ 4486275 w 5207793"/>
              <a:gd name="connsiteY178" fmla="*/ 428625 h 3521869"/>
              <a:gd name="connsiteX179" fmla="*/ 4514850 w 5207793"/>
              <a:gd name="connsiteY179" fmla="*/ 485775 h 3521869"/>
              <a:gd name="connsiteX180" fmla="*/ 4521993 w 5207793"/>
              <a:gd name="connsiteY180" fmla="*/ 521494 h 3521869"/>
              <a:gd name="connsiteX181" fmla="*/ 4529137 w 5207793"/>
              <a:gd name="connsiteY181" fmla="*/ 550069 h 3521869"/>
              <a:gd name="connsiteX182" fmla="*/ 4543425 w 5207793"/>
              <a:gd name="connsiteY182" fmla="*/ 771525 h 3521869"/>
              <a:gd name="connsiteX183" fmla="*/ 4557712 w 5207793"/>
              <a:gd name="connsiteY183" fmla="*/ 850106 h 3521869"/>
              <a:gd name="connsiteX184" fmla="*/ 4564856 w 5207793"/>
              <a:gd name="connsiteY184" fmla="*/ 892969 h 3521869"/>
              <a:gd name="connsiteX185" fmla="*/ 4593431 w 5207793"/>
              <a:gd name="connsiteY185" fmla="*/ 1021556 h 3521869"/>
              <a:gd name="connsiteX186" fmla="*/ 4600575 w 5207793"/>
              <a:gd name="connsiteY186" fmla="*/ 1078706 h 3521869"/>
              <a:gd name="connsiteX187" fmla="*/ 4607718 w 5207793"/>
              <a:gd name="connsiteY187" fmla="*/ 1321594 h 3521869"/>
              <a:gd name="connsiteX188" fmla="*/ 4614862 w 5207793"/>
              <a:gd name="connsiteY188" fmla="*/ 1357313 h 3521869"/>
              <a:gd name="connsiteX189" fmla="*/ 4636293 w 5207793"/>
              <a:gd name="connsiteY189" fmla="*/ 1378744 h 3521869"/>
              <a:gd name="connsiteX190" fmla="*/ 4643437 w 5207793"/>
              <a:gd name="connsiteY190" fmla="*/ 1421606 h 3521869"/>
              <a:gd name="connsiteX191" fmla="*/ 4650581 w 5207793"/>
              <a:gd name="connsiteY191" fmla="*/ 1471613 h 3521869"/>
              <a:gd name="connsiteX192" fmla="*/ 4657725 w 5207793"/>
              <a:gd name="connsiteY192" fmla="*/ 1493044 h 3521869"/>
              <a:gd name="connsiteX193" fmla="*/ 4664868 w 5207793"/>
              <a:gd name="connsiteY193" fmla="*/ 1585913 h 3521869"/>
              <a:gd name="connsiteX194" fmla="*/ 4672012 w 5207793"/>
              <a:gd name="connsiteY194" fmla="*/ 1650206 h 3521869"/>
              <a:gd name="connsiteX195" fmla="*/ 4686300 w 5207793"/>
              <a:gd name="connsiteY195" fmla="*/ 1778794 h 3521869"/>
              <a:gd name="connsiteX196" fmla="*/ 4700587 w 5207793"/>
              <a:gd name="connsiteY196" fmla="*/ 1921669 h 3521869"/>
              <a:gd name="connsiteX197" fmla="*/ 4714875 w 5207793"/>
              <a:gd name="connsiteY197" fmla="*/ 2000250 h 3521869"/>
              <a:gd name="connsiteX198" fmla="*/ 4722018 w 5207793"/>
              <a:gd name="connsiteY198" fmla="*/ 2050256 h 3521869"/>
              <a:gd name="connsiteX199" fmla="*/ 4736306 w 5207793"/>
              <a:gd name="connsiteY199" fmla="*/ 2071688 h 3521869"/>
              <a:gd name="connsiteX200" fmla="*/ 4764881 w 5207793"/>
              <a:gd name="connsiteY200" fmla="*/ 2121694 h 3521869"/>
              <a:gd name="connsiteX201" fmla="*/ 4779168 w 5207793"/>
              <a:gd name="connsiteY201" fmla="*/ 2164556 h 3521869"/>
              <a:gd name="connsiteX202" fmla="*/ 4793456 w 5207793"/>
              <a:gd name="connsiteY202" fmla="*/ 2235994 h 3521869"/>
              <a:gd name="connsiteX203" fmla="*/ 4800600 w 5207793"/>
              <a:gd name="connsiteY203" fmla="*/ 2257425 h 3521869"/>
              <a:gd name="connsiteX204" fmla="*/ 4807743 w 5207793"/>
              <a:gd name="connsiteY204" fmla="*/ 2286000 h 3521869"/>
              <a:gd name="connsiteX205" fmla="*/ 4814887 w 5207793"/>
              <a:gd name="connsiteY205" fmla="*/ 2307431 h 3521869"/>
              <a:gd name="connsiteX206" fmla="*/ 4836318 w 5207793"/>
              <a:gd name="connsiteY206" fmla="*/ 2407444 h 3521869"/>
              <a:gd name="connsiteX207" fmla="*/ 4864893 w 5207793"/>
              <a:gd name="connsiteY207" fmla="*/ 2514600 h 3521869"/>
              <a:gd name="connsiteX208" fmla="*/ 4872037 w 5207793"/>
              <a:gd name="connsiteY208" fmla="*/ 2543175 h 3521869"/>
              <a:gd name="connsiteX209" fmla="*/ 4886325 w 5207793"/>
              <a:gd name="connsiteY209" fmla="*/ 2614613 h 3521869"/>
              <a:gd name="connsiteX210" fmla="*/ 4900612 w 5207793"/>
              <a:gd name="connsiteY210" fmla="*/ 2657475 h 3521869"/>
              <a:gd name="connsiteX211" fmla="*/ 4922043 w 5207793"/>
              <a:gd name="connsiteY211" fmla="*/ 2678906 h 3521869"/>
              <a:gd name="connsiteX212" fmla="*/ 4929187 w 5207793"/>
              <a:gd name="connsiteY212" fmla="*/ 2728913 h 3521869"/>
              <a:gd name="connsiteX213" fmla="*/ 4936331 w 5207793"/>
              <a:gd name="connsiteY213" fmla="*/ 2757488 h 3521869"/>
              <a:gd name="connsiteX214" fmla="*/ 4943475 w 5207793"/>
              <a:gd name="connsiteY214" fmla="*/ 2914650 h 3521869"/>
              <a:gd name="connsiteX215" fmla="*/ 4943475 w 5207793"/>
              <a:gd name="connsiteY215" fmla="*/ 2943225 h 3521869"/>
              <a:gd name="connsiteX216" fmla="*/ 4957762 w 5207793"/>
              <a:gd name="connsiteY216" fmla="*/ 2993232 h 3521869"/>
              <a:gd name="connsiteX217" fmla="*/ 5000625 w 5207793"/>
              <a:gd name="connsiteY217" fmla="*/ 3021806 h 3521869"/>
              <a:gd name="connsiteX218" fmla="*/ 5064918 w 5207793"/>
              <a:gd name="connsiteY218" fmla="*/ 3043238 h 3521869"/>
              <a:gd name="connsiteX219" fmla="*/ 5093493 w 5207793"/>
              <a:gd name="connsiteY219" fmla="*/ 3064669 h 3521869"/>
              <a:gd name="connsiteX220" fmla="*/ 5114925 w 5207793"/>
              <a:gd name="connsiteY220" fmla="*/ 3114675 h 3521869"/>
              <a:gd name="connsiteX221" fmla="*/ 5129212 w 5207793"/>
              <a:gd name="connsiteY221" fmla="*/ 3143250 h 3521869"/>
              <a:gd name="connsiteX222" fmla="*/ 5143500 w 5207793"/>
              <a:gd name="connsiteY222" fmla="*/ 3207544 h 3521869"/>
              <a:gd name="connsiteX223" fmla="*/ 5157787 w 5207793"/>
              <a:gd name="connsiteY223" fmla="*/ 3250406 h 3521869"/>
              <a:gd name="connsiteX224" fmla="*/ 5172075 w 5207793"/>
              <a:gd name="connsiteY224" fmla="*/ 3307556 h 3521869"/>
              <a:gd name="connsiteX225" fmla="*/ 5179218 w 5207793"/>
              <a:gd name="connsiteY225" fmla="*/ 3386138 h 3521869"/>
              <a:gd name="connsiteX226" fmla="*/ 5200650 w 5207793"/>
              <a:gd name="connsiteY226" fmla="*/ 3464719 h 3521869"/>
              <a:gd name="connsiteX227" fmla="*/ 5207793 w 5207793"/>
              <a:gd name="connsiteY227" fmla="*/ 3521869 h 3521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Lst>
            <a:rect l="l" t="t" r="r" b="b"/>
            <a:pathLst>
              <a:path w="5207793" h="3521869">
                <a:moveTo>
                  <a:pt x="0" y="3464719"/>
                </a:moveTo>
                <a:cubicBezTo>
                  <a:pt x="2381" y="3438525"/>
                  <a:pt x="3424" y="3412175"/>
                  <a:pt x="7143" y="3386138"/>
                </a:cubicBezTo>
                <a:cubicBezTo>
                  <a:pt x="8208" y="3378683"/>
                  <a:pt x="12461" y="3372012"/>
                  <a:pt x="14287" y="3364706"/>
                </a:cubicBezTo>
                <a:cubicBezTo>
                  <a:pt x="17232" y="3352927"/>
                  <a:pt x="18797" y="3340841"/>
                  <a:pt x="21431" y="3328988"/>
                </a:cubicBezTo>
                <a:cubicBezTo>
                  <a:pt x="23561" y="3319404"/>
                  <a:pt x="26819" y="3310073"/>
                  <a:pt x="28575" y="3300413"/>
                </a:cubicBezTo>
                <a:cubicBezTo>
                  <a:pt x="31587" y="3283846"/>
                  <a:pt x="32416" y="3266917"/>
                  <a:pt x="35718" y="3250406"/>
                </a:cubicBezTo>
                <a:cubicBezTo>
                  <a:pt x="39906" y="3229465"/>
                  <a:pt x="48438" y="3220729"/>
                  <a:pt x="57150" y="3200400"/>
                </a:cubicBezTo>
                <a:cubicBezTo>
                  <a:pt x="60116" y="3193479"/>
                  <a:pt x="59472" y="3184754"/>
                  <a:pt x="64293" y="3178969"/>
                </a:cubicBezTo>
                <a:cubicBezTo>
                  <a:pt x="71915" y="3169822"/>
                  <a:pt x="83343" y="3164682"/>
                  <a:pt x="92868" y="3157538"/>
                </a:cubicBezTo>
                <a:cubicBezTo>
                  <a:pt x="101042" y="3133017"/>
                  <a:pt x="99819" y="3129155"/>
                  <a:pt x="121443" y="3107531"/>
                </a:cubicBezTo>
                <a:cubicBezTo>
                  <a:pt x="129862" y="3099112"/>
                  <a:pt x="141599" y="3094519"/>
                  <a:pt x="150018" y="3086100"/>
                </a:cubicBezTo>
                <a:cubicBezTo>
                  <a:pt x="158437" y="3077681"/>
                  <a:pt x="162551" y="3065435"/>
                  <a:pt x="171450" y="3057525"/>
                </a:cubicBezTo>
                <a:cubicBezTo>
                  <a:pt x="193619" y="3037819"/>
                  <a:pt x="217282" y="3027465"/>
                  <a:pt x="242887" y="3014663"/>
                </a:cubicBezTo>
                <a:cubicBezTo>
                  <a:pt x="250073" y="2993106"/>
                  <a:pt x="254068" y="2979721"/>
                  <a:pt x="264318" y="2957513"/>
                </a:cubicBezTo>
                <a:cubicBezTo>
                  <a:pt x="273243" y="2938175"/>
                  <a:pt x="292893" y="2900363"/>
                  <a:pt x="292893" y="2900363"/>
                </a:cubicBezTo>
                <a:cubicBezTo>
                  <a:pt x="299514" y="2767952"/>
                  <a:pt x="297730" y="2778029"/>
                  <a:pt x="307181" y="2664619"/>
                </a:cubicBezTo>
                <a:cubicBezTo>
                  <a:pt x="314348" y="2578619"/>
                  <a:pt x="299982" y="2607553"/>
                  <a:pt x="328612" y="2564606"/>
                </a:cubicBezTo>
                <a:cubicBezTo>
                  <a:pt x="330993" y="2550319"/>
                  <a:pt x="331176" y="2535485"/>
                  <a:pt x="335756" y="2521744"/>
                </a:cubicBezTo>
                <a:cubicBezTo>
                  <a:pt x="338471" y="2513599"/>
                  <a:pt x="346854" y="2508284"/>
                  <a:pt x="350043" y="2500313"/>
                </a:cubicBezTo>
                <a:cubicBezTo>
                  <a:pt x="356481" y="2484217"/>
                  <a:pt x="360433" y="2467198"/>
                  <a:pt x="364331" y="2450306"/>
                </a:cubicBezTo>
                <a:cubicBezTo>
                  <a:pt x="367588" y="2436193"/>
                  <a:pt x="368634" y="2421647"/>
                  <a:pt x="371475" y="2407444"/>
                </a:cubicBezTo>
                <a:cubicBezTo>
                  <a:pt x="378921" y="2370213"/>
                  <a:pt x="376681" y="2389219"/>
                  <a:pt x="385762" y="2357438"/>
                </a:cubicBezTo>
                <a:cubicBezTo>
                  <a:pt x="388459" y="2347998"/>
                  <a:pt x="389039" y="2337887"/>
                  <a:pt x="392906" y="2328863"/>
                </a:cubicBezTo>
                <a:cubicBezTo>
                  <a:pt x="396288" y="2320971"/>
                  <a:pt x="402431" y="2314575"/>
                  <a:pt x="407193" y="2307431"/>
                </a:cubicBezTo>
                <a:cubicBezTo>
                  <a:pt x="429526" y="2218100"/>
                  <a:pt x="400983" y="2329164"/>
                  <a:pt x="421481" y="2257425"/>
                </a:cubicBezTo>
                <a:cubicBezTo>
                  <a:pt x="424178" y="2247985"/>
                  <a:pt x="424757" y="2237874"/>
                  <a:pt x="428625" y="2228850"/>
                </a:cubicBezTo>
                <a:cubicBezTo>
                  <a:pt x="432007" y="2220959"/>
                  <a:pt x="439072" y="2215098"/>
                  <a:pt x="442912" y="2207419"/>
                </a:cubicBezTo>
                <a:cubicBezTo>
                  <a:pt x="445441" y="2202360"/>
                  <a:pt x="461692" y="2161756"/>
                  <a:pt x="464343" y="2150269"/>
                </a:cubicBezTo>
                <a:cubicBezTo>
                  <a:pt x="469803" y="2126607"/>
                  <a:pt x="472741" y="2102390"/>
                  <a:pt x="478631" y="2078831"/>
                </a:cubicBezTo>
                <a:cubicBezTo>
                  <a:pt x="481012" y="2069306"/>
                  <a:pt x="483645" y="2059840"/>
                  <a:pt x="485775" y="2050256"/>
                </a:cubicBezTo>
                <a:cubicBezTo>
                  <a:pt x="488409" y="2038403"/>
                  <a:pt x="489973" y="2026317"/>
                  <a:pt x="492918" y="2014538"/>
                </a:cubicBezTo>
                <a:cubicBezTo>
                  <a:pt x="494744" y="2007232"/>
                  <a:pt x="498236" y="2000412"/>
                  <a:pt x="500062" y="1993106"/>
                </a:cubicBezTo>
                <a:cubicBezTo>
                  <a:pt x="503007" y="1981327"/>
                  <a:pt x="504261" y="1969167"/>
                  <a:pt x="507206" y="1957388"/>
                </a:cubicBezTo>
                <a:cubicBezTo>
                  <a:pt x="509032" y="1950082"/>
                  <a:pt x="512369" y="1943221"/>
                  <a:pt x="514350" y="1935956"/>
                </a:cubicBezTo>
                <a:cubicBezTo>
                  <a:pt x="519517" y="1917012"/>
                  <a:pt x="528637" y="1878806"/>
                  <a:pt x="528637" y="1878806"/>
                </a:cubicBezTo>
                <a:cubicBezTo>
                  <a:pt x="531018" y="1847850"/>
                  <a:pt x="532970" y="1816858"/>
                  <a:pt x="535781" y="1785938"/>
                </a:cubicBezTo>
                <a:cubicBezTo>
                  <a:pt x="537733" y="1764463"/>
                  <a:pt x="542925" y="1743207"/>
                  <a:pt x="542925" y="1721644"/>
                </a:cubicBezTo>
                <a:cubicBezTo>
                  <a:pt x="542925" y="1673960"/>
                  <a:pt x="541247" y="1626139"/>
                  <a:pt x="535781" y="1578769"/>
                </a:cubicBezTo>
                <a:cubicBezTo>
                  <a:pt x="534055" y="1563808"/>
                  <a:pt x="526256" y="1550194"/>
                  <a:pt x="521493" y="1535906"/>
                </a:cubicBezTo>
                <a:cubicBezTo>
                  <a:pt x="523874" y="1490662"/>
                  <a:pt x="523874" y="1427559"/>
                  <a:pt x="528637" y="1400175"/>
                </a:cubicBezTo>
                <a:cubicBezTo>
                  <a:pt x="533400" y="1372791"/>
                  <a:pt x="547485" y="1381931"/>
                  <a:pt x="550068" y="1371600"/>
                </a:cubicBezTo>
                <a:cubicBezTo>
                  <a:pt x="571410" y="1286230"/>
                  <a:pt x="533544" y="1339234"/>
                  <a:pt x="564356" y="1293019"/>
                </a:cubicBezTo>
                <a:cubicBezTo>
                  <a:pt x="585928" y="1142019"/>
                  <a:pt x="563952" y="1309659"/>
                  <a:pt x="578643" y="964406"/>
                </a:cubicBezTo>
                <a:cubicBezTo>
                  <a:pt x="579459" y="945225"/>
                  <a:pt x="583406" y="926306"/>
                  <a:pt x="585787" y="907256"/>
                </a:cubicBezTo>
                <a:cubicBezTo>
                  <a:pt x="583406" y="733425"/>
                  <a:pt x="578643" y="559610"/>
                  <a:pt x="578643" y="385763"/>
                </a:cubicBezTo>
                <a:cubicBezTo>
                  <a:pt x="578643" y="289535"/>
                  <a:pt x="562112" y="308678"/>
                  <a:pt x="607218" y="278606"/>
                </a:cubicBezTo>
                <a:cubicBezTo>
                  <a:pt x="614163" y="257772"/>
                  <a:pt x="616039" y="248778"/>
                  <a:pt x="628650" y="228600"/>
                </a:cubicBezTo>
                <a:cubicBezTo>
                  <a:pt x="634960" y="218504"/>
                  <a:pt x="643771" y="210121"/>
                  <a:pt x="650081" y="200025"/>
                </a:cubicBezTo>
                <a:cubicBezTo>
                  <a:pt x="655725" y="190994"/>
                  <a:pt x="659084" y="180696"/>
                  <a:pt x="664368" y="171450"/>
                </a:cubicBezTo>
                <a:cubicBezTo>
                  <a:pt x="668628" y="163995"/>
                  <a:pt x="674816" y="157698"/>
                  <a:pt x="678656" y="150019"/>
                </a:cubicBezTo>
                <a:cubicBezTo>
                  <a:pt x="682024" y="143284"/>
                  <a:pt x="681423" y="134715"/>
                  <a:pt x="685800" y="128588"/>
                </a:cubicBezTo>
                <a:cubicBezTo>
                  <a:pt x="693630" y="117627"/>
                  <a:pt x="705505" y="110151"/>
                  <a:pt x="714375" y="100013"/>
                </a:cubicBezTo>
                <a:cubicBezTo>
                  <a:pt x="722215" y="91053"/>
                  <a:pt x="728058" y="80478"/>
                  <a:pt x="735806" y="71438"/>
                </a:cubicBezTo>
                <a:cubicBezTo>
                  <a:pt x="742381" y="63767"/>
                  <a:pt x="750662" y="57677"/>
                  <a:pt x="757237" y="50006"/>
                </a:cubicBezTo>
                <a:cubicBezTo>
                  <a:pt x="764985" y="40966"/>
                  <a:pt x="769521" y="29053"/>
                  <a:pt x="778668" y="21431"/>
                </a:cubicBezTo>
                <a:cubicBezTo>
                  <a:pt x="784453" y="16610"/>
                  <a:pt x="792956" y="16669"/>
                  <a:pt x="800100" y="14288"/>
                </a:cubicBezTo>
                <a:cubicBezTo>
                  <a:pt x="845344" y="19050"/>
                  <a:pt x="891376" y="18911"/>
                  <a:pt x="935831" y="28575"/>
                </a:cubicBezTo>
                <a:cubicBezTo>
                  <a:pt x="947465" y="31104"/>
                  <a:pt x="954310" y="43696"/>
                  <a:pt x="964406" y="50006"/>
                </a:cubicBezTo>
                <a:cubicBezTo>
                  <a:pt x="992346" y="67469"/>
                  <a:pt x="990823" y="58923"/>
                  <a:pt x="1014412" y="78581"/>
                </a:cubicBezTo>
                <a:cubicBezTo>
                  <a:pt x="1022173" y="85049"/>
                  <a:pt x="1027622" y="94141"/>
                  <a:pt x="1035843" y="100013"/>
                </a:cubicBezTo>
                <a:cubicBezTo>
                  <a:pt x="1044509" y="106203"/>
                  <a:pt x="1055172" y="109017"/>
                  <a:pt x="1064418" y="114300"/>
                </a:cubicBezTo>
                <a:cubicBezTo>
                  <a:pt x="1071873" y="118560"/>
                  <a:pt x="1078344" y="124418"/>
                  <a:pt x="1085850" y="128588"/>
                </a:cubicBezTo>
                <a:cubicBezTo>
                  <a:pt x="1099814" y="136346"/>
                  <a:pt x="1115015" y="141801"/>
                  <a:pt x="1128712" y="150019"/>
                </a:cubicBezTo>
                <a:cubicBezTo>
                  <a:pt x="1180754" y="181244"/>
                  <a:pt x="1132862" y="165343"/>
                  <a:pt x="1185862" y="178594"/>
                </a:cubicBezTo>
                <a:cubicBezTo>
                  <a:pt x="1193006" y="183356"/>
                  <a:pt x="1199614" y="189041"/>
                  <a:pt x="1207293" y="192881"/>
                </a:cubicBezTo>
                <a:cubicBezTo>
                  <a:pt x="1214028" y="196249"/>
                  <a:pt x="1222187" y="196289"/>
                  <a:pt x="1228725" y="200025"/>
                </a:cubicBezTo>
                <a:cubicBezTo>
                  <a:pt x="1239063" y="205932"/>
                  <a:pt x="1247612" y="214536"/>
                  <a:pt x="1257300" y="221456"/>
                </a:cubicBezTo>
                <a:cubicBezTo>
                  <a:pt x="1264286" y="226446"/>
                  <a:pt x="1270365" y="233813"/>
                  <a:pt x="1278731" y="235744"/>
                </a:cubicBezTo>
                <a:cubicBezTo>
                  <a:pt x="1302049" y="241125"/>
                  <a:pt x="1326356" y="240507"/>
                  <a:pt x="1350168" y="242888"/>
                </a:cubicBezTo>
                <a:cubicBezTo>
                  <a:pt x="1388268" y="240507"/>
                  <a:pt x="1426503" y="239740"/>
                  <a:pt x="1464468" y="235744"/>
                </a:cubicBezTo>
                <a:cubicBezTo>
                  <a:pt x="1471957" y="234956"/>
                  <a:pt x="1480020" y="233304"/>
                  <a:pt x="1485900" y="228600"/>
                </a:cubicBezTo>
                <a:cubicBezTo>
                  <a:pt x="1553220" y="174744"/>
                  <a:pt x="1434054" y="240237"/>
                  <a:pt x="1528762" y="192881"/>
                </a:cubicBezTo>
                <a:cubicBezTo>
                  <a:pt x="1531143" y="185737"/>
                  <a:pt x="1530581" y="176775"/>
                  <a:pt x="1535906" y="171450"/>
                </a:cubicBezTo>
                <a:cubicBezTo>
                  <a:pt x="1541231" y="166125"/>
                  <a:pt x="1550416" y="167272"/>
                  <a:pt x="1557337" y="164306"/>
                </a:cubicBezTo>
                <a:cubicBezTo>
                  <a:pt x="1567125" y="160111"/>
                  <a:pt x="1576124" y="154214"/>
                  <a:pt x="1585912" y="150019"/>
                </a:cubicBezTo>
                <a:cubicBezTo>
                  <a:pt x="1595866" y="145753"/>
                  <a:pt x="1627147" y="136900"/>
                  <a:pt x="1635918" y="135731"/>
                </a:cubicBezTo>
                <a:cubicBezTo>
                  <a:pt x="1661989" y="132255"/>
                  <a:pt x="1688306" y="130969"/>
                  <a:pt x="1714500" y="128588"/>
                </a:cubicBezTo>
                <a:cubicBezTo>
                  <a:pt x="1751183" y="116360"/>
                  <a:pt x="1752117" y="114300"/>
                  <a:pt x="1807368" y="114300"/>
                </a:cubicBezTo>
                <a:cubicBezTo>
                  <a:pt x="1817186" y="114300"/>
                  <a:pt x="1826418" y="119063"/>
                  <a:pt x="1835943" y="121444"/>
                </a:cubicBezTo>
                <a:cubicBezTo>
                  <a:pt x="1828799" y="128588"/>
                  <a:pt x="1820116" y="134469"/>
                  <a:pt x="1814512" y="142875"/>
                </a:cubicBezTo>
                <a:cubicBezTo>
                  <a:pt x="1810335" y="149140"/>
                  <a:pt x="1812693" y="158981"/>
                  <a:pt x="1807368" y="164306"/>
                </a:cubicBezTo>
                <a:cubicBezTo>
                  <a:pt x="1802043" y="169631"/>
                  <a:pt x="1793081" y="169069"/>
                  <a:pt x="1785937" y="171450"/>
                </a:cubicBezTo>
                <a:cubicBezTo>
                  <a:pt x="1738590" y="266148"/>
                  <a:pt x="1804070" y="146997"/>
                  <a:pt x="1750218" y="214313"/>
                </a:cubicBezTo>
                <a:cubicBezTo>
                  <a:pt x="1745514" y="220193"/>
                  <a:pt x="1746041" y="228823"/>
                  <a:pt x="1743075" y="235744"/>
                </a:cubicBezTo>
                <a:cubicBezTo>
                  <a:pt x="1734108" y="256667"/>
                  <a:pt x="1727309" y="267818"/>
                  <a:pt x="1714500" y="285750"/>
                </a:cubicBezTo>
                <a:cubicBezTo>
                  <a:pt x="1707579" y="295439"/>
                  <a:pt x="1699896" y="304571"/>
                  <a:pt x="1693068" y="314325"/>
                </a:cubicBezTo>
                <a:cubicBezTo>
                  <a:pt x="1683221" y="328392"/>
                  <a:pt x="1676635" y="345046"/>
                  <a:pt x="1664493" y="357188"/>
                </a:cubicBezTo>
                <a:cubicBezTo>
                  <a:pt x="1657349" y="364332"/>
                  <a:pt x="1649264" y="370644"/>
                  <a:pt x="1643062" y="378619"/>
                </a:cubicBezTo>
                <a:cubicBezTo>
                  <a:pt x="1632520" y="392173"/>
                  <a:pt x="1626629" y="409339"/>
                  <a:pt x="1614487" y="421481"/>
                </a:cubicBezTo>
                <a:cubicBezTo>
                  <a:pt x="1586985" y="448984"/>
                  <a:pt x="1598660" y="434507"/>
                  <a:pt x="1578768" y="464344"/>
                </a:cubicBezTo>
                <a:cubicBezTo>
                  <a:pt x="1556451" y="553622"/>
                  <a:pt x="1584967" y="442651"/>
                  <a:pt x="1564481" y="514350"/>
                </a:cubicBezTo>
                <a:cubicBezTo>
                  <a:pt x="1557755" y="537890"/>
                  <a:pt x="1555104" y="554092"/>
                  <a:pt x="1550193" y="578644"/>
                </a:cubicBezTo>
                <a:cubicBezTo>
                  <a:pt x="1552574" y="592931"/>
                  <a:pt x="1555134" y="607190"/>
                  <a:pt x="1557337" y="621506"/>
                </a:cubicBezTo>
                <a:cubicBezTo>
                  <a:pt x="1559191" y="633560"/>
                  <a:pt x="1564291" y="682975"/>
                  <a:pt x="1571625" y="700088"/>
                </a:cubicBezTo>
                <a:cubicBezTo>
                  <a:pt x="1613174" y="797035"/>
                  <a:pt x="1562950" y="652636"/>
                  <a:pt x="1593056" y="742950"/>
                </a:cubicBezTo>
                <a:cubicBezTo>
                  <a:pt x="1595437" y="757238"/>
                  <a:pt x="1597058" y="771673"/>
                  <a:pt x="1600200" y="785813"/>
                </a:cubicBezTo>
                <a:cubicBezTo>
                  <a:pt x="1601833" y="793164"/>
                  <a:pt x="1605710" y="799893"/>
                  <a:pt x="1607343" y="807244"/>
                </a:cubicBezTo>
                <a:cubicBezTo>
                  <a:pt x="1624104" y="882672"/>
                  <a:pt x="1605550" y="823296"/>
                  <a:pt x="1621631" y="871538"/>
                </a:cubicBezTo>
                <a:cubicBezTo>
                  <a:pt x="1627428" y="917908"/>
                  <a:pt x="1625431" y="920558"/>
                  <a:pt x="1635918" y="957263"/>
                </a:cubicBezTo>
                <a:cubicBezTo>
                  <a:pt x="1637987" y="964503"/>
                  <a:pt x="1639694" y="971959"/>
                  <a:pt x="1643062" y="978694"/>
                </a:cubicBezTo>
                <a:cubicBezTo>
                  <a:pt x="1646902" y="986373"/>
                  <a:pt x="1652587" y="992981"/>
                  <a:pt x="1657350" y="1000125"/>
                </a:cubicBezTo>
                <a:cubicBezTo>
                  <a:pt x="1659731" y="1009650"/>
                  <a:pt x="1660625" y="1019676"/>
                  <a:pt x="1664493" y="1028700"/>
                </a:cubicBezTo>
                <a:cubicBezTo>
                  <a:pt x="1667875" y="1036592"/>
                  <a:pt x="1675766" y="1042092"/>
                  <a:pt x="1678781" y="1050131"/>
                </a:cubicBezTo>
                <a:cubicBezTo>
                  <a:pt x="1683045" y="1061500"/>
                  <a:pt x="1681662" y="1074481"/>
                  <a:pt x="1685925" y="1085850"/>
                </a:cubicBezTo>
                <a:cubicBezTo>
                  <a:pt x="1693214" y="1105288"/>
                  <a:pt x="1716843" y="1121922"/>
                  <a:pt x="1728787" y="1135856"/>
                </a:cubicBezTo>
                <a:cubicBezTo>
                  <a:pt x="1734375" y="1142375"/>
                  <a:pt x="1738312" y="1150144"/>
                  <a:pt x="1743075" y="1157288"/>
                </a:cubicBezTo>
                <a:cubicBezTo>
                  <a:pt x="1745456" y="1166813"/>
                  <a:pt x="1746350" y="1176839"/>
                  <a:pt x="1750218" y="1185863"/>
                </a:cubicBezTo>
                <a:cubicBezTo>
                  <a:pt x="1758377" y="1204900"/>
                  <a:pt x="1779775" y="1222563"/>
                  <a:pt x="1793081" y="1235869"/>
                </a:cubicBezTo>
                <a:cubicBezTo>
                  <a:pt x="1806726" y="1276802"/>
                  <a:pt x="1789875" y="1239805"/>
                  <a:pt x="1828800" y="1278731"/>
                </a:cubicBezTo>
                <a:cubicBezTo>
                  <a:pt x="1876424" y="1326356"/>
                  <a:pt x="1807369" y="1276352"/>
                  <a:pt x="1864518" y="1314450"/>
                </a:cubicBezTo>
                <a:cubicBezTo>
                  <a:pt x="1878132" y="1334870"/>
                  <a:pt x="1900699" y="1371754"/>
                  <a:pt x="1921668" y="1378744"/>
                </a:cubicBezTo>
                <a:cubicBezTo>
                  <a:pt x="1959968" y="1391511"/>
                  <a:pt x="1927091" y="1381536"/>
                  <a:pt x="1978818" y="1393031"/>
                </a:cubicBezTo>
                <a:cubicBezTo>
                  <a:pt x="1988402" y="1395161"/>
                  <a:pt x="1997953" y="1397478"/>
                  <a:pt x="2007393" y="1400175"/>
                </a:cubicBezTo>
                <a:cubicBezTo>
                  <a:pt x="2014634" y="1402244"/>
                  <a:pt x="2021441" y="1405842"/>
                  <a:pt x="2028825" y="1407319"/>
                </a:cubicBezTo>
                <a:cubicBezTo>
                  <a:pt x="2045336" y="1410621"/>
                  <a:pt x="2062320" y="1411161"/>
                  <a:pt x="2078831" y="1414463"/>
                </a:cubicBezTo>
                <a:cubicBezTo>
                  <a:pt x="2098086" y="1418314"/>
                  <a:pt x="2116496" y="1426314"/>
                  <a:pt x="2135981" y="1428750"/>
                </a:cubicBezTo>
                <a:cubicBezTo>
                  <a:pt x="2185477" y="1434937"/>
                  <a:pt x="2186767" y="1433686"/>
                  <a:pt x="2228850" y="1443038"/>
                </a:cubicBezTo>
                <a:cubicBezTo>
                  <a:pt x="2238434" y="1445168"/>
                  <a:pt x="2248021" y="1447360"/>
                  <a:pt x="2257425" y="1450181"/>
                </a:cubicBezTo>
                <a:cubicBezTo>
                  <a:pt x="2271850" y="1454509"/>
                  <a:pt x="2285236" y="1463950"/>
                  <a:pt x="2300287" y="1464469"/>
                </a:cubicBezTo>
                <a:lnTo>
                  <a:pt x="2507456" y="1471613"/>
                </a:lnTo>
                <a:cubicBezTo>
                  <a:pt x="2519362" y="1473994"/>
                  <a:pt x="2531058" y="1477974"/>
                  <a:pt x="2543175" y="1478756"/>
                </a:cubicBezTo>
                <a:cubicBezTo>
                  <a:pt x="2724166" y="1490432"/>
                  <a:pt x="2711281" y="1486740"/>
                  <a:pt x="2878931" y="1478756"/>
                </a:cubicBezTo>
                <a:cubicBezTo>
                  <a:pt x="2890837" y="1476375"/>
                  <a:pt x="2902870" y="1474558"/>
                  <a:pt x="2914650" y="1471613"/>
                </a:cubicBezTo>
                <a:cubicBezTo>
                  <a:pt x="2941454" y="1464912"/>
                  <a:pt x="2936035" y="1462447"/>
                  <a:pt x="2964656" y="1450181"/>
                </a:cubicBezTo>
                <a:cubicBezTo>
                  <a:pt x="2971577" y="1447215"/>
                  <a:pt x="2979036" y="1445682"/>
                  <a:pt x="2986087" y="1443038"/>
                </a:cubicBezTo>
                <a:cubicBezTo>
                  <a:pt x="3054452" y="1417401"/>
                  <a:pt x="2994576" y="1437827"/>
                  <a:pt x="3043237" y="1421606"/>
                </a:cubicBezTo>
                <a:cubicBezTo>
                  <a:pt x="3052762" y="1414462"/>
                  <a:pt x="3062772" y="1407923"/>
                  <a:pt x="3071812" y="1400175"/>
                </a:cubicBezTo>
                <a:cubicBezTo>
                  <a:pt x="3079483" y="1393600"/>
                  <a:pt x="3085161" y="1384806"/>
                  <a:pt x="3093243" y="1378744"/>
                </a:cubicBezTo>
                <a:cubicBezTo>
                  <a:pt x="3104351" y="1370413"/>
                  <a:pt x="3118362" y="1366282"/>
                  <a:pt x="3128962" y="1357313"/>
                </a:cubicBezTo>
                <a:cubicBezTo>
                  <a:pt x="3149528" y="1339911"/>
                  <a:pt x="3186112" y="1300163"/>
                  <a:pt x="3186112" y="1300163"/>
                </a:cubicBezTo>
                <a:cubicBezTo>
                  <a:pt x="3193904" y="1276787"/>
                  <a:pt x="3196283" y="1264485"/>
                  <a:pt x="3214687" y="1243013"/>
                </a:cubicBezTo>
                <a:cubicBezTo>
                  <a:pt x="3220275" y="1236494"/>
                  <a:pt x="3228974" y="1233488"/>
                  <a:pt x="3236118" y="1228725"/>
                </a:cubicBezTo>
                <a:cubicBezTo>
                  <a:pt x="3244229" y="1216559"/>
                  <a:pt x="3262979" y="1187577"/>
                  <a:pt x="3271837" y="1178719"/>
                </a:cubicBezTo>
                <a:cubicBezTo>
                  <a:pt x="3277908" y="1172648"/>
                  <a:pt x="3286124" y="1169194"/>
                  <a:pt x="3293268" y="1164431"/>
                </a:cubicBezTo>
                <a:cubicBezTo>
                  <a:pt x="3295649" y="1157287"/>
                  <a:pt x="3295087" y="1148325"/>
                  <a:pt x="3300412" y="1143000"/>
                </a:cubicBezTo>
                <a:cubicBezTo>
                  <a:pt x="3305737" y="1137675"/>
                  <a:pt x="3315578" y="1140033"/>
                  <a:pt x="3321843" y="1135856"/>
                </a:cubicBezTo>
                <a:cubicBezTo>
                  <a:pt x="3330249" y="1130252"/>
                  <a:pt x="3336131" y="1121569"/>
                  <a:pt x="3343275" y="1114425"/>
                </a:cubicBezTo>
                <a:cubicBezTo>
                  <a:pt x="3348037" y="1104900"/>
                  <a:pt x="3352278" y="1095096"/>
                  <a:pt x="3357562" y="1085850"/>
                </a:cubicBezTo>
                <a:cubicBezTo>
                  <a:pt x="3380239" y="1046166"/>
                  <a:pt x="3366322" y="1082617"/>
                  <a:pt x="3393281" y="1028700"/>
                </a:cubicBezTo>
                <a:cubicBezTo>
                  <a:pt x="3396649" y="1021965"/>
                  <a:pt x="3397057" y="1014004"/>
                  <a:pt x="3400425" y="1007269"/>
                </a:cubicBezTo>
                <a:cubicBezTo>
                  <a:pt x="3419121" y="969877"/>
                  <a:pt x="3428836" y="972530"/>
                  <a:pt x="3436143" y="928688"/>
                </a:cubicBezTo>
                <a:lnTo>
                  <a:pt x="3450431" y="842963"/>
                </a:lnTo>
                <a:cubicBezTo>
                  <a:pt x="3454809" y="790430"/>
                  <a:pt x="3456938" y="750658"/>
                  <a:pt x="3464718" y="700088"/>
                </a:cubicBezTo>
                <a:cubicBezTo>
                  <a:pt x="3466564" y="688087"/>
                  <a:pt x="3469481" y="676275"/>
                  <a:pt x="3471862" y="664369"/>
                </a:cubicBezTo>
                <a:cubicBezTo>
                  <a:pt x="3474243" y="607219"/>
                  <a:pt x="3479006" y="550119"/>
                  <a:pt x="3479006" y="492919"/>
                </a:cubicBezTo>
                <a:cubicBezTo>
                  <a:pt x="3479006" y="486018"/>
                  <a:pt x="3476816" y="350328"/>
                  <a:pt x="3457575" y="321469"/>
                </a:cubicBezTo>
                <a:lnTo>
                  <a:pt x="3443287" y="300038"/>
                </a:lnTo>
                <a:cubicBezTo>
                  <a:pt x="3429083" y="243222"/>
                  <a:pt x="3447094" y="299557"/>
                  <a:pt x="3414712" y="242888"/>
                </a:cubicBezTo>
                <a:cubicBezTo>
                  <a:pt x="3410976" y="236350"/>
                  <a:pt x="3412893" y="226781"/>
                  <a:pt x="3407568" y="221456"/>
                </a:cubicBezTo>
                <a:cubicBezTo>
                  <a:pt x="3395426" y="209314"/>
                  <a:pt x="3364706" y="192881"/>
                  <a:pt x="3364706" y="192881"/>
                </a:cubicBezTo>
                <a:cubicBezTo>
                  <a:pt x="3352006" y="173832"/>
                  <a:pt x="3348026" y="164827"/>
                  <a:pt x="3328987" y="150019"/>
                </a:cubicBezTo>
                <a:cubicBezTo>
                  <a:pt x="3315433" y="139477"/>
                  <a:pt x="3296428" y="135181"/>
                  <a:pt x="3286125" y="121444"/>
                </a:cubicBezTo>
                <a:cubicBezTo>
                  <a:pt x="3278981" y="111919"/>
                  <a:pt x="3271521" y="102623"/>
                  <a:pt x="3264693" y="92869"/>
                </a:cubicBezTo>
                <a:cubicBezTo>
                  <a:pt x="3254846" y="78802"/>
                  <a:pt x="3236118" y="50006"/>
                  <a:pt x="3236118" y="50006"/>
                </a:cubicBezTo>
                <a:cubicBezTo>
                  <a:pt x="3240881" y="38100"/>
                  <a:pt x="3238763" y="19662"/>
                  <a:pt x="3250406" y="14288"/>
                </a:cubicBezTo>
                <a:cubicBezTo>
                  <a:pt x="3274287" y="3266"/>
                  <a:pt x="3302950" y="10864"/>
                  <a:pt x="3328987" y="7144"/>
                </a:cubicBezTo>
                <a:cubicBezTo>
                  <a:pt x="3336441" y="6079"/>
                  <a:pt x="3343274" y="2381"/>
                  <a:pt x="3350418" y="0"/>
                </a:cubicBezTo>
                <a:cubicBezTo>
                  <a:pt x="3419059" y="13729"/>
                  <a:pt x="3355561" y="-2229"/>
                  <a:pt x="3414712" y="21431"/>
                </a:cubicBezTo>
                <a:cubicBezTo>
                  <a:pt x="3428695" y="27024"/>
                  <a:pt x="3443287" y="30956"/>
                  <a:pt x="3457575" y="35719"/>
                </a:cubicBezTo>
                <a:cubicBezTo>
                  <a:pt x="3464719" y="38100"/>
                  <a:pt x="3471701" y="41037"/>
                  <a:pt x="3479006" y="42863"/>
                </a:cubicBezTo>
                <a:cubicBezTo>
                  <a:pt x="3519361" y="52951"/>
                  <a:pt x="3497954" y="48080"/>
                  <a:pt x="3543300" y="57150"/>
                </a:cubicBezTo>
                <a:cubicBezTo>
                  <a:pt x="3555206" y="61913"/>
                  <a:pt x="3566762" y="67667"/>
                  <a:pt x="3579018" y="71438"/>
                </a:cubicBezTo>
                <a:cubicBezTo>
                  <a:pt x="3597786" y="77213"/>
                  <a:pt x="3636168" y="85725"/>
                  <a:pt x="3636168" y="85725"/>
                </a:cubicBezTo>
                <a:cubicBezTo>
                  <a:pt x="3643312" y="90488"/>
                  <a:pt x="3650145" y="95753"/>
                  <a:pt x="3657600" y="100013"/>
                </a:cubicBezTo>
                <a:cubicBezTo>
                  <a:pt x="3666846" y="105296"/>
                  <a:pt x="3678645" y="106770"/>
                  <a:pt x="3686175" y="114300"/>
                </a:cubicBezTo>
                <a:cubicBezTo>
                  <a:pt x="3693705" y="121830"/>
                  <a:pt x="3693645" y="134694"/>
                  <a:pt x="3700462" y="142875"/>
                </a:cubicBezTo>
                <a:cubicBezTo>
                  <a:pt x="3711625" y="156272"/>
                  <a:pt x="3745192" y="165930"/>
                  <a:pt x="3757612" y="171450"/>
                </a:cubicBezTo>
                <a:cubicBezTo>
                  <a:pt x="3810578" y="194991"/>
                  <a:pt x="3763599" y="178210"/>
                  <a:pt x="3807618" y="192881"/>
                </a:cubicBezTo>
                <a:cubicBezTo>
                  <a:pt x="3814762" y="197644"/>
                  <a:pt x="3820905" y="204454"/>
                  <a:pt x="3829050" y="207169"/>
                </a:cubicBezTo>
                <a:cubicBezTo>
                  <a:pt x="3842791" y="211750"/>
                  <a:pt x="3857428" y="214313"/>
                  <a:pt x="3871912" y="214313"/>
                </a:cubicBezTo>
                <a:cubicBezTo>
                  <a:pt x="3964811" y="214313"/>
                  <a:pt x="4057649" y="209550"/>
                  <a:pt x="4150518" y="207169"/>
                </a:cubicBezTo>
                <a:cubicBezTo>
                  <a:pt x="4220583" y="183814"/>
                  <a:pt x="4121612" y="221678"/>
                  <a:pt x="4186237" y="178594"/>
                </a:cubicBezTo>
                <a:cubicBezTo>
                  <a:pt x="4194406" y="173148"/>
                  <a:pt x="4205372" y="174147"/>
                  <a:pt x="4214812" y="171450"/>
                </a:cubicBezTo>
                <a:cubicBezTo>
                  <a:pt x="4222052" y="169381"/>
                  <a:pt x="4229099" y="166687"/>
                  <a:pt x="4236243" y="164306"/>
                </a:cubicBezTo>
                <a:cubicBezTo>
                  <a:pt x="4262054" y="165824"/>
                  <a:pt x="4349323" y="154956"/>
                  <a:pt x="4386262" y="185738"/>
                </a:cubicBezTo>
                <a:cubicBezTo>
                  <a:pt x="4481502" y="265104"/>
                  <a:pt x="4317218" y="151616"/>
                  <a:pt x="4421981" y="221456"/>
                </a:cubicBezTo>
                <a:cubicBezTo>
                  <a:pt x="4454733" y="270584"/>
                  <a:pt x="4445126" y="248029"/>
                  <a:pt x="4457700" y="285750"/>
                </a:cubicBezTo>
                <a:cubicBezTo>
                  <a:pt x="4474198" y="417748"/>
                  <a:pt x="4455469" y="298260"/>
                  <a:pt x="4471987" y="364331"/>
                </a:cubicBezTo>
                <a:cubicBezTo>
                  <a:pt x="4474248" y="373376"/>
                  <a:pt x="4481691" y="417624"/>
                  <a:pt x="4486275" y="428625"/>
                </a:cubicBezTo>
                <a:cubicBezTo>
                  <a:pt x="4494467" y="448285"/>
                  <a:pt x="4514850" y="485775"/>
                  <a:pt x="4514850" y="485775"/>
                </a:cubicBezTo>
                <a:cubicBezTo>
                  <a:pt x="4517231" y="497681"/>
                  <a:pt x="4519359" y="509641"/>
                  <a:pt x="4521993" y="521494"/>
                </a:cubicBezTo>
                <a:cubicBezTo>
                  <a:pt x="4524123" y="531078"/>
                  <a:pt x="4528525" y="540270"/>
                  <a:pt x="4529137" y="550069"/>
                </a:cubicBezTo>
                <a:cubicBezTo>
                  <a:pt x="4543392" y="778146"/>
                  <a:pt x="4514410" y="684484"/>
                  <a:pt x="4543425" y="771525"/>
                </a:cubicBezTo>
                <a:cubicBezTo>
                  <a:pt x="4561580" y="898623"/>
                  <a:pt x="4540872" y="765911"/>
                  <a:pt x="4557712" y="850106"/>
                </a:cubicBezTo>
                <a:cubicBezTo>
                  <a:pt x="4560553" y="864309"/>
                  <a:pt x="4561821" y="878806"/>
                  <a:pt x="4564856" y="892969"/>
                </a:cubicBezTo>
                <a:cubicBezTo>
                  <a:pt x="4575866" y="944350"/>
                  <a:pt x="4586628" y="967134"/>
                  <a:pt x="4593431" y="1021556"/>
                </a:cubicBezTo>
                <a:lnTo>
                  <a:pt x="4600575" y="1078706"/>
                </a:lnTo>
                <a:cubicBezTo>
                  <a:pt x="4602956" y="1159669"/>
                  <a:pt x="4603570" y="1240703"/>
                  <a:pt x="4607718" y="1321594"/>
                </a:cubicBezTo>
                <a:cubicBezTo>
                  <a:pt x="4608340" y="1333720"/>
                  <a:pt x="4609432" y="1346453"/>
                  <a:pt x="4614862" y="1357313"/>
                </a:cubicBezTo>
                <a:cubicBezTo>
                  <a:pt x="4619380" y="1366349"/>
                  <a:pt x="4629149" y="1371600"/>
                  <a:pt x="4636293" y="1378744"/>
                </a:cubicBezTo>
                <a:cubicBezTo>
                  <a:pt x="4638674" y="1393031"/>
                  <a:pt x="4641234" y="1407290"/>
                  <a:pt x="4643437" y="1421606"/>
                </a:cubicBezTo>
                <a:cubicBezTo>
                  <a:pt x="4645997" y="1438248"/>
                  <a:pt x="4647279" y="1455102"/>
                  <a:pt x="4650581" y="1471613"/>
                </a:cubicBezTo>
                <a:cubicBezTo>
                  <a:pt x="4652058" y="1478997"/>
                  <a:pt x="4655344" y="1485900"/>
                  <a:pt x="4657725" y="1493044"/>
                </a:cubicBezTo>
                <a:cubicBezTo>
                  <a:pt x="4660106" y="1524000"/>
                  <a:pt x="4662057" y="1554993"/>
                  <a:pt x="4664868" y="1585913"/>
                </a:cubicBezTo>
                <a:cubicBezTo>
                  <a:pt x="4666820" y="1607387"/>
                  <a:pt x="4670144" y="1628724"/>
                  <a:pt x="4672012" y="1650206"/>
                </a:cubicBezTo>
                <a:cubicBezTo>
                  <a:pt x="4682470" y="1770470"/>
                  <a:pt x="4670281" y="1714722"/>
                  <a:pt x="4686300" y="1778794"/>
                </a:cubicBezTo>
                <a:cubicBezTo>
                  <a:pt x="4690338" y="1827253"/>
                  <a:pt x="4693033" y="1873827"/>
                  <a:pt x="4700587" y="1921669"/>
                </a:cubicBezTo>
                <a:cubicBezTo>
                  <a:pt x="4704739" y="1947966"/>
                  <a:pt x="4710498" y="1973989"/>
                  <a:pt x="4714875" y="2000250"/>
                </a:cubicBezTo>
                <a:cubicBezTo>
                  <a:pt x="4717643" y="2016859"/>
                  <a:pt x="4717180" y="2034128"/>
                  <a:pt x="4722018" y="2050256"/>
                </a:cubicBezTo>
                <a:cubicBezTo>
                  <a:pt x="4724485" y="2058480"/>
                  <a:pt x="4732046" y="2064233"/>
                  <a:pt x="4736306" y="2071688"/>
                </a:cubicBezTo>
                <a:cubicBezTo>
                  <a:pt x="4772555" y="2135125"/>
                  <a:pt x="4730075" y="2069487"/>
                  <a:pt x="4764881" y="2121694"/>
                </a:cubicBezTo>
                <a:cubicBezTo>
                  <a:pt x="4769643" y="2135981"/>
                  <a:pt x="4775515" y="2149946"/>
                  <a:pt x="4779168" y="2164556"/>
                </a:cubicBezTo>
                <a:cubicBezTo>
                  <a:pt x="4807226" y="2276788"/>
                  <a:pt x="4769717" y="2152911"/>
                  <a:pt x="4793456" y="2235994"/>
                </a:cubicBezTo>
                <a:cubicBezTo>
                  <a:pt x="4795525" y="2243234"/>
                  <a:pt x="4798531" y="2250185"/>
                  <a:pt x="4800600" y="2257425"/>
                </a:cubicBezTo>
                <a:cubicBezTo>
                  <a:pt x="4803297" y="2266865"/>
                  <a:pt x="4805046" y="2276560"/>
                  <a:pt x="4807743" y="2286000"/>
                </a:cubicBezTo>
                <a:cubicBezTo>
                  <a:pt x="4809812" y="2293240"/>
                  <a:pt x="4812818" y="2300191"/>
                  <a:pt x="4814887" y="2307431"/>
                </a:cubicBezTo>
                <a:cubicBezTo>
                  <a:pt x="4822693" y="2334752"/>
                  <a:pt x="4833036" y="2387752"/>
                  <a:pt x="4836318" y="2407444"/>
                </a:cubicBezTo>
                <a:cubicBezTo>
                  <a:pt x="4852018" y="2501638"/>
                  <a:pt x="4834537" y="2469065"/>
                  <a:pt x="4864893" y="2514600"/>
                </a:cubicBezTo>
                <a:cubicBezTo>
                  <a:pt x="4867274" y="2524125"/>
                  <a:pt x="4869980" y="2533575"/>
                  <a:pt x="4872037" y="2543175"/>
                </a:cubicBezTo>
                <a:cubicBezTo>
                  <a:pt x="4877125" y="2566920"/>
                  <a:pt x="4878646" y="2591575"/>
                  <a:pt x="4886325" y="2614613"/>
                </a:cubicBezTo>
                <a:cubicBezTo>
                  <a:pt x="4891087" y="2628900"/>
                  <a:pt x="4889963" y="2646826"/>
                  <a:pt x="4900612" y="2657475"/>
                </a:cubicBezTo>
                <a:lnTo>
                  <a:pt x="4922043" y="2678906"/>
                </a:lnTo>
                <a:cubicBezTo>
                  <a:pt x="4924424" y="2695575"/>
                  <a:pt x="4926175" y="2712346"/>
                  <a:pt x="4929187" y="2728913"/>
                </a:cubicBezTo>
                <a:cubicBezTo>
                  <a:pt x="4930943" y="2738573"/>
                  <a:pt x="4935578" y="2747699"/>
                  <a:pt x="4936331" y="2757488"/>
                </a:cubicBezTo>
                <a:cubicBezTo>
                  <a:pt x="4940353" y="2809775"/>
                  <a:pt x="4942284" y="2883694"/>
                  <a:pt x="4943475" y="2914650"/>
                </a:cubicBezTo>
                <a:cubicBezTo>
                  <a:pt x="4944666" y="2945606"/>
                  <a:pt x="4941094" y="2930128"/>
                  <a:pt x="4943475" y="2943225"/>
                </a:cubicBezTo>
                <a:cubicBezTo>
                  <a:pt x="4945856" y="2956322"/>
                  <a:pt x="4948237" y="2980135"/>
                  <a:pt x="4957762" y="2993232"/>
                </a:cubicBezTo>
                <a:cubicBezTo>
                  <a:pt x="4967287" y="3006329"/>
                  <a:pt x="4982766" y="3013472"/>
                  <a:pt x="5000625" y="3021806"/>
                </a:cubicBezTo>
                <a:cubicBezTo>
                  <a:pt x="5018484" y="3030140"/>
                  <a:pt x="5064918" y="3043238"/>
                  <a:pt x="5064918" y="3043238"/>
                </a:cubicBezTo>
                <a:cubicBezTo>
                  <a:pt x="5074443" y="3050382"/>
                  <a:pt x="5085744" y="3055629"/>
                  <a:pt x="5093493" y="3064669"/>
                </a:cubicBezTo>
                <a:cubicBezTo>
                  <a:pt x="5107031" y="3080463"/>
                  <a:pt x="5107325" y="3096941"/>
                  <a:pt x="5114925" y="3114675"/>
                </a:cubicBezTo>
                <a:cubicBezTo>
                  <a:pt x="5119120" y="3124463"/>
                  <a:pt x="5124450" y="3133725"/>
                  <a:pt x="5129212" y="3143250"/>
                </a:cubicBezTo>
                <a:cubicBezTo>
                  <a:pt x="5133291" y="3163647"/>
                  <a:pt x="5137446" y="3187364"/>
                  <a:pt x="5143500" y="3207544"/>
                </a:cubicBezTo>
                <a:cubicBezTo>
                  <a:pt x="5147827" y="3221969"/>
                  <a:pt x="5154134" y="3235796"/>
                  <a:pt x="5157787" y="3250406"/>
                </a:cubicBezTo>
                <a:lnTo>
                  <a:pt x="5172075" y="3307556"/>
                </a:lnTo>
                <a:cubicBezTo>
                  <a:pt x="5174456" y="3333750"/>
                  <a:pt x="5175116" y="3360158"/>
                  <a:pt x="5179218" y="3386138"/>
                </a:cubicBezTo>
                <a:cubicBezTo>
                  <a:pt x="5184052" y="3416754"/>
                  <a:pt x="5191622" y="3437636"/>
                  <a:pt x="5200650" y="3464719"/>
                </a:cubicBezTo>
                <a:lnTo>
                  <a:pt x="5207793" y="3521869"/>
                </a:lnTo>
              </a:path>
            </a:pathLst>
          </a:custGeom>
          <a:no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B2CEC32-0CDA-497A-8A8B-FFBEC25C585D}"/>
              </a:ext>
            </a:extLst>
          </p:cNvPr>
          <p:cNvSpPr/>
          <p:nvPr/>
        </p:nvSpPr>
        <p:spPr>
          <a:xfrm>
            <a:off x="8292701" y="2345530"/>
            <a:ext cx="83345" cy="10953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A377BB15-5BC0-4E61-B0C4-41D79824C928}"/>
              </a:ext>
            </a:extLst>
          </p:cNvPr>
          <p:cNvSpPr/>
          <p:nvPr/>
        </p:nvSpPr>
        <p:spPr>
          <a:xfrm>
            <a:off x="4495800" y="2290761"/>
            <a:ext cx="83345" cy="10953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570B7D02-E009-4087-B742-BD58A330DBFA}"/>
              </a:ext>
            </a:extLst>
          </p:cNvPr>
          <p:cNvSpPr/>
          <p:nvPr/>
        </p:nvSpPr>
        <p:spPr>
          <a:xfrm rot="589166">
            <a:off x="4432712" y="2857239"/>
            <a:ext cx="199601" cy="31262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AB7D247-0AAF-4EAB-8477-BDDB657FA185}"/>
              </a:ext>
            </a:extLst>
          </p:cNvPr>
          <p:cNvSpPr/>
          <p:nvPr/>
        </p:nvSpPr>
        <p:spPr>
          <a:xfrm rot="21160738">
            <a:off x="8296909" y="2759292"/>
            <a:ext cx="159986" cy="305636"/>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3241746-EC81-4519-A6E1-6E2734C21932}"/>
              </a:ext>
            </a:extLst>
          </p:cNvPr>
          <p:cNvSpPr/>
          <p:nvPr/>
        </p:nvSpPr>
        <p:spPr>
          <a:xfrm rot="20501162">
            <a:off x="8594313" y="4058161"/>
            <a:ext cx="168788" cy="33854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6E3ABA7-5813-41C6-931A-C7AFA0B90B9D}"/>
              </a:ext>
            </a:extLst>
          </p:cNvPr>
          <p:cNvSpPr/>
          <p:nvPr/>
        </p:nvSpPr>
        <p:spPr>
          <a:xfrm rot="20238734">
            <a:off x="8767620" y="4515755"/>
            <a:ext cx="171518" cy="357964"/>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22CDE42-CD0A-4499-9C52-71A5AF44E65C}"/>
              </a:ext>
            </a:extLst>
          </p:cNvPr>
          <p:cNvSpPr/>
          <p:nvPr/>
        </p:nvSpPr>
        <p:spPr>
          <a:xfrm rot="1350933">
            <a:off x="4225042" y="4117715"/>
            <a:ext cx="142474" cy="35255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7927707-8ADE-4199-92CB-A6D6F7BC1CC0}"/>
              </a:ext>
            </a:extLst>
          </p:cNvPr>
          <p:cNvSpPr/>
          <p:nvPr/>
        </p:nvSpPr>
        <p:spPr>
          <a:xfrm rot="1350933">
            <a:off x="3989809" y="4554616"/>
            <a:ext cx="142825" cy="333265"/>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539E20B9-44FA-48E1-B907-8F8CB73954F1}"/>
              </a:ext>
            </a:extLst>
          </p:cNvPr>
          <p:cNvSpPr/>
          <p:nvPr/>
        </p:nvSpPr>
        <p:spPr>
          <a:xfrm>
            <a:off x="5536406" y="1026223"/>
            <a:ext cx="1693069" cy="1882430"/>
          </a:xfrm>
          <a:custGeom>
            <a:avLst/>
            <a:gdLst>
              <a:gd name="connsiteX0" fmla="*/ 792957 w 1693069"/>
              <a:gd name="connsiteY0" fmla="*/ 2477 h 1882430"/>
              <a:gd name="connsiteX1" fmla="*/ 800100 w 1693069"/>
              <a:gd name="connsiteY1" fmla="*/ 52483 h 1882430"/>
              <a:gd name="connsiteX2" fmla="*/ 785813 w 1693069"/>
              <a:gd name="connsiteY2" fmla="*/ 252508 h 1882430"/>
              <a:gd name="connsiteX3" fmla="*/ 778669 w 1693069"/>
              <a:gd name="connsiteY3" fmla="*/ 273940 h 1882430"/>
              <a:gd name="connsiteX4" fmla="*/ 764382 w 1693069"/>
              <a:gd name="connsiteY4" fmla="*/ 545402 h 1882430"/>
              <a:gd name="connsiteX5" fmla="*/ 742950 w 1693069"/>
              <a:gd name="connsiteY5" fmla="*/ 631127 h 1882430"/>
              <a:gd name="connsiteX6" fmla="*/ 728663 w 1693069"/>
              <a:gd name="connsiteY6" fmla="*/ 659702 h 1882430"/>
              <a:gd name="connsiteX7" fmla="*/ 707232 w 1693069"/>
              <a:gd name="connsiteY7" fmla="*/ 673990 h 1882430"/>
              <a:gd name="connsiteX8" fmla="*/ 692944 w 1693069"/>
              <a:gd name="connsiteY8" fmla="*/ 702565 h 1882430"/>
              <a:gd name="connsiteX9" fmla="*/ 635794 w 1693069"/>
              <a:gd name="connsiteY9" fmla="*/ 731140 h 1882430"/>
              <a:gd name="connsiteX10" fmla="*/ 614363 w 1693069"/>
              <a:gd name="connsiteY10" fmla="*/ 745427 h 1882430"/>
              <a:gd name="connsiteX11" fmla="*/ 471488 w 1693069"/>
              <a:gd name="connsiteY11" fmla="*/ 731140 h 1882430"/>
              <a:gd name="connsiteX12" fmla="*/ 442913 w 1693069"/>
              <a:gd name="connsiteY12" fmla="*/ 723996 h 1882430"/>
              <a:gd name="connsiteX13" fmla="*/ 392907 w 1693069"/>
              <a:gd name="connsiteY13" fmla="*/ 716852 h 1882430"/>
              <a:gd name="connsiteX14" fmla="*/ 357188 w 1693069"/>
              <a:gd name="connsiteY14" fmla="*/ 709708 h 1882430"/>
              <a:gd name="connsiteX15" fmla="*/ 207169 w 1693069"/>
              <a:gd name="connsiteY15" fmla="*/ 716852 h 1882430"/>
              <a:gd name="connsiteX16" fmla="*/ 178594 w 1693069"/>
              <a:gd name="connsiteY16" fmla="*/ 731140 h 1882430"/>
              <a:gd name="connsiteX17" fmla="*/ 128588 w 1693069"/>
              <a:gd name="connsiteY17" fmla="*/ 781146 h 1882430"/>
              <a:gd name="connsiteX18" fmla="*/ 85725 w 1693069"/>
              <a:gd name="connsiteY18" fmla="*/ 816865 h 1882430"/>
              <a:gd name="connsiteX19" fmla="*/ 64294 w 1693069"/>
              <a:gd name="connsiteY19" fmla="*/ 874015 h 1882430"/>
              <a:gd name="connsiteX20" fmla="*/ 50007 w 1693069"/>
              <a:gd name="connsiteY20" fmla="*/ 902590 h 1882430"/>
              <a:gd name="connsiteX21" fmla="*/ 42863 w 1693069"/>
              <a:gd name="connsiteY21" fmla="*/ 931165 h 1882430"/>
              <a:gd name="connsiteX22" fmla="*/ 28575 w 1693069"/>
              <a:gd name="connsiteY22" fmla="*/ 966883 h 1882430"/>
              <a:gd name="connsiteX23" fmla="*/ 21432 w 1693069"/>
              <a:gd name="connsiteY23" fmla="*/ 1024033 h 1882430"/>
              <a:gd name="connsiteX24" fmla="*/ 7144 w 1693069"/>
              <a:gd name="connsiteY24" fmla="*/ 1066896 h 1882430"/>
              <a:gd name="connsiteX25" fmla="*/ 0 w 1693069"/>
              <a:gd name="connsiteY25" fmla="*/ 1109758 h 1882430"/>
              <a:gd name="connsiteX26" fmla="*/ 7144 w 1693069"/>
              <a:gd name="connsiteY26" fmla="*/ 1216915 h 1882430"/>
              <a:gd name="connsiteX27" fmla="*/ 21432 w 1693069"/>
              <a:gd name="connsiteY27" fmla="*/ 1259777 h 1882430"/>
              <a:gd name="connsiteX28" fmla="*/ 28575 w 1693069"/>
              <a:gd name="connsiteY28" fmla="*/ 1295496 h 1882430"/>
              <a:gd name="connsiteX29" fmla="*/ 42863 w 1693069"/>
              <a:gd name="connsiteY29" fmla="*/ 1316927 h 1882430"/>
              <a:gd name="connsiteX30" fmla="*/ 57150 w 1693069"/>
              <a:gd name="connsiteY30" fmla="*/ 1359790 h 1882430"/>
              <a:gd name="connsiteX31" fmla="*/ 64294 w 1693069"/>
              <a:gd name="connsiteY31" fmla="*/ 1381221 h 1882430"/>
              <a:gd name="connsiteX32" fmla="*/ 71438 w 1693069"/>
              <a:gd name="connsiteY32" fmla="*/ 1402652 h 1882430"/>
              <a:gd name="connsiteX33" fmla="*/ 92869 w 1693069"/>
              <a:gd name="connsiteY33" fmla="*/ 1459802 h 1882430"/>
              <a:gd name="connsiteX34" fmla="*/ 107157 w 1693069"/>
              <a:gd name="connsiteY34" fmla="*/ 1488377 h 1882430"/>
              <a:gd name="connsiteX35" fmla="*/ 135732 w 1693069"/>
              <a:gd name="connsiteY35" fmla="*/ 1552671 h 1882430"/>
              <a:gd name="connsiteX36" fmla="*/ 157163 w 1693069"/>
              <a:gd name="connsiteY36" fmla="*/ 1581246 h 1882430"/>
              <a:gd name="connsiteX37" fmla="*/ 200025 w 1693069"/>
              <a:gd name="connsiteY37" fmla="*/ 1652683 h 1882430"/>
              <a:gd name="connsiteX38" fmla="*/ 214313 w 1693069"/>
              <a:gd name="connsiteY38" fmla="*/ 1681258 h 1882430"/>
              <a:gd name="connsiteX39" fmla="*/ 235744 w 1693069"/>
              <a:gd name="connsiteY39" fmla="*/ 1695546 h 1882430"/>
              <a:gd name="connsiteX40" fmla="*/ 285750 w 1693069"/>
              <a:gd name="connsiteY40" fmla="*/ 1759840 h 1882430"/>
              <a:gd name="connsiteX41" fmla="*/ 342900 w 1693069"/>
              <a:gd name="connsiteY41" fmla="*/ 1781271 h 1882430"/>
              <a:gd name="connsiteX42" fmla="*/ 421482 w 1693069"/>
              <a:gd name="connsiteY42" fmla="*/ 1809846 h 1882430"/>
              <a:gd name="connsiteX43" fmla="*/ 457200 w 1693069"/>
              <a:gd name="connsiteY43" fmla="*/ 1816990 h 1882430"/>
              <a:gd name="connsiteX44" fmla="*/ 478632 w 1693069"/>
              <a:gd name="connsiteY44" fmla="*/ 1824133 h 1882430"/>
              <a:gd name="connsiteX45" fmla="*/ 507207 w 1693069"/>
              <a:gd name="connsiteY45" fmla="*/ 1838421 h 1882430"/>
              <a:gd name="connsiteX46" fmla="*/ 564357 w 1693069"/>
              <a:gd name="connsiteY46" fmla="*/ 1845565 h 1882430"/>
              <a:gd name="connsiteX47" fmla="*/ 607219 w 1693069"/>
              <a:gd name="connsiteY47" fmla="*/ 1852708 h 1882430"/>
              <a:gd name="connsiteX48" fmla="*/ 792957 w 1693069"/>
              <a:gd name="connsiteY48" fmla="*/ 1866996 h 1882430"/>
              <a:gd name="connsiteX49" fmla="*/ 1135857 w 1693069"/>
              <a:gd name="connsiteY49" fmla="*/ 1859852 h 1882430"/>
              <a:gd name="connsiteX50" fmla="*/ 1178719 w 1693069"/>
              <a:gd name="connsiteY50" fmla="*/ 1845565 h 1882430"/>
              <a:gd name="connsiteX51" fmla="*/ 1200150 w 1693069"/>
              <a:gd name="connsiteY51" fmla="*/ 1824133 h 1882430"/>
              <a:gd name="connsiteX52" fmla="*/ 1221582 w 1693069"/>
              <a:gd name="connsiteY52" fmla="*/ 1816990 h 1882430"/>
              <a:gd name="connsiteX53" fmla="*/ 1250157 w 1693069"/>
              <a:gd name="connsiteY53" fmla="*/ 1802702 h 1882430"/>
              <a:gd name="connsiteX54" fmla="*/ 1300163 w 1693069"/>
              <a:gd name="connsiteY54" fmla="*/ 1788415 h 1882430"/>
              <a:gd name="connsiteX55" fmla="*/ 1328738 w 1693069"/>
              <a:gd name="connsiteY55" fmla="*/ 1774127 h 1882430"/>
              <a:gd name="connsiteX56" fmla="*/ 1350169 w 1693069"/>
              <a:gd name="connsiteY56" fmla="*/ 1752696 h 1882430"/>
              <a:gd name="connsiteX57" fmla="*/ 1371600 w 1693069"/>
              <a:gd name="connsiteY57" fmla="*/ 1738408 h 1882430"/>
              <a:gd name="connsiteX58" fmla="*/ 1414463 w 1693069"/>
              <a:gd name="connsiteY58" fmla="*/ 1702690 h 1882430"/>
              <a:gd name="connsiteX59" fmla="*/ 1435894 w 1693069"/>
              <a:gd name="connsiteY59" fmla="*/ 1674115 h 1882430"/>
              <a:gd name="connsiteX60" fmla="*/ 1457325 w 1693069"/>
              <a:gd name="connsiteY60" fmla="*/ 1659827 h 1882430"/>
              <a:gd name="connsiteX61" fmla="*/ 1500188 w 1693069"/>
              <a:gd name="connsiteY61" fmla="*/ 1602677 h 1882430"/>
              <a:gd name="connsiteX62" fmla="*/ 1528763 w 1693069"/>
              <a:gd name="connsiteY62" fmla="*/ 1581246 h 1882430"/>
              <a:gd name="connsiteX63" fmla="*/ 1550194 w 1693069"/>
              <a:gd name="connsiteY63" fmla="*/ 1552671 h 1882430"/>
              <a:gd name="connsiteX64" fmla="*/ 1578769 w 1693069"/>
              <a:gd name="connsiteY64" fmla="*/ 1524096 h 1882430"/>
              <a:gd name="connsiteX65" fmla="*/ 1607344 w 1693069"/>
              <a:gd name="connsiteY65" fmla="*/ 1474090 h 1882430"/>
              <a:gd name="connsiteX66" fmla="*/ 1621632 w 1693069"/>
              <a:gd name="connsiteY66" fmla="*/ 1431227 h 1882430"/>
              <a:gd name="connsiteX67" fmla="*/ 1650207 w 1693069"/>
              <a:gd name="connsiteY67" fmla="*/ 1381221 h 1882430"/>
              <a:gd name="connsiteX68" fmla="*/ 1657350 w 1693069"/>
              <a:gd name="connsiteY68" fmla="*/ 1345502 h 1882430"/>
              <a:gd name="connsiteX69" fmla="*/ 1671638 w 1693069"/>
              <a:gd name="connsiteY69" fmla="*/ 1288352 h 1882430"/>
              <a:gd name="connsiteX70" fmla="*/ 1678782 w 1693069"/>
              <a:gd name="connsiteY70" fmla="*/ 1231202 h 1882430"/>
              <a:gd name="connsiteX71" fmla="*/ 1693069 w 1693069"/>
              <a:gd name="connsiteY71" fmla="*/ 1138333 h 1882430"/>
              <a:gd name="connsiteX72" fmla="*/ 1685925 w 1693069"/>
              <a:gd name="connsiteY72" fmla="*/ 874015 h 1882430"/>
              <a:gd name="connsiteX73" fmla="*/ 1671638 w 1693069"/>
              <a:gd name="connsiteY73" fmla="*/ 788290 h 1882430"/>
              <a:gd name="connsiteX74" fmla="*/ 1664494 w 1693069"/>
              <a:gd name="connsiteY74" fmla="*/ 766858 h 1882430"/>
              <a:gd name="connsiteX75" fmla="*/ 1593057 w 1693069"/>
              <a:gd name="connsiteY75" fmla="*/ 723996 h 1882430"/>
              <a:gd name="connsiteX76" fmla="*/ 1571625 w 1693069"/>
              <a:gd name="connsiteY76" fmla="*/ 716852 h 1882430"/>
              <a:gd name="connsiteX77" fmla="*/ 1550194 w 1693069"/>
              <a:gd name="connsiteY77" fmla="*/ 702565 h 1882430"/>
              <a:gd name="connsiteX78" fmla="*/ 1507332 w 1693069"/>
              <a:gd name="connsiteY78" fmla="*/ 695421 h 1882430"/>
              <a:gd name="connsiteX79" fmla="*/ 1478757 w 1693069"/>
              <a:gd name="connsiteY79" fmla="*/ 688277 h 1882430"/>
              <a:gd name="connsiteX80" fmla="*/ 1185863 w 1693069"/>
              <a:gd name="connsiteY80" fmla="*/ 695421 h 1882430"/>
              <a:gd name="connsiteX81" fmla="*/ 1143000 w 1693069"/>
              <a:gd name="connsiteY81" fmla="*/ 709708 h 1882430"/>
              <a:gd name="connsiteX82" fmla="*/ 1121569 w 1693069"/>
              <a:gd name="connsiteY82" fmla="*/ 716852 h 1882430"/>
              <a:gd name="connsiteX83" fmla="*/ 1100138 w 1693069"/>
              <a:gd name="connsiteY83" fmla="*/ 723996 h 1882430"/>
              <a:gd name="connsiteX84" fmla="*/ 1035844 w 1693069"/>
              <a:gd name="connsiteY84" fmla="*/ 738283 h 1882430"/>
              <a:gd name="connsiteX85" fmla="*/ 985838 w 1693069"/>
              <a:gd name="connsiteY85" fmla="*/ 716852 h 1882430"/>
              <a:gd name="connsiteX86" fmla="*/ 957263 w 1693069"/>
              <a:gd name="connsiteY86" fmla="*/ 666846 h 1882430"/>
              <a:gd name="connsiteX87" fmla="*/ 942975 w 1693069"/>
              <a:gd name="connsiteY87" fmla="*/ 609696 h 1882430"/>
              <a:gd name="connsiteX88" fmla="*/ 928688 w 1693069"/>
              <a:gd name="connsiteY88" fmla="*/ 588265 h 1882430"/>
              <a:gd name="connsiteX89" fmla="*/ 921544 w 1693069"/>
              <a:gd name="connsiteY89" fmla="*/ 545402 h 1882430"/>
              <a:gd name="connsiteX90" fmla="*/ 914400 w 1693069"/>
              <a:gd name="connsiteY90" fmla="*/ 523971 h 1882430"/>
              <a:gd name="connsiteX91" fmla="*/ 907257 w 1693069"/>
              <a:gd name="connsiteY91" fmla="*/ 402527 h 1882430"/>
              <a:gd name="connsiteX92" fmla="*/ 900113 w 1693069"/>
              <a:gd name="connsiteY92" fmla="*/ 366808 h 1882430"/>
              <a:gd name="connsiteX93" fmla="*/ 892969 w 1693069"/>
              <a:gd name="connsiteY93" fmla="*/ 316802 h 1882430"/>
              <a:gd name="connsiteX94" fmla="*/ 871538 w 1693069"/>
              <a:gd name="connsiteY94" fmla="*/ 52483 h 1882430"/>
              <a:gd name="connsiteX95" fmla="*/ 864394 w 1693069"/>
              <a:gd name="connsiteY95" fmla="*/ 23908 h 1882430"/>
              <a:gd name="connsiteX96" fmla="*/ 792957 w 1693069"/>
              <a:gd name="connsiteY96" fmla="*/ 2477 h 1882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693069" h="1882430">
                <a:moveTo>
                  <a:pt x="792957" y="2477"/>
                </a:moveTo>
                <a:cubicBezTo>
                  <a:pt x="782241" y="7239"/>
                  <a:pt x="800100" y="35645"/>
                  <a:pt x="800100" y="52483"/>
                </a:cubicBezTo>
                <a:cubicBezTo>
                  <a:pt x="800100" y="146098"/>
                  <a:pt x="805534" y="183485"/>
                  <a:pt x="785813" y="252508"/>
                </a:cubicBezTo>
                <a:cubicBezTo>
                  <a:pt x="783744" y="259749"/>
                  <a:pt x="781050" y="266796"/>
                  <a:pt x="778669" y="273940"/>
                </a:cubicBezTo>
                <a:cubicBezTo>
                  <a:pt x="760378" y="456840"/>
                  <a:pt x="784947" y="195791"/>
                  <a:pt x="764382" y="545402"/>
                </a:cubicBezTo>
                <a:cubicBezTo>
                  <a:pt x="763026" y="568447"/>
                  <a:pt x="753226" y="610574"/>
                  <a:pt x="742950" y="631127"/>
                </a:cubicBezTo>
                <a:cubicBezTo>
                  <a:pt x="738188" y="640652"/>
                  <a:pt x="735480" y="651521"/>
                  <a:pt x="728663" y="659702"/>
                </a:cubicBezTo>
                <a:cubicBezTo>
                  <a:pt x="723167" y="666298"/>
                  <a:pt x="714376" y="669227"/>
                  <a:pt x="707232" y="673990"/>
                </a:cubicBezTo>
                <a:cubicBezTo>
                  <a:pt x="702469" y="683515"/>
                  <a:pt x="699762" y="694384"/>
                  <a:pt x="692944" y="702565"/>
                </a:cubicBezTo>
                <a:cubicBezTo>
                  <a:pt x="681123" y="716750"/>
                  <a:pt x="649194" y="724440"/>
                  <a:pt x="635794" y="731140"/>
                </a:cubicBezTo>
                <a:cubicBezTo>
                  <a:pt x="628115" y="734980"/>
                  <a:pt x="621507" y="740665"/>
                  <a:pt x="614363" y="745427"/>
                </a:cubicBezTo>
                <a:cubicBezTo>
                  <a:pt x="573451" y="742018"/>
                  <a:pt x="514277" y="738271"/>
                  <a:pt x="471488" y="731140"/>
                </a:cubicBezTo>
                <a:cubicBezTo>
                  <a:pt x="461803" y="729526"/>
                  <a:pt x="452573" y="725752"/>
                  <a:pt x="442913" y="723996"/>
                </a:cubicBezTo>
                <a:cubicBezTo>
                  <a:pt x="426347" y="720984"/>
                  <a:pt x="409516" y="719620"/>
                  <a:pt x="392907" y="716852"/>
                </a:cubicBezTo>
                <a:cubicBezTo>
                  <a:pt x="380930" y="714856"/>
                  <a:pt x="369094" y="712089"/>
                  <a:pt x="357188" y="709708"/>
                </a:cubicBezTo>
                <a:cubicBezTo>
                  <a:pt x="307182" y="712089"/>
                  <a:pt x="256875" y="710887"/>
                  <a:pt x="207169" y="716852"/>
                </a:cubicBezTo>
                <a:cubicBezTo>
                  <a:pt x="196596" y="718121"/>
                  <a:pt x="187840" y="725856"/>
                  <a:pt x="178594" y="731140"/>
                </a:cubicBezTo>
                <a:cubicBezTo>
                  <a:pt x="146578" y="749435"/>
                  <a:pt x="158793" y="746625"/>
                  <a:pt x="128588" y="781146"/>
                </a:cubicBezTo>
                <a:cubicBezTo>
                  <a:pt x="109337" y="803148"/>
                  <a:pt x="108551" y="801648"/>
                  <a:pt x="85725" y="816865"/>
                </a:cubicBezTo>
                <a:cubicBezTo>
                  <a:pt x="56381" y="860882"/>
                  <a:pt x="84891" y="812223"/>
                  <a:pt x="64294" y="874015"/>
                </a:cubicBezTo>
                <a:cubicBezTo>
                  <a:pt x="60926" y="884118"/>
                  <a:pt x="53746" y="892619"/>
                  <a:pt x="50007" y="902590"/>
                </a:cubicBezTo>
                <a:cubicBezTo>
                  <a:pt x="46560" y="911783"/>
                  <a:pt x="45968" y="921851"/>
                  <a:pt x="42863" y="931165"/>
                </a:cubicBezTo>
                <a:cubicBezTo>
                  <a:pt x="38808" y="943330"/>
                  <a:pt x="33338" y="954977"/>
                  <a:pt x="28575" y="966883"/>
                </a:cubicBezTo>
                <a:cubicBezTo>
                  <a:pt x="26194" y="985933"/>
                  <a:pt x="25455" y="1005261"/>
                  <a:pt x="21432" y="1024033"/>
                </a:cubicBezTo>
                <a:cubicBezTo>
                  <a:pt x="18276" y="1038759"/>
                  <a:pt x="9620" y="1052040"/>
                  <a:pt x="7144" y="1066896"/>
                </a:cubicBezTo>
                <a:lnTo>
                  <a:pt x="0" y="1109758"/>
                </a:lnTo>
                <a:cubicBezTo>
                  <a:pt x="2381" y="1145477"/>
                  <a:pt x="2081" y="1181477"/>
                  <a:pt x="7144" y="1216915"/>
                </a:cubicBezTo>
                <a:cubicBezTo>
                  <a:pt x="9274" y="1231824"/>
                  <a:pt x="17469" y="1245247"/>
                  <a:pt x="21432" y="1259777"/>
                </a:cubicBezTo>
                <a:cubicBezTo>
                  <a:pt x="24627" y="1271491"/>
                  <a:pt x="24312" y="1284127"/>
                  <a:pt x="28575" y="1295496"/>
                </a:cubicBezTo>
                <a:cubicBezTo>
                  <a:pt x="31590" y="1303535"/>
                  <a:pt x="39376" y="1309081"/>
                  <a:pt x="42863" y="1316927"/>
                </a:cubicBezTo>
                <a:cubicBezTo>
                  <a:pt x="48980" y="1330689"/>
                  <a:pt x="52388" y="1345502"/>
                  <a:pt x="57150" y="1359790"/>
                </a:cubicBezTo>
                <a:lnTo>
                  <a:pt x="64294" y="1381221"/>
                </a:lnTo>
                <a:cubicBezTo>
                  <a:pt x="66675" y="1388365"/>
                  <a:pt x="68071" y="1395917"/>
                  <a:pt x="71438" y="1402652"/>
                </a:cubicBezTo>
                <a:cubicBezTo>
                  <a:pt x="111221" y="1482220"/>
                  <a:pt x="63684" y="1381979"/>
                  <a:pt x="92869" y="1459802"/>
                </a:cubicBezTo>
                <a:cubicBezTo>
                  <a:pt x="96608" y="1469773"/>
                  <a:pt x="102832" y="1478645"/>
                  <a:pt x="107157" y="1488377"/>
                </a:cubicBezTo>
                <a:cubicBezTo>
                  <a:pt x="117583" y="1511835"/>
                  <a:pt x="122200" y="1531020"/>
                  <a:pt x="135732" y="1552671"/>
                </a:cubicBezTo>
                <a:cubicBezTo>
                  <a:pt x="142042" y="1562767"/>
                  <a:pt x="150725" y="1571231"/>
                  <a:pt x="157163" y="1581246"/>
                </a:cubicBezTo>
                <a:cubicBezTo>
                  <a:pt x="172180" y="1604605"/>
                  <a:pt x="187606" y="1627845"/>
                  <a:pt x="200025" y="1652683"/>
                </a:cubicBezTo>
                <a:cubicBezTo>
                  <a:pt x="204788" y="1662208"/>
                  <a:pt x="207495" y="1673077"/>
                  <a:pt x="214313" y="1681258"/>
                </a:cubicBezTo>
                <a:cubicBezTo>
                  <a:pt x="219809" y="1687854"/>
                  <a:pt x="228600" y="1690783"/>
                  <a:pt x="235744" y="1695546"/>
                </a:cubicBezTo>
                <a:cubicBezTo>
                  <a:pt x="245465" y="1710127"/>
                  <a:pt x="266568" y="1747851"/>
                  <a:pt x="285750" y="1759840"/>
                </a:cubicBezTo>
                <a:cubicBezTo>
                  <a:pt x="299549" y="1768465"/>
                  <a:pt x="326281" y="1775039"/>
                  <a:pt x="342900" y="1781271"/>
                </a:cubicBezTo>
                <a:cubicBezTo>
                  <a:pt x="376979" y="1794051"/>
                  <a:pt x="384802" y="1799842"/>
                  <a:pt x="421482" y="1809846"/>
                </a:cubicBezTo>
                <a:cubicBezTo>
                  <a:pt x="433196" y="1813041"/>
                  <a:pt x="445421" y="1814045"/>
                  <a:pt x="457200" y="1816990"/>
                </a:cubicBezTo>
                <a:cubicBezTo>
                  <a:pt x="464506" y="1818816"/>
                  <a:pt x="471711" y="1821167"/>
                  <a:pt x="478632" y="1824133"/>
                </a:cubicBezTo>
                <a:cubicBezTo>
                  <a:pt x="488420" y="1828328"/>
                  <a:pt x="496876" y="1835838"/>
                  <a:pt x="507207" y="1838421"/>
                </a:cubicBezTo>
                <a:cubicBezTo>
                  <a:pt x="525832" y="1843077"/>
                  <a:pt x="545352" y="1842850"/>
                  <a:pt x="564357" y="1845565"/>
                </a:cubicBezTo>
                <a:cubicBezTo>
                  <a:pt x="578696" y="1847613"/>
                  <a:pt x="592798" y="1851356"/>
                  <a:pt x="607219" y="1852708"/>
                </a:cubicBezTo>
                <a:cubicBezTo>
                  <a:pt x="669043" y="1858504"/>
                  <a:pt x="731044" y="1862233"/>
                  <a:pt x="792957" y="1866996"/>
                </a:cubicBezTo>
                <a:cubicBezTo>
                  <a:pt x="924473" y="1893301"/>
                  <a:pt x="856363" y="1882668"/>
                  <a:pt x="1135857" y="1859852"/>
                </a:cubicBezTo>
                <a:cubicBezTo>
                  <a:pt x="1150867" y="1858627"/>
                  <a:pt x="1178719" y="1845565"/>
                  <a:pt x="1178719" y="1845565"/>
                </a:cubicBezTo>
                <a:cubicBezTo>
                  <a:pt x="1185863" y="1838421"/>
                  <a:pt x="1191744" y="1829737"/>
                  <a:pt x="1200150" y="1824133"/>
                </a:cubicBezTo>
                <a:cubicBezTo>
                  <a:pt x="1206416" y="1819956"/>
                  <a:pt x="1214661" y="1819956"/>
                  <a:pt x="1221582" y="1816990"/>
                </a:cubicBezTo>
                <a:cubicBezTo>
                  <a:pt x="1231370" y="1812795"/>
                  <a:pt x="1240369" y="1806897"/>
                  <a:pt x="1250157" y="1802702"/>
                </a:cubicBezTo>
                <a:cubicBezTo>
                  <a:pt x="1264508" y="1796551"/>
                  <a:pt x="1285657" y="1792041"/>
                  <a:pt x="1300163" y="1788415"/>
                </a:cubicBezTo>
                <a:cubicBezTo>
                  <a:pt x="1309688" y="1783652"/>
                  <a:pt x="1320072" y="1780317"/>
                  <a:pt x="1328738" y="1774127"/>
                </a:cubicBezTo>
                <a:cubicBezTo>
                  <a:pt x="1336959" y="1768255"/>
                  <a:pt x="1342408" y="1759164"/>
                  <a:pt x="1350169" y="1752696"/>
                </a:cubicBezTo>
                <a:cubicBezTo>
                  <a:pt x="1356765" y="1747199"/>
                  <a:pt x="1364456" y="1743171"/>
                  <a:pt x="1371600" y="1738408"/>
                </a:cubicBezTo>
                <a:cubicBezTo>
                  <a:pt x="1408036" y="1683756"/>
                  <a:pt x="1358065" y="1751031"/>
                  <a:pt x="1414463" y="1702690"/>
                </a:cubicBezTo>
                <a:cubicBezTo>
                  <a:pt x="1423503" y="1694942"/>
                  <a:pt x="1427475" y="1682534"/>
                  <a:pt x="1435894" y="1674115"/>
                </a:cubicBezTo>
                <a:cubicBezTo>
                  <a:pt x="1441965" y="1668044"/>
                  <a:pt x="1450729" y="1665323"/>
                  <a:pt x="1457325" y="1659827"/>
                </a:cubicBezTo>
                <a:cubicBezTo>
                  <a:pt x="1504543" y="1620479"/>
                  <a:pt x="1451614" y="1658190"/>
                  <a:pt x="1500188" y="1602677"/>
                </a:cubicBezTo>
                <a:cubicBezTo>
                  <a:pt x="1508028" y="1593717"/>
                  <a:pt x="1520344" y="1589665"/>
                  <a:pt x="1528763" y="1581246"/>
                </a:cubicBezTo>
                <a:cubicBezTo>
                  <a:pt x="1537182" y="1572827"/>
                  <a:pt x="1542354" y="1561631"/>
                  <a:pt x="1550194" y="1552671"/>
                </a:cubicBezTo>
                <a:cubicBezTo>
                  <a:pt x="1559064" y="1542533"/>
                  <a:pt x="1569244" y="1533621"/>
                  <a:pt x="1578769" y="1524096"/>
                </a:cubicBezTo>
                <a:cubicBezTo>
                  <a:pt x="1600621" y="1458544"/>
                  <a:pt x="1564094" y="1560591"/>
                  <a:pt x="1607344" y="1474090"/>
                </a:cubicBezTo>
                <a:cubicBezTo>
                  <a:pt x="1614079" y="1460619"/>
                  <a:pt x="1613278" y="1443758"/>
                  <a:pt x="1621632" y="1431227"/>
                </a:cubicBezTo>
                <a:cubicBezTo>
                  <a:pt x="1641826" y="1400935"/>
                  <a:pt x="1632079" y="1417475"/>
                  <a:pt x="1650207" y="1381221"/>
                </a:cubicBezTo>
                <a:cubicBezTo>
                  <a:pt x="1652588" y="1369315"/>
                  <a:pt x="1654620" y="1357333"/>
                  <a:pt x="1657350" y="1345502"/>
                </a:cubicBezTo>
                <a:cubicBezTo>
                  <a:pt x="1661765" y="1326369"/>
                  <a:pt x="1668019" y="1307652"/>
                  <a:pt x="1671638" y="1288352"/>
                </a:cubicBezTo>
                <a:cubicBezTo>
                  <a:pt x="1675176" y="1269483"/>
                  <a:pt x="1676245" y="1250232"/>
                  <a:pt x="1678782" y="1231202"/>
                </a:cubicBezTo>
                <a:cubicBezTo>
                  <a:pt x="1684913" y="1185217"/>
                  <a:pt x="1685789" y="1182010"/>
                  <a:pt x="1693069" y="1138333"/>
                </a:cubicBezTo>
                <a:cubicBezTo>
                  <a:pt x="1690688" y="1050227"/>
                  <a:pt x="1689838" y="962066"/>
                  <a:pt x="1685925" y="874015"/>
                </a:cubicBezTo>
                <a:cubicBezTo>
                  <a:pt x="1684552" y="843113"/>
                  <a:pt x="1679865" y="817084"/>
                  <a:pt x="1671638" y="788290"/>
                </a:cubicBezTo>
                <a:cubicBezTo>
                  <a:pt x="1669569" y="781049"/>
                  <a:pt x="1669819" y="772183"/>
                  <a:pt x="1664494" y="766858"/>
                </a:cubicBezTo>
                <a:cubicBezTo>
                  <a:pt x="1651796" y="754160"/>
                  <a:pt x="1612788" y="732452"/>
                  <a:pt x="1593057" y="723996"/>
                </a:cubicBezTo>
                <a:cubicBezTo>
                  <a:pt x="1586135" y="721030"/>
                  <a:pt x="1578360" y="720220"/>
                  <a:pt x="1571625" y="716852"/>
                </a:cubicBezTo>
                <a:cubicBezTo>
                  <a:pt x="1563946" y="713012"/>
                  <a:pt x="1558339" y="705280"/>
                  <a:pt x="1550194" y="702565"/>
                </a:cubicBezTo>
                <a:cubicBezTo>
                  <a:pt x="1536453" y="697985"/>
                  <a:pt x="1521535" y="698262"/>
                  <a:pt x="1507332" y="695421"/>
                </a:cubicBezTo>
                <a:cubicBezTo>
                  <a:pt x="1497705" y="693495"/>
                  <a:pt x="1488282" y="690658"/>
                  <a:pt x="1478757" y="688277"/>
                </a:cubicBezTo>
                <a:cubicBezTo>
                  <a:pt x="1381126" y="690658"/>
                  <a:pt x="1283325" y="689200"/>
                  <a:pt x="1185863" y="695421"/>
                </a:cubicBezTo>
                <a:cubicBezTo>
                  <a:pt x="1170833" y="696380"/>
                  <a:pt x="1157288" y="704946"/>
                  <a:pt x="1143000" y="709708"/>
                </a:cubicBezTo>
                <a:lnTo>
                  <a:pt x="1121569" y="716852"/>
                </a:lnTo>
                <a:cubicBezTo>
                  <a:pt x="1114425" y="719233"/>
                  <a:pt x="1107443" y="722170"/>
                  <a:pt x="1100138" y="723996"/>
                </a:cubicBezTo>
                <a:cubicBezTo>
                  <a:pt x="1059783" y="734085"/>
                  <a:pt x="1081191" y="729215"/>
                  <a:pt x="1035844" y="738283"/>
                </a:cubicBezTo>
                <a:cubicBezTo>
                  <a:pt x="1013981" y="732818"/>
                  <a:pt x="1002284" y="733298"/>
                  <a:pt x="985838" y="716852"/>
                </a:cubicBezTo>
                <a:cubicBezTo>
                  <a:pt x="977997" y="709011"/>
                  <a:pt x="960066" y="675254"/>
                  <a:pt x="957263" y="666846"/>
                </a:cubicBezTo>
                <a:cubicBezTo>
                  <a:pt x="951053" y="648217"/>
                  <a:pt x="953867" y="626035"/>
                  <a:pt x="942975" y="609696"/>
                </a:cubicBezTo>
                <a:lnTo>
                  <a:pt x="928688" y="588265"/>
                </a:lnTo>
                <a:cubicBezTo>
                  <a:pt x="926307" y="573977"/>
                  <a:pt x="924686" y="559542"/>
                  <a:pt x="921544" y="545402"/>
                </a:cubicBezTo>
                <a:cubicBezTo>
                  <a:pt x="919910" y="538051"/>
                  <a:pt x="915149" y="531464"/>
                  <a:pt x="914400" y="523971"/>
                </a:cubicBezTo>
                <a:cubicBezTo>
                  <a:pt x="910365" y="483621"/>
                  <a:pt x="910928" y="442912"/>
                  <a:pt x="907257" y="402527"/>
                </a:cubicBezTo>
                <a:cubicBezTo>
                  <a:pt x="906158" y="390435"/>
                  <a:pt x="902109" y="378785"/>
                  <a:pt x="900113" y="366808"/>
                </a:cubicBezTo>
                <a:cubicBezTo>
                  <a:pt x="897345" y="350199"/>
                  <a:pt x="895350" y="333471"/>
                  <a:pt x="892969" y="316802"/>
                </a:cubicBezTo>
                <a:cubicBezTo>
                  <a:pt x="889385" y="227203"/>
                  <a:pt x="893325" y="139630"/>
                  <a:pt x="871538" y="52483"/>
                </a:cubicBezTo>
                <a:cubicBezTo>
                  <a:pt x="869157" y="42958"/>
                  <a:pt x="871937" y="30193"/>
                  <a:pt x="864394" y="23908"/>
                </a:cubicBezTo>
                <a:cubicBezTo>
                  <a:pt x="832605" y="-2582"/>
                  <a:pt x="803673" y="-2285"/>
                  <a:pt x="792957" y="2477"/>
                </a:cubicBezTo>
                <a:close/>
              </a:path>
            </a:pathLst>
          </a:cu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738D2D83-B278-4C18-9253-21A9862F4D87}"/>
              </a:ext>
            </a:extLst>
          </p:cNvPr>
          <p:cNvSpPr txBox="1"/>
          <p:nvPr/>
        </p:nvSpPr>
        <p:spPr>
          <a:xfrm>
            <a:off x="577196" y="4414653"/>
            <a:ext cx="2595582" cy="369332"/>
          </a:xfrm>
          <a:prstGeom prst="rect">
            <a:avLst/>
          </a:prstGeom>
          <a:noFill/>
        </p:spPr>
        <p:txBody>
          <a:bodyPr wrap="none" rtlCol="0">
            <a:spAutoFit/>
          </a:bodyPr>
          <a:lstStyle/>
          <a:p>
            <a:r>
              <a:rPr lang="en-US" dirty="0">
                <a:solidFill>
                  <a:srgbClr val="FFC000"/>
                </a:solidFill>
              </a:rPr>
              <a:t>Meningeal layer of dura</a:t>
            </a:r>
          </a:p>
        </p:txBody>
      </p:sp>
      <p:sp>
        <p:nvSpPr>
          <p:cNvPr id="29" name="TextBox 28">
            <a:extLst>
              <a:ext uri="{FF2B5EF4-FFF2-40B4-BE49-F238E27FC236}">
                <a16:creationId xmlns:a16="http://schemas.microsoft.com/office/drawing/2014/main" id="{6C3619DF-CF58-4B90-A3EC-FF210B853681}"/>
              </a:ext>
            </a:extLst>
          </p:cNvPr>
          <p:cNvSpPr txBox="1"/>
          <p:nvPr/>
        </p:nvSpPr>
        <p:spPr>
          <a:xfrm>
            <a:off x="5483698" y="4461298"/>
            <a:ext cx="2416046" cy="369332"/>
          </a:xfrm>
          <a:prstGeom prst="rect">
            <a:avLst/>
          </a:prstGeom>
          <a:noFill/>
        </p:spPr>
        <p:txBody>
          <a:bodyPr wrap="none" rtlCol="0">
            <a:spAutoFit/>
          </a:bodyPr>
          <a:lstStyle/>
          <a:p>
            <a:r>
              <a:rPr lang="en-US" dirty="0" err="1">
                <a:solidFill>
                  <a:srgbClr val="00B050"/>
                </a:solidFill>
              </a:rPr>
              <a:t>Periostic</a:t>
            </a:r>
            <a:r>
              <a:rPr lang="en-US" dirty="0">
                <a:solidFill>
                  <a:srgbClr val="00B050"/>
                </a:solidFill>
              </a:rPr>
              <a:t> layer of dura</a:t>
            </a:r>
          </a:p>
        </p:txBody>
      </p:sp>
      <p:cxnSp>
        <p:nvCxnSpPr>
          <p:cNvPr id="31" name="Straight Arrow Connector 30">
            <a:extLst>
              <a:ext uri="{FF2B5EF4-FFF2-40B4-BE49-F238E27FC236}">
                <a16:creationId xmlns:a16="http://schemas.microsoft.com/office/drawing/2014/main" id="{D74DE84C-4712-40E7-91AD-EE7DCDCC1194}"/>
              </a:ext>
            </a:extLst>
          </p:cNvPr>
          <p:cNvCxnSpPr>
            <a:endCxn id="24" idx="178"/>
          </p:cNvCxnSpPr>
          <p:nvPr/>
        </p:nvCxnSpPr>
        <p:spPr>
          <a:xfrm flipH="1" flipV="1">
            <a:off x="4964906" y="3671888"/>
            <a:ext cx="673894" cy="74276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98056E4E-6B7E-4DDB-A265-8A727D18D88F}"/>
              </a:ext>
            </a:extLst>
          </p:cNvPr>
          <p:cNvCxnSpPr>
            <a:cxnSpLocks/>
            <a:stCxn id="28" idx="3"/>
          </p:cNvCxnSpPr>
          <p:nvPr/>
        </p:nvCxnSpPr>
        <p:spPr>
          <a:xfrm flipV="1">
            <a:off x="3172778" y="4408953"/>
            <a:ext cx="928844" cy="190366"/>
          </a:xfrm>
          <a:prstGeom prst="straightConnector1">
            <a:avLst/>
          </a:prstGeom>
          <a:ln w="19050">
            <a:solidFill>
              <a:srgbClr val="FFCC00"/>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9BA97A1-4236-4EDA-9AC7-29776F8692FA}"/>
              </a:ext>
            </a:extLst>
          </p:cNvPr>
          <p:cNvSpPr txBox="1"/>
          <p:nvPr/>
        </p:nvSpPr>
        <p:spPr>
          <a:xfrm>
            <a:off x="5886650" y="2025649"/>
            <a:ext cx="992579" cy="369332"/>
          </a:xfrm>
          <a:prstGeom prst="rect">
            <a:avLst/>
          </a:prstGeom>
          <a:noFill/>
        </p:spPr>
        <p:txBody>
          <a:bodyPr wrap="none" rtlCol="0">
            <a:spAutoFit/>
          </a:bodyPr>
          <a:lstStyle/>
          <a:p>
            <a:r>
              <a:rPr lang="en-US" dirty="0"/>
              <a:t>pituitary</a:t>
            </a:r>
          </a:p>
        </p:txBody>
      </p:sp>
      <p:sp>
        <p:nvSpPr>
          <p:cNvPr id="39" name="TextBox 38">
            <a:extLst>
              <a:ext uri="{FF2B5EF4-FFF2-40B4-BE49-F238E27FC236}">
                <a16:creationId xmlns:a16="http://schemas.microsoft.com/office/drawing/2014/main" id="{88AB235D-899A-40F7-B26D-DE124391A16A}"/>
              </a:ext>
            </a:extLst>
          </p:cNvPr>
          <p:cNvSpPr txBox="1"/>
          <p:nvPr/>
        </p:nvSpPr>
        <p:spPr>
          <a:xfrm>
            <a:off x="7461645" y="2245658"/>
            <a:ext cx="569387" cy="369332"/>
          </a:xfrm>
          <a:prstGeom prst="rect">
            <a:avLst/>
          </a:prstGeom>
          <a:noFill/>
        </p:spPr>
        <p:txBody>
          <a:bodyPr wrap="none" rtlCol="0">
            <a:spAutoFit/>
          </a:bodyPr>
          <a:lstStyle/>
          <a:p>
            <a:r>
              <a:rPr lang="en-US" dirty="0"/>
              <a:t>ICA</a:t>
            </a:r>
          </a:p>
        </p:txBody>
      </p:sp>
      <p:cxnSp>
        <p:nvCxnSpPr>
          <p:cNvPr id="40" name="Straight Arrow Connector 39">
            <a:extLst>
              <a:ext uri="{FF2B5EF4-FFF2-40B4-BE49-F238E27FC236}">
                <a16:creationId xmlns:a16="http://schemas.microsoft.com/office/drawing/2014/main" id="{1CE1982D-F523-4ABE-B67E-6FA421226689}"/>
              </a:ext>
            </a:extLst>
          </p:cNvPr>
          <p:cNvCxnSpPr/>
          <p:nvPr/>
        </p:nvCxnSpPr>
        <p:spPr>
          <a:xfrm flipH="1" flipV="1">
            <a:off x="5146751" y="3003364"/>
            <a:ext cx="673894" cy="742765"/>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829E3133-F67D-437E-9B92-05D548009B4C}"/>
              </a:ext>
            </a:extLst>
          </p:cNvPr>
          <p:cNvSpPr txBox="1"/>
          <p:nvPr/>
        </p:nvSpPr>
        <p:spPr>
          <a:xfrm>
            <a:off x="5672003" y="3755384"/>
            <a:ext cx="1633845" cy="369332"/>
          </a:xfrm>
          <a:prstGeom prst="rect">
            <a:avLst/>
          </a:prstGeom>
          <a:noFill/>
        </p:spPr>
        <p:txBody>
          <a:bodyPr wrap="none" rtlCol="0">
            <a:spAutoFit/>
          </a:bodyPr>
          <a:lstStyle/>
          <a:p>
            <a:r>
              <a:rPr lang="en-US" dirty="0">
                <a:solidFill>
                  <a:srgbClr val="00B0F0"/>
                </a:solidFill>
              </a:rPr>
              <a:t>Venous space</a:t>
            </a:r>
          </a:p>
        </p:txBody>
      </p:sp>
      <p:sp>
        <p:nvSpPr>
          <p:cNvPr id="42" name="TextBox 41">
            <a:extLst>
              <a:ext uri="{FF2B5EF4-FFF2-40B4-BE49-F238E27FC236}">
                <a16:creationId xmlns:a16="http://schemas.microsoft.com/office/drawing/2014/main" id="{30AE25B2-213F-43AE-B901-F55CA9CD809D}"/>
              </a:ext>
            </a:extLst>
          </p:cNvPr>
          <p:cNvSpPr txBox="1"/>
          <p:nvPr/>
        </p:nvSpPr>
        <p:spPr>
          <a:xfrm>
            <a:off x="8101491" y="1803627"/>
            <a:ext cx="271228" cy="215444"/>
          </a:xfrm>
          <a:prstGeom prst="rect">
            <a:avLst/>
          </a:prstGeom>
          <a:noFill/>
        </p:spPr>
        <p:txBody>
          <a:bodyPr wrap="none" rtlCol="0">
            <a:spAutoFit/>
          </a:bodyPr>
          <a:lstStyle/>
          <a:p>
            <a:r>
              <a:rPr lang="en-US" sz="800" dirty="0"/>
              <a:t>III</a:t>
            </a:r>
          </a:p>
        </p:txBody>
      </p:sp>
      <p:sp>
        <p:nvSpPr>
          <p:cNvPr id="43" name="TextBox 42">
            <a:extLst>
              <a:ext uri="{FF2B5EF4-FFF2-40B4-BE49-F238E27FC236}">
                <a16:creationId xmlns:a16="http://schemas.microsoft.com/office/drawing/2014/main" id="{C8C74FEB-14AE-48D5-8A16-7A7B89A3EB62}"/>
              </a:ext>
            </a:extLst>
          </p:cNvPr>
          <p:cNvSpPr txBox="1"/>
          <p:nvPr/>
        </p:nvSpPr>
        <p:spPr>
          <a:xfrm>
            <a:off x="8205972" y="2318704"/>
            <a:ext cx="256802" cy="184666"/>
          </a:xfrm>
          <a:prstGeom prst="rect">
            <a:avLst/>
          </a:prstGeom>
          <a:noFill/>
        </p:spPr>
        <p:txBody>
          <a:bodyPr wrap="none" rtlCol="0">
            <a:spAutoFit/>
          </a:bodyPr>
          <a:lstStyle/>
          <a:p>
            <a:r>
              <a:rPr lang="en-US" sz="600" dirty="0"/>
              <a:t>IV</a:t>
            </a:r>
          </a:p>
        </p:txBody>
      </p:sp>
      <p:sp>
        <p:nvSpPr>
          <p:cNvPr id="44" name="TextBox 43">
            <a:extLst>
              <a:ext uri="{FF2B5EF4-FFF2-40B4-BE49-F238E27FC236}">
                <a16:creationId xmlns:a16="http://schemas.microsoft.com/office/drawing/2014/main" id="{F8564FB4-23C1-4B05-BA64-6CF1E01807F5}"/>
              </a:ext>
            </a:extLst>
          </p:cNvPr>
          <p:cNvSpPr txBox="1"/>
          <p:nvPr/>
        </p:nvSpPr>
        <p:spPr>
          <a:xfrm>
            <a:off x="8221466" y="2800931"/>
            <a:ext cx="311304" cy="215444"/>
          </a:xfrm>
          <a:prstGeom prst="rect">
            <a:avLst/>
          </a:prstGeom>
          <a:noFill/>
        </p:spPr>
        <p:txBody>
          <a:bodyPr wrap="none" rtlCol="0">
            <a:spAutoFit/>
          </a:bodyPr>
          <a:lstStyle/>
          <a:p>
            <a:r>
              <a:rPr lang="en-US" sz="800" dirty="0"/>
              <a:t>V1</a:t>
            </a:r>
          </a:p>
        </p:txBody>
      </p:sp>
      <p:sp>
        <p:nvSpPr>
          <p:cNvPr id="45" name="TextBox 44">
            <a:extLst>
              <a:ext uri="{FF2B5EF4-FFF2-40B4-BE49-F238E27FC236}">
                <a16:creationId xmlns:a16="http://schemas.microsoft.com/office/drawing/2014/main" id="{7BE83B01-8D09-4063-8B1D-6C4DD44BE3C6}"/>
              </a:ext>
            </a:extLst>
          </p:cNvPr>
          <p:cNvSpPr txBox="1"/>
          <p:nvPr/>
        </p:nvSpPr>
        <p:spPr>
          <a:xfrm>
            <a:off x="8523055" y="4124716"/>
            <a:ext cx="311304" cy="215444"/>
          </a:xfrm>
          <a:prstGeom prst="rect">
            <a:avLst/>
          </a:prstGeom>
          <a:noFill/>
        </p:spPr>
        <p:txBody>
          <a:bodyPr wrap="none" rtlCol="0">
            <a:spAutoFit/>
          </a:bodyPr>
          <a:lstStyle/>
          <a:p>
            <a:r>
              <a:rPr lang="en-US" sz="800" dirty="0"/>
              <a:t>V2</a:t>
            </a:r>
          </a:p>
        </p:txBody>
      </p:sp>
      <p:sp>
        <p:nvSpPr>
          <p:cNvPr id="46" name="TextBox 45">
            <a:extLst>
              <a:ext uri="{FF2B5EF4-FFF2-40B4-BE49-F238E27FC236}">
                <a16:creationId xmlns:a16="http://schemas.microsoft.com/office/drawing/2014/main" id="{49A22BF5-52E0-4B1E-9360-20DBF3EEC8D4}"/>
              </a:ext>
            </a:extLst>
          </p:cNvPr>
          <p:cNvSpPr txBox="1"/>
          <p:nvPr/>
        </p:nvSpPr>
        <p:spPr>
          <a:xfrm>
            <a:off x="8705221" y="4594388"/>
            <a:ext cx="311304" cy="215444"/>
          </a:xfrm>
          <a:prstGeom prst="rect">
            <a:avLst/>
          </a:prstGeom>
          <a:noFill/>
        </p:spPr>
        <p:txBody>
          <a:bodyPr wrap="none" rtlCol="0">
            <a:spAutoFit/>
          </a:bodyPr>
          <a:lstStyle/>
          <a:p>
            <a:r>
              <a:rPr lang="en-US" sz="800" dirty="0"/>
              <a:t>V3</a:t>
            </a:r>
          </a:p>
        </p:txBody>
      </p:sp>
      <p:sp>
        <p:nvSpPr>
          <p:cNvPr id="47" name="TextBox 46">
            <a:extLst>
              <a:ext uri="{FF2B5EF4-FFF2-40B4-BE49-F238E27FC236}">
                <a16:creationId xmlns:a16="http://schemas.microsoft.com/office/drawing/2014/main" id="{4951467D-7A0C-4612-B531-350CE87A9565}"/>
              </a:ext>
            </a:extLst>
          </p:cNvPr>
          <p:cNvSpPr txBox="1"/>
          <p:nvPr/>
        </p:nvSpPr>
        <p:spPr>
          <a:xfrm>
            <a:off x="7936893" y="2515891"/>
            <a:ext cx="256802" cy="184666"/>
          </a:xfrm>
          <a:prstGeom prst="rect">
            <a:avLst/>
          </a:prstGeom>
          <a:noFill/>
        </p:spPr>
        <p:txBody>
          <a:bodyPr wrap="none" rtlCol="0">
            <a:spAutoFit/>
          </a:bodyPr>
          <a:lstStyle/>
          <a:p>
            <a:r>
              <a:rPr lang="en-US" sz="600" dirty="0"/>
              <a:t>VI</a:t>
            </a:r>
          </a:p>
        </p:txBody>
      </p:sp>
      <p:sp>
        <p:nvSpPr>
          <p:cNvPr id="35" name="Title 1">
            <a:extLst>
              <a:ext uri="{FF2B5EF4-FFF2-40B4-BE49-F238E27FC236}">
                <a16:creationId xmlns:a16="http://schemas.microsoft.com/office/drawing/2014/main" id="{09EF88FE-4184-4BC9-8866-34D35F016A60}"/>
              </a:ext>
            </a:extLst>
          </p:cNvPr>
          <p:cNvSpPr>
            <a:spLocks noGrp="1"/>
          </p:cNvSpPr>
          <p:nvPr>
            <p:ph type="title"/>
          </p:nvPr>
        </p:nvSpPr>
        <p:spPr>
          <a:xfrm>
            <a:off x="914399" y="285750"/>
            <a:ext cx="7772400" cy="685800"/>
          </a:xfrm>
        </p:spPr>
        <p:txBody>
          <a:bodyPr/>
          <a:lstStyle/>
          <a:p>
            <a:r>
              <a:rPr lang="en-US" sz="3600" dirty="0"/>
              <a:t>Normal Anatomy: V1 – cavernous sinus</a:t>
            </a:r>
          </a:p>
        </p:txBody>
      </p:sp>
      <p:grpSp>
        <p:nvGrpSpPr>
          <p:cNvPr id="36" name="Group 35">
            <a:extLst>
              <a:ext uri="{FF2B5EF4-FFF2-40B4-BE49-F238E27FC236}">
                <a16:creationId xmlns:a16="http://schemas.microsoft.com/office/drawing/2014/main" id="{8A868D4C-B0A9-47FF-B8B4-D43F236B324B}"/>
              </a:ext>
            </a:extLst>
          </p:cNvPr>
          <p:cNvGrpSpPr/>
          <p:nvPr/>
        </p:nvGrpSpPr>
        <p:grpSpPr>
          <a:xfrm>
            <a:off x="611230" y="1164198"/>
            <a:ext cx="3390983" cy="3037945"/>
            <a:chOff x="4656260" y="1200150"/>
            <a:chExt cx="3970861" cy="3505200"/>
          </a:xfrm>
        </p:grpSpPr>
        <p:pic>
          <p:nvPicPr>
            <p:cNvPr id="37" name="Picture 3">
              <a:extLst>
                <a:ext uri="{FF2B5EF4-FFF2-40B4-BE49-F238E27FC236}">
                  <a16:creationId xmlns:a16="http://schemas.microsoft.com/office/drawing/2014/main" id="{8B9493FF-8DE2-4D58-869A-8F0B71F9E65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4656260" y="1200150"/>
              <a:ext cx="3336679" cy="3505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8" name="TextBox 47">
              <a:extLst>
                <a:ext uri="{FF2B5EF4-FFF2-40B4-BE49-F238E27FC236}">
                  <a16:creationId xmlns:a16="http://schemas.microsoft.com/office/drawing/2014/main" id="{933D2E3E-1107-4446-BC7D-F9D8F26C0FDB}"/>
                </a:ext>
              </a:extLst>
            </p:cNvPr>
            <p:cNvSpPr txBox="1"/>
            <p:nvPr/>
          </p:nvSpPr>
          <p:spPr>
            <a:xfrm>
              <a:off x="7772400" y="1722114"/>
              <a:ext cx="854721" cy="738664"/>
            </a:xfrm>
            <a:prstGeom prst="rect">
              <a:avLst/>
            </a:prstGeom>
            <a:noFill/>
          </p:spPr>
          <p:txBody>
            <a:bodyPr wrap="none" rtlCol="0">
              <a:spAutoFit/>
            </a:bodyPr>
            <a:lstStyle/>
            <a:p>
              <a:r>
                <a:rPr lang="en-US" sz="1400" dirty="0">
                  <a:solidFill>
                    <a:srgbClr val="FF0000"/>
                  </a:solidFill>
                </a:rPr>
                <a:t>Superior</a:t>
              </a:r>
            </a:p>
            <a:p>
              <a:r>
                <a:rPr lang="en-US" sz="1400" dirty="0">
                  <a:solidFill>
                    <a:srgbClr val="FF0000"/>
                  </a:solidFill>
                </a:rPr>
                <a:t>Orbital </a:t>
              </a:r>
            </a:p>
            <a:p>
              <a:r>
                <a:rPr lang="en-US" sz="1400" dirty="0">
                  <a:solidFill>
                    <a:srgbClr val="FF0000"/>
                  </a:solidFill>
                </a:rPr>
                <a:t>Fissure</a:t>
              </a:r>
            </a:p>
          </p:txBody>
        </p:sp>
        <p:cxnSp>
          <p:nvCxnSpPr>
            <p:cNvPr id="49" name="Straight Arrow Connector 48">
              <a:extLst>
                <a:ext uri="{FF2B5EF4-FFF2-40B4-BE49-F238E27FC236}">
                  <a16:creationId xmlns:a16="http://schemas.microsoft.com/office/drawing/2014/main" id="{B982729C-AA85-48B7-A8FA-F40D4309462C}"/>
                </a:ext>
              </a:extLst>
            </p:cNvPr>
            <p:cNvCxnSpPr/>
            <p:nvPr/>
          </p:nvCxnSpPr>
          <p:spPr>
            <a:xfrm flipH="1">
              <a:off x="6629400" y="2062966"/>
              <a:ext cx="1143000" cy="249704"/>
            </a:xfrm>
            <a:prstGeom prst="straightConnector1">
              <a:avLst/>
            </a:prstGeom>
            <a:ln w="15875">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50" name="Freeform 3">
              <a:extLst>
                <a:ext uri="{FF2B5EF4-FFF2-40B4-BE49-F238E27FC236}">
                  <a16:creationId xmlns:a16="http://schemas.microsoft.com/office/drawing/2014/main" id="{FAD9376D-9892-4A8A-B55B-9067EA65BE68}"/>
                </a:ext>
              </a:extLst>
            </p:cNvPr>
            <p:cNvSpPr/>
            <p:nvPr/>
          </p:nvSpPr>
          <p:spPr>
            <a:xfrm>
              <a:off x="6507480" y="2278380"/>
              <a:ext cx="106680" cy="83820"/>
            </a:xfrm>
            <a:custGeom>
              <a:avLst/>
              <a:gdLst>
                <a:gd name="connsiteX0" fmla="*/ 99060 w 106680"/>
                <a:gd name="connsiteY0" fmla="*/ 0 h 83820"/>
                <a:gd name="connsiteX1" fmla="*/ 38100 w 106680"/>
                <a:gd name="connsiteY1" fmla="*/ 15240 h 83820"/>
                <a:gd name="connsiteX2" fmla="*/ 15240 w 106680"/>
                <a:gd name="connsiteY2" fmla="*/ 30480 h 83820"/>
                <a:gd name="connsiteX3" fmla="*/ 0 w 106680"/>
                <a:gd name="connsiteY3" fmla="*/ 53340 h 83820"/>
                <a:gd name="connsiteX4" fmla="*/ 38100 w 106680"/>
                <a:gd name="connsiteY4" fmla="*/ 83820 h 83820"/>
                <a:gd name="connsiteX5" fmla="*/ 91440 w 106680"/>
                <a:gd name="connsiteY5" fmla="*/ 60960 h 83820"/>
                <a:gd name="connsiteX6" fmla="*/ 106680 w 106680"/>
                <a:gd name="connsiteY6" fmla="*/ 38100 h 83820"/>
                <a:gd name="connsiteX7" fmla="*/ 99060 w 106680"/>
                <a:gd name="connsiteY7" fmla="*/ 0 h 83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680" h="83820">
                  <a:moveTo>
                    <a:pt x="99060" y="0"/>
                  </a:moveTo>
                  <a:cubicBezTo>
                    <a:pt x="84569" y="2898"/>
                    <a:pt x="53721" y="7430"/>
                    <a:pt x="38100" y="15240"/>
                  </a:cubicBezTo>
                  <a:cubicBezTo>
                    <a:pt x="29909" y="19336"/>
                    <a:pt x="22860" y="25400"/>
                    <a:pt x="15240" y="30480"/>
                  </a:cubicBezTo>
                  <a:cubicBezTo>
                    <a:pt x="10160" y="38100"/>
                    <a:pt x="0" y="44182"/>
                    <a:pt x="0" y="53340"/>
                  </a:cubicBezTo>
                  <a:cubicBezTo>
                    <a:pt x="0" y="76318"/>
                    <a:pt x="23826" y="79062"/>
                    <a:pt x="38100" y="83820"/>
                  </a:cubicBezTo>
                  <a:cubicBezTo>
                    <a:pt x="61418" y="77991"/>
                    <a:pt x="73899" y="78501"/>
                    <a:pt x="91440" y="60960"/>
                  </a:cubicBezTo>
                  <a:cubicBezTo>
                    <a:pt x="97916" y="54484"/>
                    <a:pt x="101600" y="45720"/>
                    <a:pt x="106680" y="38100"/>
                  </a:cubicBezTo>
                  <a:lnTo>
                    <a:pt x="99060" y="0"/>
                  </a:lnTo>
                  <a:close/>
                </a:path>
              </a:pathLst>
            </a:custGeom>
            <a:solidFill>
              <a:srgbClr val="FFC000">
                <a:alpha val="24000"/>
              </a:srgbClr>
            </a:solidFill>
            <a:ln w="31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558022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C94FC715-78AF-472F-9670-78E8E848F669}"/>
              </a:ext>
            </a:extLst>
          </p:cNvPr>
          <p:cNvSpPr/>
          <p:nvPr/>
        </p:nvSpPr>
        <p:spPr>
          <a:xfrm>
            <a:off x="4191000" y="1504950"/>
            <a:ext cx="4583906" cy="2962496"/>
          </a:xfrm>
          <a:custGeom>
            <a:avLst/>
            <a:gdLst>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07406 w 3364706"/>
              <a:gd name="connsiteY20" fmla="*/ 893190 h 2200496"/>
              <a:gd name="connsiteX21" fmla="*/ 2085975 w 3364706"/>
              <a:gd name="connsiteY21" fmla="*/ 900333 h 2200496"/>
              <a:gd name="connsiteX22" fmla="*/ 2050256 w 3364706"/>
              <a:gd name="connsiteY22" fmla="*/ 921765 h 2200496"/>
              <a:gd name="connsiteX23" fmla="*/ 2014538 w 3364706"/>
              <a:gd name="connsiteY23" fmla="*/ 928908 h 2200496"/>
              <a:gd name="connsiteX24" fmla="*/ 1993106 w 3364706"/>
              <a:gd name="connsiteY24" fmla="*/ 9360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5975 w 3364706"/>
              <a:gd name="connsiteY21" fmla="*/ 900333 h 2200496"/>
              <a:gd name="connsiteX22" fmla="*/ 2050256 w 3364706"/>
              <a:gd name="connsiteY22" fmla="*/ 921765 h 2200496"/>
              <a:gd name="connsiteX23" fmla="*/ 2014538 w 3364706"/>
              <a:gd name="connsiteY23" fmla="*/ 928908 h 2200496"/>
              <a:gd name="connsiteX24" fmla="*/ 1993106 w 3364706"/>
              <a:gd name="connsiteY24" fmla="*/ 9360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21765 h 2200496"/>
              <a:gd name="connsiteX23" fmla="*/ 2014538 w 3364706"/>
              <a:gd name="connsiteY23" fmla="*/ 928908 h 2200496"/>
              <a:gd name="connsiteX24" fmla="*/ 1993106 w 3364706"/>
              <a:gd name="connsiteY24" fmla="*/ 9360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14538 w 3364706"/>
              <a:gd name="connsiteY23" fmla="*/ 928908 h 2200496"/>
              <a:gd name="connsiteX24" fmla="*/ 1993106 w 3364706"/>
              <a:gd name="connsiteY24" fmla="*/ 9360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14538 w 3364706"/>
              <a:gd name="connsiteY23" fmla="*/ 928908 h 2200496"/>
              <a:gd name="connsiteX24" fmla="*/ 2001496 w 3364706"/>
              <a:gd name="connsiteY24" fmla="*/ 10209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70124 w 3364706"/>
              <a:gd name="connsiteY25" fmla="*/ 103241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70124 w 3364706"/>
              <a:gd name="connsiteY25" fmla="*/ 103241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70124 w 3364706"/>
              <a:gd name="connsiteY25" fmla="*/ 1032410 h 2200496"/>
              <a:gd name="connsiteX26" fmla="*/ 1573785 w 3364706"/>
              <a:gd name="connsiteY26" fmla="*/ 1065024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70124 w 3364706"/>
              <a:gd name="connsiteY25" fmla="*/ 1032410 h 2200496"/>
              <a:gd name="connsiteX26" fmla="*/ 1573785 w 3364706"/>
              <a:gd name="connsiteY26" fmla="*/ 1065024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70124 w 3364706"/>
              <a:gd name="connsiteY25" fmla="*/ 1032410 h 2200496"/>
              <a:gd name="connsiteX26" fmla="*/ 1573785 w 3364706"/>
              <a:gd name="connsiteY26" fmla="*/ 1065024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20652 w 3364706"/>
              <a:gd name="connsiteY27" fmla="*/ 102392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080228 w 3364706"/>
              <a:gd name="connsiteY32" fmla="*/ 90437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080228 w 3364706"/>
              <a:gd name="connsiteY32" fmla="*/ 904372 h 2200496"/>
              <a:gd name="connsiteX33" fmla="*/ 1051348 w 3364706"/>
              <a:gd name="connsiteY33" fmla="*/ 86447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080228 w 3364706"/>
              <a:gd name="connsiteY32" fmla="*/ 904372 h 2200496"/>
              <a:gd name="connsiteX33" fmla="*/ 1051348 w 3364706"/>
              <a:gd name="connsiteY33" fmla="*/ 864477 h 2200496"/>
              <a:gd name="connsiteX34" fmla="*/ 1030859 w 3364706"/>
              <a:gd name="connsiteY34" fmla="*/ 81743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080228 w 3364706"/>
              <a:gd name="connsiteY32" fmla="*/ 904372 h 2200496"/>
              <a:gd name="connsiteX33" fmla="*/ 1051348 w 3364706"/>
              <a:gd name="connsiteY33" fmla="*/ 864477 h 2200496"/>
              <a:gd name="connsiteX34" fmla="*/ 1030859 w 3364706"/>
              <a:gd name="connsiteY34" fmla="*/ 817438 h 2200496"/>
              <a:gd name="connsiteX35" fmla="*/ 1020919 w 3364706"/>
              <a:gd name="connsiteY35" fmla="*/ 79600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080228 w 3364706"/>
              <a:gd name="connsiteY32" fmla="*/ 904372 h 2200496"/>
              <a:gd name="connsiteX33" fmla="*/ 1051348 w 3364706"/>
              <a:gd name="connsiteY33" fmla="*/ 864477 h 2200496"/>
              <a:gd name="connsiteX34" fmla="*/ 1030859 w 3364706"/>
              <a:gd name="connsiteY34" fmla="*/ 817438 h 2200496"/>
              <a:gd name="connsiteX35" fmla="*/ 1020919 w 3364706"/>
              <a:gd name="connsiteY35" fmla="*/ 796007 h 2200496"/>
              <a:gd name="connsiteX36" fmla="*/ 1009123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Lst>
            <a:rect l="l" t="t" r="r" b="b"/>
            <a:pathLst>
              <a:path w="3364706" h="2200496">
                <a:moveTo>
                  <a:pt x="2150269" y="43083"/>
                </a:moveTo>
                <a:cubicBezTo>
                  <a:pt x="2138363" y="51417"/>
                  <a:pt x="2175885" y="43492"/>
                  <a:pt x="2185988" y="50227"/>
                </a:cubicBezTo>
                <a:cubicBezTo>
                  <a:pt x="2198675" y="58685"/>
                  <a:pt x="2205415" y="73748"/>
                  <a:pt x="2214563" y="85946"/>
                </a:cubicBezTo>
                <a:cubicBezTo>
                  <a:pt x="2219714" y="92814"/>
                  <a:pt x="2222146" y="102014"/>
                  <a:pt x="2228850" y="107377"/>
                </a:cubicBezTo>
                <a:cubicBezTo>
                  <a:pt x="2234730" y="112081"/>
                  <a:pt x="2243137" y="112140"/>
                  <a:pt x="2250281" y="114521"/>
                </a:cubicBezTo>
                <a:cubicBezTo>
                  <a:pt x="2275393" y="152187"/>
                  <a:pt x="2256337" y="118399"/>
                  <a:pt x="2271713" y="164527"/>
                </a:cubicBezTo>
                <a:cubicBezTo>
                  <a:pt x="2275768" y="176692"/>
                  <a:pt x="2281618" y="188195"/>
                  <a:pt x="2286000" y="200246"/>
                </a:cubicBezTo>
                <a:cubicBezTo>
                  <a:pt x="2291147" y="214400"/>
                  <a:pt x="2295526" y="228821"/>
                  <a:pt x="2300288" y="243108"/>
                </a:cubicBezTo>
                <a:lnTo>
                  <a:pt x="2307431" y="264540"/>
                </a:lnTo>
                <a:lnTo>
                  <a:pt x="2314575" y="285971"/>
                </a:lnTo>
                <a:cubicBezTo>
                  <a:pt x="2312194" y="355027"/>
                  <a:pt x="2311373" y="424155"/>
                  <a:pt x="2307431" y="493140"/>
                </a:cubicBezTo>
                <a:cubicBezTo>
                  <a:pt x="2306605" y="507601"/>
                  <a:pt x="2302336" y="521663"/>
                  <a:pt x="2300288" y="536002"/>
                </a:cubicBezTo>
                <a:cubicBezTo>
                  <a:pt x="2293067" y="586551"/>
                  <a:pt x="2294095" y="594590"/>
                  <a:pt x="2286000" y="643158"/>
                </a:cubicBezTo>
                <a:cubicBezTo>
                  <a:pt x="2282081" y="666671"/>
                  <a:pt x="2275032" y="700815"/>
                  <a:pt x="2264569" y="721740"/>
                </a:cubicBezTo>
                <a:cubicBezTo>
                  <a:pt x="2259806" y="731265"/>
                  <a:pt x="2255565" y="741069"/>
                  <a:pt x="2250281" y="750315"/>
                </a:cubicBezTo>
                <a:cubicBezTo>
                  <a:pt x="2246021" y="757769"/>
                  <a:pt x="2239834" y="764067"/>
                  <a:pt x="2235994" y="771746"/>
                </a:cubicBezTo>
                <a:cubicBezTo>
                  <a:pt x="2232626" y="778481"/>
                  <a:pt x="2233671" y="787392"/>
                  <a:pt x="2228850" y="793177"/>
                </a:cubicBezTo>
                <a:cubicBezTo>
                  <a:pt x="2221228" y="802324"/>
                  <a:pt x="2208694" y="806189"/>
                  <a:pt x="2200275" y="814608"/>
                </a:cubicBezTo>
                <a:cubicBezTo>
                  <a:pt x="2191856" y="823027"/>
                  <a:pt x="2187743" y="835273"/>
                  <a:pt x="2178844" y="843183"/>
                </a:cubicBezTo>
                <a:cubicBezTo>
                  <a:pt x="2166010" y="854591"/>
                  <a:pt x="2146489" y="855877"/>
                  <a:pt x="2135981" y="871758"/>
                </a:cubicBezTo>
                <a:cubicBezTo>
                  <a:pt x="2125473" y="887639"/>
                  <a:pt x="2123664" y="925218"/>
                  <a:pt x="2115796" y="938470"/>
                </a:cubicBezTo>
                <a:cubicBezTo>
                  <a:pt x="2107928" y="951723"/>
                  <a:pt x="2099694" y="943209"/>
                  <a:pt x="2088771" y="951273"/>
                </a:cubicBezTo>
                <a:cubicBezTo>
                  <a:pt x="2077848" y="959337"/>
                  <a:pt x="2059831" y="979734"/>
                  <a:pt x="2050256" y="986855"/>
                </a:cubicBezTo>
                <a:cubicBezTo>
                  <a:pt x="2040681" y="993976"/>
                  <a:pt x="2039445" y="988315"/>
                  <a:pt x="2031318" y="993998"/>
                </a:cubicBezTo>
                <a:cubicBezTo>
                  <a:pt x="2023191" y="999681"/>
                  <a:pt x="2023814" y="1007947"/>
                  <a:pt x="2001496" y="1020952"/>
                </a:cubicBezTo>
                <a:cubicBezTo>
                  <a:pt x="1979178" y="1033957"/>
                  <a:pt x="1968697" y="1064685"/>
                  <a:pt x="1897412" y="1072030"/>
                </a:cubicBezTo>
                <a:cubicBezTo>
                  <a:pt x="1826127" y="1079375"/>
                  <a:pt x="1729203" y="1085283"/>
                  <a:pt x="1573785" y="1065024"/>
                </a:cubicBezTo>
                <a:cubicBezTo>
                  <a:pt x="1485679" y="1062643"/>
                  <a:pt x="1368014" y="1041418"/>
                  <a:pt x="1309466" y="1032410"/>
                </a:cubicBezTo>
                <a:cubicBezTo>
                  <a:pt x="1250918" y="1023402"/>
                  <a:pt x="1244808" y="1016235"/>
                  <a:pt x="1222495" y="1010978"/>
                </a:cubicBezTo>
                <a:cubicBezTo>
                  <a:pt x="1200182" y="1005721"/>
                  <a:pt x="1189309" y="1009403"/>
                  <a:pt x="1175589" y="1000867"/>
                </a:cubicBezTo>
                <a:cubicBezTo>
                  <a:pt x="1161869" y="992331"/>
                  <a:pt x="1152030" y="970881"/>
                  <a:pt x="1140175" y="959763"/>
                </a:cubicBezTo>
                <a:cubicBezTo>
                  <a:pt x="1128320" y="948645"/>
                  <a:pt x="1114447" y="943388"/>
                  <a:pt x="1104456" y="934156"/>
                </a:cubicBezTo>
                <a:cubicBezTo>
                  <a:pt x="1094465" y="924924"/>
                  <a:pt x="1089079" y="915985"/>
                  <a:pt x="1080228" y="904372"/>
                </a:cubicBezTo>
                <a:cubicBezTo>
                  <a:pt x="1071377" y="892759"/>
                  <a:pt x="1059576" y="878966"/>
                  <a:pt x="1051348" y="864477"/>
                </a:cubicBezTo>
                <a:cubicBezTo>
                  <a:pt x="1043120" y="849988"/>
                  <a:pt x="1060696" y="837330"/>
                  <a:pt x="1030859" y="817438"/>
                </a:cubicBezTo>
                <a:cubicBezTo>
                  <a:pt x="1028478" y="810294"/>
                  <a:pt x="1024542" y="803622"/>
                  <a:pt x="1020919" y="796007"/>
                </a:cubicBezTo>
                <a:cubicBezTo>
                  <a:pt x="1017296" y="788392"/>
                  <a:pt x="1014970" y="780552"/>
                  <a:pt x="1009123" y="771746"/>
                </a:cubicBezTo>
                <a:cubicBezTo>
                  <a:pt x="1003276" y="762940"/>
                  <a:pt x="995672" y="756268"/>
                  <a:pt x="985838" y="743171"/>
                </a:cubicBezTo>
                <a:cubicBezTo>
                  <a:pt x="976004" y="730074"/>
                  <a:pt x="955344" y="703615"/>
                  <a:pt x="950119" y="693165"/>
                </a:cubicBezTo>
                <a:cubicBezTo>
                  <a:pt x="946751" y="686430"/>
                  <a:pt x="944801" y="679039"/>
                  <a:pt x="942975" y="671733"/>
                </a:cubicBezTo>
                <a:cubicBezTo>
                  <a:pt x="929304" y="617051"/>
                  <a:pt x="941704" y="648283"/>
                  <a:pt x="928688" y="578865"/>
                </a:cubicBezTo>
                <a:cubicBezTo>
                  <a:pt x="925069" y="559565"/>
                  <a:pt x="919163" y="540765"/>
                  <a:pt x="914400" y="521715"/>
                </a:cubicBezTo>
                <a:lnTo>
                  <a:pt x="907256" y="493140"/>
                </a:lnTo>
                <a:cubicBezTo>
                  <a:pt x="911736" y="403551"/>
                  <a:pt x="897579" y="376765"/>
                  <a:pt x="928688" y="314546"/>
                </a:cubicBezTo>
                <a:cubicBezTo>
                  <a:pt x="932528" y="306867"/>
                  <a:pt x="937271" y="299532"/>
                  <a:pt x="942975" y="293115"/>
                </a:cubicBezTo>
                <a:cubicBezTo>
                  <a:pt x="956399" y="278013"/>
                  <a:pt x="985838" y="250252"/>
                  <a:pt x="985838" y="250252"/>
                </a:cubicBezTo>
                <a:cubicBezTo>
                  <a:pt x="1004885" y="193104"/>
                  <a:pt x="976314" y="259776"/>
                  <a:pt x="1014413" y="221677"/>
                </a:cubicBezTo>
                <a:cubicBezTo>
                  <a:pt x="1019738" y="216352"/>
                  <a:pt x="1016735" y="206031"/>
                  <a:pt x="1021556" y="200246"/>
                </a:cubicBezTo>
                <a:cubicBezTo>
                  <a:pt x="1029178" y="191099"/>
                  <a:pt x="1040606" y="185959"/>
                  <a:pt x="1050131" y="178815"/>
                </a:cubicBezTo>
                <a:lnTo>
                  <a:pt x="1078706" y="135952"/>
                </a:lnTo>
                <a:lnTo>
                  <a:pt x="1092994" y="114521"/>
                </a:lnTo>
                <a:cubicBezTo>
                  <a:pt x="1088231" y="107377"/>
                  <a:pt x="1087087" y="94953"/>
                  <a:pt x="1078706" y="93090"/>
                </a:cubicBezTo>
                <a:cubicBezTo>
                  <a:pt x="1072299" y="91666"/>
                  <a:pt x="1005102" y="104347"/>
                  <a:pt x="992981" y="107377"/>
                </a:cubicBezTo>
                <a:cubicBezTo>
                  <a:pt x="974572" y="111979"/>
                  <a:pt x="965083" y="116338"/>
                  <a:pt x="950119" y="128808"/>
                </a:cubicBezTo>
                <a:cubicBezTo>
                  <a:pt x="942358" y="135276"/>
                  <a:pt x="937094" y="144636"/>
                  <a:pt x="928688" y="150240"/>
                </a:cubicBezTo>
                <a:cubicBezTo>
                  <a:pt x="922422" y="154417"/>
                  <a:pt x="914177" y="154417"/>
                  <a:pt x="907256" y="157383"/>
                </a:cubicBezTo>
                <a:cubicBezTo>
                  <a:pt x="887833" y="165707"/>
                  <a:pt x="863738" y="181803"/>
                  <a:pt x="842963" y="185958"/>
                </a:cubicBezTo>
                <a:cubicBezTo>
                  <a:pt x="819496" y="190651"/>
                  <a:pt x="795338" y="190721"/>
                  <a:pt x="771525" y="193102"/>
                </a:cubicBezTo>
                <a:cubicBezTo>
                  <a:pt x="750094" y="185958"/>
                  <a:pt x="729147" y="177150"/>
                  <a:pt x="707231" y="171671"/>
                </a:cubicBezTo>
                <a:cubicBezTo>
                  <a:pt x="697706" y="169290"/>
                  <a:pt x="687719" y="168303"/>
                  <a:pt x="678656" y="164527"/>
                </a:cubicBezTo>
                <a:cubicBezTo>
                  <a:pt x="658996" y="156335"/>
                  <a:pt x="639228" y="147766"/>
                  <a:pt x="621506" y="135952"/>
                </a:cubicBezTo>
                <a:cubicBezTo>
                  <a:pt x="614362" y="131190"/>
                  <a:pt x="607966" y="125047"/>
                  <a:pt x="600075" y="121665"/>
                </a:cubicBezTo>
                <a:cubicBezTo>
                  <a:pt x="591051" y="117797"/>
                  <a:pt x="581025" y="116902"/>
                  <a:pt x="571500" y="114521"/>
                </a:cubicBezTo>
                <a:cubicBezTo>
                  <a:pt x="561975" y="107377"/>
                  <a:pt x="552613" y="100010"/>
                  <a:pt x="542925" y="93090"/>
                </a:cubicBezTo>
                <a:cubicBezTo>
                  <a:pt x="535939" y="88100"/>
                  <a:pt x="527565" y="84873"/>
                  <a:pt x="521494" y="78802"/>
                </a:cubicBezTo>
                <a:cubicBezTo>
                  <a:pt x="515423" y="72731"/>
                  <a:pt x="514192" y="62361"/>
                  <a:pt x="507206" y="57371"/>
                </a:cubicBezTo>
                <a:cubicBezTo>
                  <a:pt x="496771" y="49918"/>
                  <a:pt x="482697" y="49311"/>
                  <a:pt x="471488" y="43083"/>
                </a:cubicBezTo>
                <a:cubicBezTo>
                  <a:pt x="461080" y="37301"/>
                  <a:pt x="452438" y="28796"/>
                  <a:pt x="442913" y="21652"/>
                </a:cubicBezTo>
                <a:cubicBezTo>
                  <a:pt x="426244" y="24033"/>
                  <a:pt x="408730" y="23042"/>
                  <a:pt x="392906" y="28796"/>
                </a:cubicBezTo>
                <a:cubicBezTo>
                  <a:pt x="381717" y="32865"/>
                  <a:pt x="374668" y="44320"/>
                  <a:pt x="364331" y="50227"/>
                </a:cubicBezTo>
                <a:cubicBezTo>
                  <a:pt x="357793" y="53963"/>
                  <a:pt x="350044" y="54990"/>
                  <a:pt x="342900" y="57371"/>
                </a:cubicBezTo>
                <a:cubicBezTo>
                  <a:pt x="335756" y="69277"/>
                  <a:pt x="330505" y="82548"/>
                  <a:pt x="321469" y="93090"/>
                </a:cubicBezTo>
                <a:cubicBezTo>
                  <a:pt x="315882" y="99609"/>
                  <a:pt x="305401" y="100673"/>
                  <a:pt x="300038" y="107377"/>
                </a:cubicBezTo>
                <a:cubicBezTo>
                  <a:pt x="260600" y="156673"/>
                  <a:pt x="332884" y="102147"/>
                  <a:pt x="271463" y="143096"/>
                </a:cubicBezTo>
                <a:cubicBezTo>
                  <a:pt x="263032" y="168389"/>
                  <a:pt x="264745" y="166617"/>
                  <a:pt x="250031" y="193102"/>
                </a:cubicBezTo>
                <a:cubicBezTo>
                  <a:pt x="221915" y="243711"/>
                  <a:pt x="234516" y="211075"/>
                  <a:pt x="221456" y="250252"/>
                </a:cubicBezTo>
                <a:cubicBezTo>
                  <a:pt x="242586" y="355898"/>
                  <a:pt x="226547" y="261480"/>
                  <a:pt x="221456" y="493140"/>
                </a:cubicBezTo>
                <a:cubicBezTo>
                  <a:pt x="218212" y="640761"/>
                  <a:pt x="221780" y="788584"/>
                  <a:pt x="214313" y="936052"/>
                </a:cubicBezTo>
                <a:cubicBezTo>
                  <a:pt x="212234" y="977106"/>
                  <a:pt x="202851" y="1017616"/>
                  <a:pt x="192881" y="1057496"/>
                </a:cubicBezTo>
                <a:lnTo>
                  <a:pt x="178594" y="1114646"/>
                </a:lnTo>
                <a:cubicBezTo>
                  <a:pt x="187184" y="1252078"/>
                  <a:pt x="190231" y="1236160"/>
                  <a:pt x="178594" y="1393252"/>
                </a:cubicBezTo>
                <a:cubicBezTo>
                  <a:pt x="177869" y="1403043"/>
                  <a:pt x="174271" y="1412423"/>
                  <a:pt x="171450" y="1421827"/>
                </a:cubicBezTo>
                <a:cubicBezTo>
                  <a:pt x="156188" y="1472702"/>
                  <a:pt x="159428" y="1450928"/>
                  <a:pt x="150019" y="1493265"/>
                </a:cubicBezTo>
                <a:cubicBezTo>
                  <a:pt x="147385" y="1505118"/>
                  <a:pt x="145509" y="1517130"/>
                  <a:pt x="142875" y="1528983"/>
                </a:cubicBezTo>
                <a:cubicBezTo>
                  <a:pt x="140745" y="1538567"/>
                  <a:pt x="137487" y="1547898"/>
                  <a:pt x="135731" y="1557558"/>
                </a:cubicBezTo>
                <a:cubicBezTo>
                  <a:pt x="127216" y="1604393"/>
                  <a:pt x="132662" y="1598747"/>
                  <a:pt x="121444" y="1636140"/>
                </a:cubicBezTo>
                <a:cubicBezTo>
                  <a:pt x="91322" y="1736541"/>
                  <a:pt x="125901" y="1608467"/>
                  <a:pt x="78581" y="1750440"/>
                </a:cubicBezTo>
                <a:cubicBezTo>
                  <a:pt x="68071" y="1781974"/>
                  <a:pt x="74806" y="1765136"/>
                  <a:pt x="57150" y="1800446"/>
                </a:cubicBezTo>
                <a:cubicBezTo>
                  <a:pt x="54769" y="1812352"/>
                  <a:pt x="52951" y="1824385"/>
                  <a:pt x="50006" y="1836165"/>
                </a:cubicBezTo>
                <a:cubicBezTo>
                  <a:pt x="48180" y="1843470"/>
                  <a:pt x="44689" y="1850291"/>
                  <a:pt x="42863" y="1857596"/>
                </a:cubicBezTo>
                <a:lnTo>
                  <a:pt x="28575" y="1914746"/>
                </a:lnTo>
                <a:cubicBezTo>
                  <a:pt x="26194" y="1933796"/>
                  <a:pt x="23674" y="1952829"/>
                  <a:pt x="21431" y="1971896"/>
                </a:cubicBezTo>
                <a:cubicBezTo>
                  <a:pt x="18119" y="2000052"/>
                  <a:pt x="11665" y="2063957"/>
                  <a:pt x="7144" y="2093340"/>
                </a:cubicBezTo>
                <a:cubicBezTo>
                  <a:pt x="5298" y="2105341"/>
                  <a:pt x="2381" y="2117152"/>
                  <a:pt x="0" y="2129058"/>
                </a:cubicBezTo>
                <a:cubicBezTo>
                  <a:pt x="4763" y="2145727"/>
                  <a:pt x="3645" y="2165381"/>
                  <a:pt x="14288" y="2179065"/>
                </a:cubicBezTo>
                <a:cubicBezTo>
                  <a:pt x="17277" y="2182909"/>
                  <a:pt x="61167" y="2197072"/>
                  <a:pt x="71438" y="2200496"/>
                </a:cubicBezTo>
                <a:cubicBezTo>
                  <a:pt x="84970" y="2159896"/>
                  <a:pt x="73256" y="2184390"/>
                  <a:pt x="121444" y="2136202"/>
                </a:cubicBezTo>
                <a:cubicBezTo>
                  <a:pt x="130969" y="2126677"/>
                  <a:pt x="142547" y="2118835"/>
                  <a:pt x="150019" y="2107627"/>
                </a:cubicBezTo>
                <a:cubicBezTo>
                  <a:pt x="161472" y="2090448"/>
                  <a:pt x="178997" y="2062819"/>
                  <a:pt x="192881" y="2050477"/>
                </a:cubicBezTo>
                <a:cubicBezTo>
                  <a:pt x="203259" y="2041252"/>
                  <a:pt x="216694" y="2036190"/>
                  <a:pt x="228600" y="2029046"/>
                </a:cubicBezTo>
                <a:cubicBezTo>
                  <a:pt x="277941" y="1930368"/>
                  <a:pt x="206390" y="2065934"/>
                  <a:pt x="264319" y="1979040"/>
                </a:cubicBezTo>
                <a:cubicBezTo>
                  <a:pt x="268496" y="1972774"/>
                  <a:pt x="267806" y="1964191"/>
                  <a:pt x="271463" y="1957608"/>
                </a:cubicBezTo>
                <a:cubicBezTo>
                  <a:pt x="296591" y="1912378"/>
                  <a:pt x="293270" y="1919822"/>
                  <a:pt x="328613" y="1893315"/>
                </a:cubicBezTo>
                <a:cubicBezTo>
                  <a:pt x="360184" y="1845955"/>
                  <a:pt x="323085" y="1898572"/>
                  <a:pt x="364331" y="1850452"/>
                </a:cubicBezTo>
                <a:cubicBezTo>
                  <a:pt x="395471" y="1814123"/>
                  <a:pt x="371186" y="1826736"/>
                  <a:pt x="407194" y="1814733"/>
                </a:cubicBezTo>
                <a:cubicBezTo>
                  <a:pt x="419346" y="1778278"/>
                  <a:pt x="406581" y="1805924"/>
                  <a:pt x="435769" y="1771871"/>
                </a:cubicBezTo>
                <a:cubicBezTo>
                  <a:pt x="443517" y="1762831"/>
                  <a:pt x="450372" y="1753050"/>
                  <a:pt x="457200" y="1743296"/>
                </a:cubicBezTo>
                <a:cubicBezTo>
                  <a:pt x="467047" y="1729228"/>
                  <a:pt x="471487" y="1709958"/>
                  <a:pt x="485775" y="1700433"/>
                </a:cubicBezTo>
                <a:cubicBezTo>
                  <a:pt x="492919" y="1695671"/>
                  <a:pt x="501135" y="1692217"/>
                  <a:pt x="507206" y="1686146"/>
                </a:cubicBezTo>
                <a:cubicBezTo>
                  <a:pt x="579946" y="1613406"/>
                  <a:pt x="517313" y="1672341"/>
                  <a:pt x="557213" y="1614708"/>
                </a:cubicBezTo>
                <a:cubicBezTo>
                  <a:pt x="593345" y="1562517"/>
                  <a:pt x="595492" y="1562143"/>
                  <a:pt x="628650" y="1528983"/>
                </a:cubicBezTo>
                <a:cubicBezTo>
                  <a:pt x="644189" y="1482369"/>
                  <a:pt x="622450" y="1534029"/>
                  <a:pt x="664369" y="1486121"/>
                </a:cubicBezTo>
                <a:cubicBezTo>
                  <a:pt x="718650" y="1424085"/>
                  <a:pt x="656666" y="1469824"/>
                  <a:pt x="707231" y="1436115"/>
                </a:cubicBezTo>
                <a:cubicBezTo>
                  <a:pt x="718248" y="1403065"/>
                  <a:pt x="708878" y="1424908"/>
                  <a:pt x="728663" y="1393252"/>
                </a:cubicBezTo>
                <a:cubicBezTo>
                  <a:pt x="736022" y="1381478"/>
                  <a:pt x="741569" y="1368493"/>
                  <a:pt x="750094" y="1357533"/>
                </a:cubicBezTo>
                <a:cubicBezTo>
                  <a:pt x="758364" y="1346900"/>
                  <a:pt x="769799" y="1339096"/>
                  <a:pt x="778669" y="1328958"/>
                </a:cubicBezTo>
                <a:cubicBezTo>
                  <a:pt x="786509" y="1319998"/>
                  <a:pt x="793790" y="1310479"/>
                  <a:pt x="800100" y="1300383"/>
                </a:cubicBezTo>
                <a:cubicBezTo>
                  <a:pt x="805744" y="1291352"/>
                  <a:pt x="807570" y="1279989"/>
                  <a:pt x="814388" y="1271808"/>
                </a:cubicBezTo>
                <a:cubicBezTo>
                  <a:pt x="819884" y="1265212"/>
                  <a:pt x="828675" y="1262283"/>
                  <a:pt x="835819" y="1257521"/>
                </a:cubicBezTo>
                <a:cubicBezTo>
                  <a:pt x="847552" y="1210589"/>
                  <a:pt x="835325" y="1245884"/>
                  <a:pt x="857250" y="1207515"/>
                </a:cubicBezTo>
                <a:cubicBezTo>
                  <a:pt x="862534" y="1198269"/>
                  <a:pt x="864720" y="1187121"/>
                  <a:pt x="871538" y="1178940"/>
                </a:cubicBezTo>
                <a:cubicBezTo>
                  <a:pt x="877034" y="1172344"/>
                  <a:pt x="885825" y="1169415"/>
                  <a:pt x="892969" y="1164652"/>
                </a:cubicBezTo>
                <a:cubicBezTo>
                  <a:pt x="897731" y="1150365"/>
                  <a:pt x="892646" y="1125443"/>
                  <a:pt x="907256" y="1121790"/>
                </a:cubicBezTo>
                <a:cubicBezTo>
                  <a:pt x="936232" y="1114546"/>
                  <a:pt x="971003" y="1108048"/>
                  <a:pt x="992981" y="1086071"/>
                </a:cubicBezTo>
                <a:cubicBezTo>
                  <a:pt x="1019738" y="1059316"/>
                  <a:pt x="1004829" y="1067835"/>
                  <a:pt x="1035844" y="1057496"/>
                </a:cubicBezTo>
                <a:cubicBezTo>
                  <a:pt x="1045369" y="1050352"/>
                  <a:pt x="1052971" y="1039336"/>
                  <a:pt x="1064419" y="1036065"/>
                </a:cubicBezTo>
                <a:cubicBezTo>
                  <a:pt x="1126763" y="1018252"/>
                  <a:pt x="1131929" y="1028826"/>
                  <a:pt x="1185863" y="1043208"/>
                </a:cubicBezTo>
                <a:cubicBezTo>
                  <a:pt x="1204836" y="1048268"/>
                  <a:pt x="1223758" y="1053645"/>
                  <a:pt x="1243013" y="1057496"/>
                </a:cubicBezTo>
                <a:cubicBezTo>
                  <a:pt x="1254919" y="1059877"/>
                  <a:pt x="1266952" y="1061695"/>
                  <a:pt x="1278731" y="1064640"/>
                </a:cubicBezTo>
                <a:cubicBezTo>
                  <a:pt x="1286037" y="1066466"/>
                  <a:pt x="1292674" y="1070995"/>
                  <a:pt x="1300163" y="1071783"/>
                </a:cubicBezTo>
                <a:cubicBezTo>
                  <a:pt x="1338128" y="1075779"/>
                  <a:pt x="1376363" y="1076546"/>
                  <a:pt x="1414463" y="1078927"/>
                </a:cubicBezTo>
                <a:cubicBezTo>
                  <a:pt x="1458473" y="1093598"/>
                  <a:pt x="1413670" y="1080083"/>
                  <a:pt x="1485900" y="1093215"/>
                </a:cubicBezTo>
                <a:cubicBezTo>
                  <a:pt x="1495560" y="1094971"/>
                  <a:pt x="1504891" y="1098228"/>
                  <a:pt x="1514475" y="1100358"/>
                </a:cubicBezTo>
                <a:cubicBezTo>
                  <a:pt x="1526328" y="1102992"/>
                  <a:pt x="1538288" y="1105121"/>
                  <a:pt x="1550194" y="1107502"/>
                </a:cubicBezTo>
                <a:lnTo>
                  <a:pt x="1964531" y="1100358"/>
                </a:lnTo>
                <a:cubicBezTo>
                  <a:pt x="1972057" y="1100111"/>
                  <a:pt x="1978554" y="1094562"/>
                  <a:pt x="1985963" y="1093215"/>
                </a:cubicBezTo>
                <a:cubicBezTo>
                  <a:pt x="2004852" y="1089781"/>
                  <a:pt x="2024083" y="1088608"/>
                  <a:pt x="2043113" y="1086071"/>
                </a:cubicBezTo>
                <a:lnTo>
                  <a:pt x="2093119" y="1078927"/>
                </a:lnTo>
                <a:cubicBezTo>
                  <a:pt x="2112149" y="1076390"/>
                  <a:pt x="2131332" y="1074939"/>
                  <a:pt x="2150269" y="1071783"/>
                </a:cubicBezTo>
                <a:cubicBezTo>
                  <a:pt x="2159954" y="1070169"/>
                  <a:pt x="2169319" y="1067021"/>
                  <a:pt x="2178844" y="1064640"/>
                </a:cubicBezTo>
                <a:cubicBezTo>
                  <a:pt x="2188369" y="1069402"/>
                  <a:pt x="2199103" y="1072274"/>
                  <a:pt x="2207419" y="1078927"/>
                </a:cubicBezTo>
                <a:cubicBezTo>
                  <a:pt x="2223197" y="1091549"/>
                  <a:pt x="2235994" y="1107502"/>
                  <a:pt x="2250281" y="1121790"/>
                </a:cubicBezTo>
                <a:cubicBezTo>
                  <a:pt x="2259806" y="1131315"/>
                  <a:pt x="2268080" y="1142283"/>
                  <a:pt x="2278856" y="1150365"/>
                </a:cubicBezTo>
                <a:cubicBezTo>
                  <a:pt x="2288381" y="1157509"/>
                  <a:pt x="2299012" y="1163377"/>
                  <a:pt x="2307431" y="1171796"/>
                </a:cubicBezTo>
                <a:cubicBezTo>
                  <a:pt x="2367646" y="1232010"/>
                  <a:pt x="2282387" y="1156562"/>
                  <a:pt x="2328863" y="1214658"/>
                </a:cubicBezTo>
                <a:cubicBezTo>
                  <a:pt x="2334226" y="1221362"/>
                  <a:pt x="2343150" y="1224183"/>
                  <a:pt x="2350294" y="1228946"/>
                </a:cubicBezTo>
                <a:cubicBezTo>
                  <a:pt x="2352675" y="1238471"/>
                  <a:pt x="2351731" y="1249532"/>
                  <a:pt x="2357438" y="1257521"/>
                </a:cubicBezTo>
                <a:cubicBezTo>
                  <a:pt x="2364358" y="1267209"/>
                  <a:pt x="2377053" y="1271112"/>
                  <a:pt x="2386013" y="1278952"/>
                </a:cubicBezTo>
                <a:cubicBezTo>
                  <a:pt x="2396151" y="1287822"/>
                  <a:pt x="2405063" y="1298002"/>
                  <a:pt x="2414588" y="1307527"/>
                </a:cubicBezTo>
                <a:cubicBezTo>
                  <a:pt x="2416969" y="1314671"/>
                  <a:pt x="2417554" y="1322693"/>
                  <a:pt x="2421731" y="1328958"/>
                </a:cubicBezTo>
                <a:cubicBezTo>
                  <a:pt x="2438936" y="1354765"/>
                  <a:pt x="2443508" y="1346227"/>
                  <a:pt x="2464594" y="1364677"/>
                </a:cubicBezTo>
                <a:cubicBezTo>
                  <a:pt x="2477266" y="1375765"/>
                  <a:pt x="2488407" y="1388490"/>
                  <a:pt x="2500313" y="1400396"/>
                </a:cubicBezTo>
                <a:cubicBezTo>
                  <a:pt x="2502694" y="1407540"/>
                  <a:pt x="2503279" y="1415562"/>
                  <a:pt x="2507456" y="1421827"/>
                </a:cubicBezTo>
                <a:cubicBezTo>
                  <a:pt x="2527564" y="1451989"/>
                  <a:pt x="2543370" y="1443451"/>
                  <a:pt x="2571750" y="1471833"/>
                </a:cubicBezTo>
                <a:cubicBezTo>
                  <a:pt x="2634370" y="1534455"/>
                  <a:pt x="2557733" y="1455014"/>
                  <a:pt x="2607469" y="1514696"/>
                </a:cubicBezTo>
                <a:cubicBezTo>
                  <a:pt x="2613937" y="1522457"/>
                  <a:pt x="2622247" y="1528524"/>
                  <a:pt x="2628900" y="1536127"/>
                </a:cubicBezTo>
                <a:cubicBezTo>
                  <a:pt x="2638941" y="1547602"/>
                  <a:pt x="2647950" y="1559940"/>
                  <a:pt x="2657475" y="1571846"/>
                </a:cubicBezTo>
                <a:cubicBezTo>
                  <a:pt x="2670573" y="1611137"/>
                  <a:pt x="2656750" y="1575934"/>
                  <a:pt x="2678906" y="1614708"/>
                </a:cubicBezTo>
                <a:cubicBezTo>
                  <a:pt x="2695187" y="1643200"/>
                  <a:pt x="2693213" y="1650452"/>
                  <a:pt x="2714625" y="1679002"/>
                </a:cubicBezTo>
                <a:cubicBezTo>
                  <a:pt x="2720687" y="1687084"/>
                  <a:pt x="2728912" y="1693289"/>
                  <a:pt x="2736056" y="1700433"/>
                </a:cubicBezTo>
                <a:cubicBezTo>
                  <a:pt x="2748976" y="1752110"/>
                  <a:pt x="2737309" y="1721153"/>
                  <a:pt x="2786063" y="1786158"/>
                </a:cubicBezTo>
                <a:lnTo>
                  <a:pt x="2807494" y="1814733"/>
                </a:lnTo>
                <a:cubicBezTo>
                  <a:pt x="2814638" y="1824258"/>
                  <a:pt x="2822321" y="1833401"/>
                  <a:pt x="2828925" y="1843308"/>
                </a:cubicBezTo>
                <a:cubicBezTo>
                  <a:pt x="2833688" y="1850452"/>
                  <a:pt x="2837142" y="1858669"/>
                  <a:pt x="2843213" y="1864740"/>
                </a:cubicBezTo>
                <a:cubicBezTo>
                  <a:pt x="2849284" y="1870811"/>
                  <a:pt x="2857500" y="1874265"/>
                  <a:pt x="2864644" y="1879027"/>
                </a:cubicBezTo>
                <a:cubicBezTo>
                  <a:pt x="2902742" y="1936175"/>
                  <a:pt x="2852738" y="1867121"/>
                  <a:pt x="2900363" y="1914746"/>
                </a:cubicBezTo>
                <a:cubicBezTo>
                  <a:pt x="2906434" y="1920817"/>
                  <a:pt x="2908054" y="1930681"/>
                  <a:pt x="2914650" y="1936177"/>
                </a:cubicBezTo>
                <a:cubicBezTo>
                  <a:pt x="2933162" y="1951604"/>
                  <a:pt x="2945000" y="1948673"/>
                  <a:pt x="2964656" y="1957608"/>
                </a:cubicBezTo>
                <a:cubicBezTo>
                  <a:pt x="2984046" y="1966421"/>
                  <a:pt x="3001600" y="1979448"/>
                  <a:pt x="3021806" y="1986183"/>
                </a:cubicBezTo>
                <a:cubicBezTo>
                  <a:pt x="3036094" y="1990946"/>
                  <a:pt x="3050906" y="1994354"/>
                  <a:pt x="3064669" y="2000471"/>
                </a:cubicBezTo>
                <a:cubicBezTo>
                  <a:pt x="3072515" y="2003958"/>
                  <a:pt x="3078254" y="2011271"/>
                  <a:pt x="3086100" y="2014758"/>
                </a:cubicBezTo>
                <a:cubicBezTo>
                  <a:pt x="3099863" y="2020875"/>
                  <a:pt x="3128963" y="2029046"/>
                  <a:pt x="3128963" y="2029046"/>
                </a:cubicBezTo>
                <a:cubicBezTo>
                  <a:pt x="3214052" y="2092862"/>
                  <a:pt x="3105862" y="2017495"/>
                  <a:pt x="3186113" y="2057621"/>
                </a:cubicBezTo>
                <a:cubicBezTo>
                  <a:pt x="3196762" y="2062946"/>
                  <a:pt x="3204351" y="2073145"/>
                  <a:pt x="3214688" y="2079052"/>
                </a:cubicBezTo>
                <a:cubicBezTo>
                  <a:pt x="3221226" y="2082788"/>
                  <a:pt x="3229198" y="2083230"/>
                  <a:pt x="3236119" y="2086196"/>
                </a:cubicBezTo>
                <a:cubicBezTo>
                  <a:pt x="3245907" y="2090391"/>
                  <a:pt x="3254806" y="2096528"/>
                  <a:pt x="3264694" y="2100483"/>
                </a:cubicBezTo>
                <a:cubicBezTo>
                  <a:pt x="3293684" y="2112079"/>
                  <a:pt x="3308061" y="2114897"/>
                  <a:pt x="3336131" y="2121915"/>
                </a:cubicBezTo>
                <a:cubicBezTo>
                  <a:pt x="3343275" y="2126677"/>
                  <a:pt x="3349234" y="2138284"/>
                  <a:pt x="3357563" y="2136202"/>
                </a:cubicBezTo>
                <a:cubicBezTo>
                  <a:pt x="3364868" y="2134376"/>
                  <a:pt x="3364706" y="2122301"/>
                  <a:pt x="3364706" y="2114771"/>
                </a:cubicBezTo>
                <a:cubicBezTo>
                  <a:pt x="3364706" y="2083723"/>
                  <a:pt x="3363285" y="2052418"/>
                  <a:pt x="3357563" y="2021902"/>
                </a:cubicBezTo>
                <a:cubicBezTo>
                  <a:pt x="3355268" y="2009662"/>
                  <a:pt x="3328640" y="1985836"/>
                  <a:pt x="3321844" y="1979040"/>
                </a:cubicBezTo>
                <a:cubicBezTo>
                  <a:pt x="3303009" y="1884869"/>
                  <a:pt x="3322997" y="1994047"/>
                  <a:pt x="3307556" y="1793302"/>
                </a:cubicBezTo>
                <a:cubicBezTo>
                  <a:pt x="3305069" y="1760972"/>
                  <a:pt x="3294815" y="1746582"/>
                  <a:pt x="3286125" y="1714721"/>
                </a:cubicBezTo>
                <a:cubicBezTo>
                  <a:pt x="3269506" y="1653785"/>
                  <a:pt x="3290890" y="1702820"/>
                  <a:pt x="3264694" y="1650427"/>
                </a:cubicBezTo>
                <a:cubicBezTo>
                  <a:pt x="3262313" y="1636140"/>
                  <a:pt x="3259507" y="1621917"/>
                  <a:pt x="3257550" y="1607565"/>
                </a:cubicBezTo>
                <a:cubicBezTo>
                  <a:pt x="3252362" y="1569521"/>
                  <a:pt x="3250793" y="1530916"/>
                  <a:pt x="3243263" y="1493265"/>
                </a:cubicBezTo>
                <a:cubicBezTo>
                  <a:pt x="3241991" y="1486907"/>
                  <a:pt x="3232759" y="1437799"/>
                  <a:pt x="3228975" y="1428971"/>
                </a:cubicBezTo>
                <a:cubicBezTo>
                  <a:pt x="3199491" y="1360176"/>
                  <a:pt x="3229950" y="1470319"/>
                  <a:pt x="3200400" y="1371821"/>
                </a:cubicBezTo>
                <a:cubicBezTo>
                  <a:pt x="3196911" y="1360191"/>
                  <a:pt x="3195890" y="1347955"/>
                  <a:pt x="3193256" y="1336102"/>
                </a:cubicBezTo>
                <a:cubicBezTo>
                  <a:pt x="3178977" y="1271846"/>
                  <a:pt x="3193290" y="1338605"/>
                  <a:pt x="3178969" y="1286096"/>
                </a:cubicBezTo>
                <a:cubicBezTo>
                  <a:pt x="3173802" y="1267152"/>
                  <a:pt x="3164681" y="1228946"/>
                  <a:pt x="3164681" y="1228946"/>
                </a:cubicBezTo>
                <a:cubicBezTo>
                  <a:pt x="3162300" y="1200371"/>
                  <a:pt x="3162010" y="1171544"/>
                  <a:pt x="3157538" y="1143221"/>
                </a:cubicBezTo>
                <a:cubicBezTo>
                  <a:pt x="3154834" y="1126097"/>
                  <a:pt x="3146100" y="1110315"/>
                  <a:pt x="3143250" y="1093215"/>
                </a:cubicBezTo>
                <a:cubicBezTo>
                  <a:pt x="3138926" y="1067271"/>
                  <a:pt x="3139508" y="1040714"/>
                  <a:pt x="3136106" y="1014633"/>
                </a:cubicBezTo>
                <a:cubicBezTo>
                  <a:pt x="3126125" y="938112"/>
                  <a:pt x="3129539" y="952067"/>
                  <a:pt x="3114675" y="907477"/>
                </a:cubicBezTo>
                <a:cubicBezTo>
                  <a:pt x="3112294" y="874140"/>
                  <a:pt x="3110700" y="840737"/>
                  <a:pt x="3107531" y="807465"/>
                </a:cubicBezTo>
                <a:cubicBezTo>
                  <a:pt x="3105935" y="790703"/>
                  <a:pt x="3101912" y="774227"/>
                  <a:pt x="3100388" y="757458"/>
                </a:cubicBezTo>
                <a:cubicBezTo>
                  <a:pt x="3094723" y="695138"/>
                  <a:pt x="3098141" y="661624"/>
                  <a:pt x="3086100" y="607440"/>
                </a:cubicBezTo>
                <a:cubicBezTo>
                  <a:pt x="3084466" y="600089"/>
                  <a:pt x="3081337" y="593152"/>
                  <a:pt x="3078956" y="586008"/>
                </a:cubicBezTo>
                <a:cubicBezTo>
                  <a:pt x="3076575" y="571721"/>
                  <a:pt x="3074955" y="557285"/>
                  <a:pt x="3071813" y="543146"/>
                </a:cubicBezTo>
                <a:cubicBezTo>
                  <a:pt x="3070180" y="535795"/>
                  <a:pt x="3065907" y="529143"/>
                  <a:pt x="3064669" y="521715"/>
                </a:cubicBezTo>
                <a:cubicBezTo>
                  <a:pt x="3061124" y="500445"/>
                  <a:pt x="3060888" y="478720"/>
                  <a:pt x="3057525" y="457421"/>
                </a:cubicBezTo>
                <a:cubicBezTo>
                  <a:pt x="3053738" y="433434"/>
                  <a:pt x="3047230" y="409937"/>
                  <a:pt x="3043238" y="385983"/>
                </a:cubicBezTo>
                <a:lnTo>
                  <a:pt x="3036094" y="343121"/>
                </a:lnTo>
                <a:cubicBezTo>
                  <a:pt x="3031912" y="288751"/>
                  <a:pt x="3031035" y="251004"/>
                  <a:pt x="3021806" y="200246"/>
                </a:cubicBezTo>
                <a:cubicBezTo>
                  <a:pt x="3021764" y="200017"/>
                  <a:pt x="3010921" y="153642"/>
                  <a:pt x="3007519" y="150240"/>
                </a:cubicBezTo>
                <a:cubicBezTo>
                  <a:pt x="3002194" y="144915"/>
                  <a:pt x="2993393" y="144922"/>
                  <a:pt x="2986088" y="143096"/>
                </a:cubicBezTo>
                <a:lnTo>
                  <a:pt x="2928938" y="128808"/>
                </a:lnTo>
                <a:cubicBezTo>
                  <a:pt x="2902744" y="131189"/>
                  <a:pt x="2876147" y="130794"/>
                  <a:pt x="2850356" y="135952"/>
                </a:cubicBezTo>
                <a:cubicBezTo>
                  <a:pt x="2822527" y="141518"/>
                  <a:pt x="2820031" y="155270"/>
                  <a:pt x="2800350" y="171671"/>
                </a:cubicBezTo>
                <a:cubicBezTo>
                  <a:pt x="2781887" y="187057"/>
                  <a:pt x="2778966" y="185942"/>
                  <a:pt x="2757488" y="193102"/>
                </a:cubicBezTo>
                <a:cubicBezTo>
                  <a:pt x="2709863" y="190721"/>
                  <a:pt x="2661929" y="191872"/>
                  <a:pt x="2614613" y="185958"/>
                </a:cubicBezTo>
                <a:cubicBezTo>
                  <a:pt x="2604046" y="184637"/>
                  <a:pt x="2596009" y="175410"/>
                  <a:pt x="2586038" y="171671"/>
                </a:cubicBezTo>
                <a:cubicBezTo>
                  <a:pt x="2567727" y="164805"/>
                  <a:pt x="2553301" y="166018"/>
                  <a:pt x="2536031" y="157383"/>
                </a:cubicBezTo>
                <a:cubicBezTo>
                  <a:pt x="2499336" y="139036"/>
                  <a:pt x="2527035" y="143814"/>
                  <a:pt x="2486025" y="114521"/>
                </a:cubicBezTo>
                <a:cubicBezTo>
                  <a:pt x="2479898" y="110144"/>
                  <a:pt x="2471329" y="110745"/>
                  <a:pt x="2464594" y="107377"/>
                </a:cubicBezTo>
                <a:cubicBezTo>
                  <a:pt x="2417846" y="84003"/>
                  <a:pt x="2469134" y="103259"/>
                  <a:pt x="2421731" y="71658"/>
                </a:cubicBezTo>
                <a:cubicBezTo>
                  <a:pt x="2415466" y="67481"/>
                  <a:pt x="2407444" y="66896"/>
                  <a:pt x="2400300" y="64515"/>
                </a:cubicBezTo>
                <a:cubicBezTo>
                  <a:pt x="2359119" y="37060"/>
                  <a:pt x="2398841" y="60827"/>
                  <a:pt x="2357438" y="43083"/>
                </a:cubicBezTo>
                <a:cubicBezTo>
                  <a:pt x="2347650" y="38888"/>
                  <a:pt x="2338651" y="32991"/>
                  <a:pt x="2328863" y="28796"/>
                </a:cubicBezTo>
                <a:cubicBezTo>
                  <a:pt x="2314515" y="22647"/>
                  <a:pt x="2293357" y="18133"/>
                  <a:pt x="2278856" y="14508"/>
                </a:cubicBezTo>
                <a:cubicBezTo>
                  <a:pt x="2271712" y="9746"/>
                  <a:pt x="2265985" y="879"/>
                  <a:pt x="2257425" y="221"/>
                </a:cubicBezTo>
                <a:cubicBezTo>
                  <a:pt x="2212537" y="-3232"/>
                  <a:pt x="2162175" y="34749"/>
                  <a:pt x="2150269" y="43083"/>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AAAE8E63-778D-43B0-8CED-71FBE1A35B69}"/>
              </a:ext>
            </a:extLst>
          </p:cNvPr>
          <p:cNvSpPr/>
          <p:nvPr/>
        </p:nvSpPr>
        <p:spPr>
          <a:xfrm>
            <a:off x="4495800" y="1783556"/>
            <a:ext cx="152400" cy="2286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E9097A1-6028-4660-B89C-B6404683EB5A}"/>
              </a:ext>
            </a:extLst>
          </p:cNvPr>
          <p:cNvSpPr/>
          <p:nvPr/>
        </p:nvSpPr>
        <p:spPr>
          <a:xfrm>
            <a:off x="8167686" y="1797049"/>
            <a:ext cx="152400" cy="2286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E531F35-1D1E-4AB6-A095-98F8397E4425}"/>
              </a:ext>
            </a:extLst>
          </p:cNvPr>
          <p:cNvSpPr/>
          <p:nvPr/>
        </p:nvSpPr>
        <p:spPr>
          <a:xfrm>
            <a:off x="4791075" y="2109787"/>
            <a:ext cx="609600" cy="533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4B075DC-0796-4A31-944F-B71D5C56744E}"/>
              </a:ext>
            </a:extLst>
          </p:cNvPr>
          <p:cNvSpPr/>
          <p:nvPr/>
        </p:nvSpPr>
        <p:spPr>
          <a:xfrm>
            <a:off x="7450931" y="2167157"/>
            <a:ext cx="609600" cy="533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92CE83C-98C3-47C2-9032-CD6588681C86}"/>
              </a:ext>
            </a:extLst>
          </p:cNvPr>
          <p:cNvSpPr/>
          <p:nvPr/>
        </p:nvSpPr>
        <p:spPr>
          <a:xfrm>
            <a:off x="4754853" y="2533650"/>
            <a:ext cx="92870" cy="10953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68F36CC-CC51-41C2-A8FC-51AAD7AF8CA3}"/>
              </a:ext>
            </a:extLst>
          </p:cNvPr>
          <p:cNvSpPr/>
          <p:nvPr/>
        </p:nvSpPr>
        <p:spPr>
          <a:xfrm>
            <a:off x="8013408" y="2560222"/>
            <a:ext cx="111416" cy="10438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A9BC2E69-959C-44FA-8C5B-C261E301DCDB}"/>
              </a:ext>
            </a:extLst>
          </p:cNvPr>
          <p:cNvSpPr/>
          <p:nvPr/>
        </p:nvSpPr>
        <p:spPr>
          <a:xfrm>
            <a:off x="3936206" y="1521619"/>
            <a:ext cx="5051160" cy="3364706"/>
          </a:xfrm>
          <a:custGeom>
            <a:avLst/>
            <a:gdLst>
              <a:gd name="connsiteX0" fmla="*/ 1735932 w 5051160"/>
              <a:gd name="connsiteY0" fmla="*/ 121444 h 3364706"/>
              <a:gd name="connsiteX1" fmla="*/ 1614488 w 5051160"/>
              <a:gd name="connsiteY1" fmla="*/ 121444 h 3364706"/>
              <a:gd name="connsiteX2" fmla="*/ 1593057 w 5051160"/>
              <a:gd name="connsiteY2" fmla="*/ 135731 h 3364706"/>
              <a:gd name="connsiteX3" fmla="*/ 1557338 w 5051160"/>
              <a:gd name="connsiteY3" fmla="*/ 142875 h 3364706"/>
              <a:gd name="connsiteX4" fmla="*/ 1535907 w 5051160"/>
              <a:gd name="connsiteY4" fmla="*/ 157162 h 3364706"/>
              <a:gd name="connsiteX5" fmla="*/ 1514475 w 5051160"/>
              <a:gd name="connsiteY5" fmla="*/ 164306 h 3364706"/>
              <a:gd name="connsiteX6" fmla="*/ 1485900 w 5051160"/>
              <a:gd name="connsiteY6" fmla="*/ 192881 h 3364706"/>
              <a:gd name="connsiteX7" fmla="*/ 1428750 w 5051160"/>
              <a:gd name="connsiteY7" fmla="*/ 221456 h 3364706"/>
              <a:gd name="connsiteX8" fmla="*/ 1407319 w 5051160"/>
              <a:gd name="connsiteY8" fmla="*/ 228600 h 3364706"/>
              <a:gd name="connsiteX9" fmla="*/ 1321594 w 5051160"/>
              <a:gd name="connsiteY9" fmla="*/ 250031 h 3364706"/>
              <a:gd name="connsiteX10" fmla="*/ 1293019 w 5051160"/>
              <a:gd name="connsiteY10" fmla="*/ 257175 h 3364706"/>
              <a:gd name="connsiteX11" fmla="*/ 1221582 w 5051160"/>
              <a:gd name="connsiteY11" fmla="*/ 250031 h 3364706"/>
              <a:gd name="connsiteX12" fmla="*/ 1178719 w 5051160"/>
              <a:gd name="connsiteY12" fmla="*/ 235744 h 3364706"/>
              <a:gd name="connsiteX13" fmla="*/ 1157288 w 5051160"/>
              <a:gd name="connsiteY13" fmla="*/ 221456 h 3364706"/>
              <a:gd name="connsiteX14" fmla="*/ 1128713 w 5051160"/>
              <a:gd name="connsiteY14" fmla="*/ 214312 h 3364706"/>
              <a:gd name="connsiteX15" fmla="*/ 1107282 w 5051160"/>
              <a:gd name="connsiteY15" fmla="*/ 207169 h 3364706"/>
              <a:gd name="connsiteX16" fmla="*/ 1057275 w 5051160"/>
              <a:gd name="connsiteY16" fmla="*/ 178594 h 3364706"/>
              <a:gd name="connsiteX17" fmla="*/ 1035844 w 5051160"/>
              <a:gd name="connsiteY17" fmla="*/ 171450 h 3364706"/>
              <a:gd name="connsiteX18" fmla="*/ 1000125 w 5051160"/>
              <a:gd name="connsiteY18" fmla="*/ 150019 h 3364706"/>
              <a:gd name="connsiteX19" fmla="*/ 942975 w 5051160"/>
              <a:gd name="connsiteY19" fmla="*/ 121444 h 3364706"/>
              <a:gd name="connsiteX20" fmla="*/ 914400 w 5051160"/>
              <a:gd name="connsiteY20" fmla="*/ 92869 h 3364706"/>
              <a:gd name="connsiteX21" fmla="*/ 900113 w 5051160"/>
              <a:gd name="connsiteY21" fmla="*/ 71437 h 3364706"/>
              <a:gd name="connsiteX22" fmla="*/ 864394 w 5051160"/>
              <a:gd name="connsiteY22" fmla="*/ 50006 h 3364706"/>
              <a:gd name="connsiteX23" fmla="*/ 807244 w 5051160"/>
              <a:gd name="connsiteY23" fmla="*/ 28575 h 3364706"/>
              <a:gd name="connsiteX24" fmla="*/ 742950 w 5051160"/>
              <a:gd name="connsiteY24" fmla="*/ 35719 h 3364706"/>
              <a:gd name="connsiteX25" fmla="*/ 721519 w 5051160"/>
              <a:gd name="connsiteY25" fmla="*/ 42862 h 3364706"/>
              <a:gd name="connsiteX26" fmla="*/ 714375 w 5051160"/>
              <a:gd name="connsiteY26" fmla="*/ 64294 h 3364706"/>
              <a:gd name="connsiteX27" fmla="*/ 692944 w 5051160"/>
              <a:gd name="connsiteY27" fmla="*/ 78581 h 3364706"/>
              <a:gd name="connsiteX28" fmla="*/ 671513 w 5051160"/>
              <a:gd name="connsiteY28" fmla="*/ 114300 h 3364706"/>
              <a:gd name="connsiteX29" fmla="*/ 650082 w 5051160"/>
              <a:gd name="connsiteY29" fmla="*/ 135731 h 3364706"/>
              <a:gd name="connsiteX30" fmla="*/ 642938 w 5051160"/>
              <a:gd name="connsiteY30" fmla="*/ 164306 h 3364706"/>
              <a:gd name="connsiteX31" fmla="*/ 600075 w 5051160"/>
              <a:gd name="connsiteY31" fmla="*/ 235744 h 3364706"/>
              <a:gd name="connsiteX32" fmla="*/ 592932 w 5051160"/>
              <a:gd name="connsiteY32" fmla="*/ 257175 h 3364706"/>
              <a:gd name="connsiteX33" fmla="*/ 585788 w 5051160"/>
              <a:gd name="connsiteY33" fmla="*/ 285750 h 3364706"/>
              <a:gd name="connsiteX34" fmla="*/ 564357 w 5051160"/>
              <a:gd name="connsiteY34" fmla="*/ 314325 h 3364706"/>
              <a:gd name="connsiteX35" fmla="*/ 571500 w 5051160"/>
              <a:gd name="connsiteY35" fmla="*/ 485775 h 3364706"/>
              <a:gd name="connsiteX36" fmla="*/ 642938 w 5051160"/>
              <a:gd name="connsiteY36" fmla="*/ 507206 h 3364706"/>
              <a:gd name="connsiteX37" fmla="*/ 692944 w 5051160"/>
              <a:gd name="connsiteY37" fmla="*/ 500062 h 3364706"/>
              <a:gd name="connsiteX38" fmla="*/ 707232 w 5051160"/>
              <a:gd name="connsiteY38" fmla="*/ 478631 h 3364706"/>
              <a:gd name="connsiteX39" fmla="*/ 714375 w 5051160"/>
              <a:gd name="connsiteY39" fmla="*/ 378619 h 3364706"/>
              <a:gd name="connsiteX40" fmla="*/ 707232 w 5051160"/>
              <a:gd name="connsiteY40" fmla="*/ 321469 h 3364706"/>
              <a:gd name="connsiteX41" fmla="*/ 700088 w 5051160"/>
              <a:gd name="connsiteY41" fmla="*/ 300037 h 3364706"/>
              <a:gd name="connsiteX42" fmla="*/ 635794 w 5051160"/>
              <a:gd name="connsiteY42" fmla="*/ 264319 h 3364706"/>
              <a:gd name="connsiteX43" fmla="*/ 607219 w 5051160"/>
              <a:gd name="connsiteY43" fmla="*/ 257175 h 3364706"/>
              <a:gd name="connsiteX44" fmla="*/ 585788 w 5051160"/>
              <a:gd name="connsiteY44" fmla="*/ 278606 h 3364706"/>
              <a:gd name="connsiteX45" fmla="*/ 557213 w 5051160"/>
              <a:gd name="connsiteY45" fmla="*/ 300037 h 3364706"/>
              <a:gd name="connsiteX46" fmla="*/ 542925 w 5051160"/>
              <a:gd name="connsiteY46" fmla="*/ 321469 h 3364706"/>
              <a:gd name="connsiteX47" fmla="*/ 557213 w 5051160"/>
              <a:gd name="connsiteY47" fmla="*/ 521494 h 3364706"/>
              <a:gd name="connsiteX48" fmla="*/ 564357 w 5051160"/>
              <a:gd name="connsiteY48" fmla="*/ 557212 h 3364706"/>
              <a:gd name="connsiteX49" fmla="*/ 571500 w 5051160"/>
              <a:gd name="connsiteY49" fmla="*/ 621506 h 3364706"/>
              <a:gd name="connsiteX50" fmla="*/ 564357 w 5051160"/>
              <a:gd name="connsiteY50" fmla="*/ 735806 h 3364706"/>
              <a:gd name="connsiteX51" fmla="*/ 557213 w 5051160"/>
              <a:gd name="connsiteY51" fmla="*/ 764381 h 3364706"/>
              <a:gd name="connsiteX52" fmla="*/ 542925 w 5051160"/>
              <a:gd name="connsiteY52" fmla="*/ 842962 h 3364706"/>
              <a:gd name="connsiteX53" fmla="*/ 578644 w 5051160"/>
              <a:gd name="connsiteY53" fmla="*/ 878681 h 3364706"/>
              <a:gd name="connsiteX54" fmla="*/ 621507 w 5051160"/>
              <a:gd name="connsiteY54" fmla="*/ 864394 h 3364706"/>
              <a:gd name="connsiteX55" fmla="*/ 635794 w 5051160"/>
              <a:gd name="connsiteY55" fmla="*/ 842962 h 3364706"/>
              <a:gd name="connsiteX56" fmla="*/ 607219 w 5051160"/>
              <a:gd name="connsiteY56" fmla="*/ 778669 h 3364706"/>
              <a:gd name="connsiteX57" fmla="*/ 585788 w 5051160"/>
              <a:gd name="connsiteY57" fmla="*/ 771525 h 3364706"/>
              <a:gd name="connsiteX58" fmla="*/ 542925 w 5051160"/>
              <a:gd name="connsiteY58" fmla="*/ 778669 h 3364706"/>
              <a:gd name="connsiteX59" fmla="*/ 557213 w 5051160"/>
              <a:gd name="connsiteY59" fmla="*/ 1007269 h 3364706"/>
              <a:gd name="connsiteX60" fmla="*/ 550069 w 5051160"/>
              <a:gd name="connsiteY60" fmla="*/ 1300162 h 3364706"/>
              <a:gd name="connsiteX61" fmla="*/ 542925 w 5051160"/>
              <a:gd name="connsiteY61" fmla="*/ 1321594 h 3364706"/>
              <a:gd name="connsiteX62" fmla="*/ 535782 w 5051160"/>
              <a:gd name="connsiteY62" fmla="*/ 1350169 h 3364706"/>
              <a:gd name="connsiteX63" fmla="*/ 514350 w 5051160"/>
              <a:gd name="connsiteY63" fmla="*/ 1357312 h 3364706"/>
              <a:gd name="connsiteX64" fmla="*/ 500063 w 5051160"/>
              <a:gd name="connsiteY64" fmla="*/ 1385887 h 3364706"/>
              <a:gd name="connsiteX65" fmla="*/ 485775 w 5051160"/>
              <a:gd name="connsiteY65" fmla="*/ 1407319 h 3364706"/>
              <a:gd name="connsiteX66" fmla="*/ 478632 w 5051160"/>
              <a:gd name="connsiteY66" fmla="*/ 1450181 h 3364706"/>
              <a:gd name="connsiteX67" fmla="*/ 471488 w 5051160"/>
              <a:gd name="connsiteY67" fmla="*/ 1471612 h 3364706"/>
              <a:gd name="connsiteX68" fmla="*/ 478632 w 5051160"/>
              <a:gd name="connsiteY68" fmla="*/ 1614487 h 3364706"/>
              <a:gd name="connsiteX69" fmla="*/ 492919 w 5051160"/>
              <a:gd name="connsiteY69" fmla="*/ 1635919 h 3364706"/>
              <a:gd name="connsiteX70" fmla="*/ 564357 w 5051160"/>
              <a:gd name="connsiteY70" fmla="*/ 1657350 h 3364706"/>
              <a:gd name="connsiteX71" fmla="*/ 614363 w 5051160"/>
              <a:gd name="connsiteY71" fmla="*/ 1650206 h 3364706"/>
              <a:gd name="connsiteX72" fmla="*/ 642938 w 5051160"/>
              <a:gd name="connsiteY72" fmla="*/ 1643062 h 3364706"/>
              <a:gd name="connsiteX73" fmla="*/ 664369 w 5051160"/>
              <a:gd name="connsiteY73" fmla="*/ 1600200 h 3364706"/>
              <a:gd name="connsiteX74" fmla="*/ 678657 w 5051160"/>
              <a:gd name="connsiteY74" fmla="*/ 1578769 h 3364706"/>
              <a:gd name="connsiteX75" fmla="*/ 692944 w 5051160"/>
              <a:gd name="connsiteY75" fmla="*/ 1528762 h 3364706"/>
              <a:gd name="connsiteX76" fmla="*/ 707232 w 5051160"/>
              <a:gd name="connsiteY76" fmla="*/ 1478756 h 3364706"/>
              <a:gd name="connsiteX77" fmla="*/ 700088 w 5051160"/>
              <a:gd name="connsiteY77" fmla="*/ 1378744 h 3364706"/>
              <a:gd name="connsiteX78" fmla="*/ 685800 w 5051160"/>
              <a:gd name="connsiteY78" fmla="*/ 1357312 h 3364706"/>
              <a:gd name="connsiteX79" fmla="*/ 628650 w 5051160"/>
              <a:gd name="connsiteY79" fmla="*/ 1314450 h 3364706"/>
              <a:gd name="connsiteX80" fmla="*/ 542925 w 5051160"/>
              <a:gd name="connsiteY80" fmla="*/ 1335881 h 3364706"/>
              <a:gd name="connsiteX81" fmla="*/ 521494 w 5051160"/>
              <a:gd name="connsiteY81" fmla="*/ 1385887 h 3364706"/>
              <a:gd name="connsiteX82" fmla="*/ 485775 w 5051160"/>
              <a:gd name="connsiteY82" fmla="*/ 1450181 h 3364706"/>
              <a:gd name="connsiteX83" fmla="*/ 471488 w 5051160"/>
              <a:gd name="connsiteY83" fmla="*/ 1543050 h 3364706"/>
              <a:gd name="connsiteX84" fmla="*/ 478632 w 5051160"/>
              <a:gd name="connsiteY84" fmla="*/ 1614487 h 3364706"/>
              <a:gd name="connsiteX85" fmla="*/ 492919 w 5051160"/>
              <a:gd name="connsiteY85" fmla="*/ 1635919 h 3364706"/>
              <a:gd name="connsiteX86" fmla="*/ 492919 w 5051160"/>
              <a:gd name="connsiteY86" fmla="*/ 1843087 h 3364706"/>
              <a:gd name="connsiteX87" fmla="*/ 471488 w 5051160"/>
              <a:gd name="connsiteY87" fmla="*/ 1914525 h 3364706"/>
              <a:gd name="connsiteX88" fmla="*/ 464344 w 5051160"/>
              <a:gd name="connsiteY88" fmla="*/ 1943100 h 3364706"/>
              <a:gd name="connsiteX89" fmla="*/ 457200 w 5051160"/>
              <a:gd name="connsiteY89" fmla="*/ 2021681 h 3364706"/>
              <a:gd name="connsiteX90" fmla="*/ 442913 w 5051160"/>
              <a:gd name="connsiteY90" fmla="*/ 2071687 h 3364706"/>
              <a:gd name="connsiteX91" fmla="*/ 435769 w 5051160"/>
              <a:gd name="connsiteY91" fmla="*/ 2100262 h 3364706"/>
              <a:gd name="connsiteX92" fmla="*/ 421482 w 5051160"/>
              <a:gd name="connsiteY92" fmla="*/ 2121694 h 3364706"/>
              <a:gd name="connsiteX93" fmla="*/ 414338 w 5051160"/>
              <a:gd name="connsiteY93" fmla="*/ 2178844 h 3364706"/>
              <a:gd name="connsiteX94" fmla="*/ 400050 w 5051160"/>
              <a:gd name="connsiteY94" fmla="*/ 2243137 h 3364706"/>
              <a:gd name="connsiteX95" fmla="*/ 378619 w 5051160"/>
              <a:gd name="connsiteY95" fmla="*/ 2293144 h 3364706"/>
              <a:gd name="connsiteX96" fmla="*/ 364332 w 5051160"/>
              <a:gd name="connsiteY96" fmla="*/ 2336006 h 3364706"/>
              <a:gd name="connsiteX97" fmla="*/ 350044 w 5051160"/>
              <a:gd name="connsiteY97" fmla="*/ 2386012 h 3364706"/>
              <a:gd name="connsiteX98" fmla="*/ 335757 w 5051160"/>
              <a:gd name="connsiteY98" fmla="*/ 2407444 h 3364706"/>
              <a:gd name="connsiteX99" fmla="*/ 307182 w 5051160"/>
              <a:gd name="connsiteY99" fmla="*/ 2507456 h 3364706"/>
              <a:gd name="connsiteX100" fmla="*/ 292894 w 5051160"/>
              <a:gd name="connsiteY100" fmla="*/ 2564606 h 3364706"/>
              <a:gd name="connsiteX101" fmla="*/ 285750 w 5051160"/>
              <a:gd name="connsiteY101" fmla="*/ 2586037 h 3364706"/>
              <a:gd name="connsiteX102" fmla="*/ 278607 w 5051160"/>
              <a:gd name="connsiteY102" fmla="*/ 2614612 h 3364706"/>
              <a:gd name="connsiteX103" fmla="*/ 264319 w 5051160"/>
              <a:gd name="connsiteY103" fmla="*/ 2764631 h 3364706"/>
              <a:gd name="connsiteX104" fmla="*/ 257175 w 5051160"/>
              <a:gd name="connsiteY104" fmla="*/ 2821781 h 3364706"/>
              <a:gd name="connsiteX105" fmla="*/ 235744 w 5051160"/>
              <a:gd name="connsiteY105" fmla="*/ 2871787 h 3364706"/>
              <a:gd name="connsiteX106" fmla="*/ 242888 w 5051160"/>
              <a:gd name="connsiteY106" fmla="*/ 2900362 h 3364706"/>
              <a:gd name="connsiteX107" fmla="*/ 250032 w 5051160"/>
              <a:gd name="connsiteY107" fmla="*/ 2921794 h 3364706"/>
              <a:gd name="connsiteX108" fmla="*/ 242888 w 5051160"/>
              <a:gd name="connsiteY108" fmla="*/ 2957512 h 3364706"/>
              <a:gd name="connsiteX109" fmla="*/ 214313 w 5051160"/>
              <a:gd name="connsiteY109" fmla="*/ 3000375 h 3364706"/>
              <a:gd name="connsiteX110" fmla="*/ 192882 w 5051160"/>
              <a:gd name="connsiteY110" fmla="*/ 3007519 h 3364706"/>
              <a:gd name="connsiteX111" fmla="*/ 171450 w 5051160"/>
              <a:gd name="connsiteY111" fmla="*/ 3028950 h 3364706"/>
              <a:gd name="connsiteX112" fmla="*/ 142875 w 5051160"/>
              <a:gd name="connsiteY112" fmla="*/ 3036094 h 3364706"/>
              <a:gd name="connsiteX113" fmla="*/ 121444 w 5051160"/>
              <a:gd name="connsiteY113" fmla="*/ 3064669 h 3364706"/>
              <a:gd name="connsiteX114" fmla="*/ 100013 w 5051160"/>
              <a:gd name="connsiteY114" fmla="*/ 3086100 h 3364706"/>
              <a:gd name="connsiteX115" fmla="*/ 85725 w 5051160"/>
              <a:gd name="connsiteY115" fmla="*/ 3107531 h 3364706"/>
              <a:gd name="connsiteX116" fmla="*/ 42863 w 5051160"/>
              <a:gd name="connsiteY116" fmla="*/ 3150394 h 3364706"/>
              <a:gd name="connsiteX117" fmla="*/ 35719 w 5051160"/>
              <a:gd name="connsiteY117" fmla="*/ 3171825 h 3364706"/>
              <a:gd name="connsiteX118" fmla="*/ 21432 w 5051160"/>
              <a:gd name="connsiteY118" fmla="*/ 3200400 h 3364706"/>
              <a:gd name="connsiteX119" fmla="*/ 14288 w 5051160"/>
              <a:gd name="connsiteY119" fmla="*/ 3228975 h 3364706"/>
              <a:gd name="connsiteX120" fmla="*/ 0 w 5051160"/>
              <a:gd name="connsiteY120" fmla="*/ 3264694 h 3364706"/>
              <a:gd name="connsiteX121" fmla="*/ 14288 w 5051160"/>
              <a:gd name="connsiteY121" fmla="*/ 3314700 h 3364706"/>
              <a:gd name="connsiteX122" fmla="*/ 28575 w 5051160"/>
              <a:gd name="connsiteY122" fmla="*/ 3357562 h 3364706"/>
              <a:gd name="connsiteX123" fmla="*/ 135732 w 5051160"/>
              <a:gd name="connsiteY123" fmla="*/ 3336131 h 3364706"/>
              <a:gd name="connsiteX124" fmla="*/ 171450 w 5051160"/>
              <a:gd name="connsiteY124" fmla="*/ 3321844 h 3364706"/>
              <a:gd name="connsiteX125" fmla="*/ 178594 w 5051160"/>
              <a:gd name="connsiteY125" fmla="*/ 3300412 h 3364706"/>
              <a:gd name="connsiteX126" fmla="*/ 192882 w 5051160"/>
              <a:gd name="connsiteY126" fmla="*/ 3271837 h 3364706"/>
              <a:gd name="connsiteX127" fmla="*/ 200025 w 5051160"/>
              <a:gd name="connsiteY127" fmla="*/ 3250406 h 3364706"/>
              <a:gd name="connsiteX128" fmla="*/ 228600 w 5051160"/>
              <a:gd name="connsiteY128" fmla="*/ 3207544 h 3364706"/>
              <a:gd name="connsiteX129" fmla="*/ 221457 w 5051160"/>
              <a:gd name="connsiteY129" fmla="*/ 3093244 h 3364706"/>
              <a:gd name="connsiteX130" fmla="*/ 207169 w 5051160"/>
              <a:gd name="connsiteY130" fmla="*/ 3071812 h 3364706"/>
              <a:gd name="connsiteX131" fmla="*/ 228600 w 5051160"/>
              <a:gd name="connsiteY131" fmla="*/ 2986087 h 3364706"/>
              <a:gd name="connsiteX132" fmla="*/ 264319 w 5051160"/>
              <a:gd name="connsiteY132" fmla="*/ 2964656 h 3364706"/>
              <a:gd name="connsiteX133" fmla="*/ 321469 w 5051160"/>
              <a:gd name="connsiteY133" fmla="*/ 2943225 h 3364706"/>
              <a:gd name="connsiteX134" fmla="*/ 335757 w 5051160"/>
              <a:gd name="connsiteY134" fmla="*/ 2921794 h 3364706"/>
              <a:gd name="connsiteX135" fmla="*/ 364332 w 5051160"/>
              <a:gd name="connsiteY135" fmla="*/ 2914650 h 3364706"/>
              <a:gd name="connsiteX136" fmla="*/ 385763 w 5051160"/>
              <a:gd name="connsiteY136" fmla="*/ 2900362 h 3364706"/>
              <a:gd name="connsiteX137" fmla="*/ 400050 w 5051160"/>
              <a:gd name="connsiteY137" fmla="*/ 2878931 h 3364706"/>
              <a:gd name="connsiteX138" fmla="*/ 407194 w 5051160"/>
              <a:gd name="connsiteY138" fmla="*/ 2857500 h 3364706"/>
              <a:gd name="connsiteX139" fmla="*/ 428625 w 5051160"/>
              <a:gd name="connsiteY139" fmla="*/ 2828925 h 3364706"/>
              <a:gd name="connsiteX140" fmla="*/ 450057 w 5051160"/>
              <a:gd name="connsiteY140" fmla="*/ 2778919 h 3364706"/>
              <a:gd name="connsiteX141" fmla="*/ 464344 w 5051160"/>
              <a:gd name="connsiteY141" fmla="*/ 2736056 h 3364706"/>
              <a:gd name="connsiteX142" fmla="*/ 478632 w 5051160"/>
              <a:gd name="connsiteY142" fmla="*/ 2671762 h 3364706"/>
              <a:gd name="connsiteX143" fmla="*/ 471488 w 5051160"/>
              <a:gd name="connsiteY143" fmla="*/ 2607469 h 3364706"/>
              <a:gd name="connsiteX144" fmla="*/ 442913 w 5051160"/>
              <a:gd name="connsiteY144" fmla="*/ 2600325 h 3364706"/>
              <a:gd name="connsiteX145" fmla="*/ 421482 w 5051160"/>
              <a:gd name="connsiteY145" fmla="*/ 2586037 h 3364706"/>
              <a:gd name="connsiteX146" fmla="*/ 357188 w 5051160"/>
              <a:gd name="connsiteY146" fmla="*/ 2600325 h 3364706"/>
              <a:gd name="connsiteX147" fmla="*/ 307182 w 5051160"/>
              <a:gd name="connsiteY147" fmla="*/ 2664619 h 3364706"/>
              <a:gd name="connsiteX148" fmla="*/ 300038 w 5051160"/>
              <a:gd name="connsiteY148" fmla="*/ 2686050 h 3364706"/>
              <a:gd name="connsiteX149" fmla="*/ 271463 w 5051160"/>
              <a:gd name="connsiteY149" fmla="*/ 2707481 h 3364706"/>
              <a:gd name="connsiteX150" fmla="*/ 264319 w 5051160"/>
              <a:gd name="connsiteY150" fmla="*/ 2764631 h 3364706"/>
              <a:gd name="connsiteX151" fmla="*/ 250032 w 5051160"/>
              <a:gd name="connsiteY151" fmla="*/ 2793206 h 3364706"/>
              <a:gd name="connsiteX152" fmla="*/ 242888 w 5051160"/>
              <a:gd name="connsiteY152" fmla="*/ 2836069 h 3364706"/>
              <a:gd name="connsiteX153" fmla="*/ 235744 w 5051160"/>
              <a:gd name="connsiteY153" fmla="*/ 2857500 h 3364706"/>
              <a:gd name="connsiteX154" fmla="*/ 250032 w 5051160"/>
              <a:gd name="connsiteY154" fmla="*/ 2943225 h 3364706"/>
              <a:gd name="connsiteX155" fmla="*/ 292894 w 5051160"/>
              <a:gd name="connsiteY155" fmla="*/ 2957512 h 3364706"/>
              <a:gd name="connsiteX156" fmla="*/ 335757 w 5051160"/>
              <a:gd name="connsiteY156" fmla="*/ 2950369 h 3364706"/>
              <a:gd name="connsiteX157" fmla="*/ 357188 w 5051160"/>
              <a:gd name="connsiteY157" fmla="*/ 2936081 h 3364706"/>
              <a:gd name="connsiteX158" fmla="*/ 392907 w 5051160"/>
              <a:gd name="connsiteY158" fmla="*/ 2914650 h 3364706"/>
              <a:gd name="connsiteX159" fmla="*/ 428625 w 5051160"/>
              <a:gd name="connsiteY159" fmla="*/ 2850356 h 3364706"/>
              <a:gd name="connsiteX160" fmla="*/ 464344 w 5051160"/>
              <a:gd name="connsiteY160" fmla="*/ 2800350 h 3364706"/>
              <a:gd name="connsiteX161" fmla="*/ 471488 w 5051160"/>
              <a:gd name="connsiteY161" fmla="*/ 2771775 h 3364706"/>
              <a:gd name="connsiteX162" fmla="*/ 514350 w 5051160"/>
              <a:gd name="connsiteY162" fmla="*/ 2736056 h 3364706"/>
              <a:gd name="connsiteX163" fmla="*/ 528638 w 5051160"/>
              <a:gd name="connsiteY163" fmla="*/ 2714625 h 3364706"/>
              <a:gd name="connsiteX164" fmla="*/ 578644 w 5051160"/>
              <a:gd name="connsiteY164" fmla="*/ 2678906 h 3364706"/>
              <a:gd name="connsiteX165" fmla="*/ 607219 w 5051160"/>
              <a:gd name="connsiteY165" fmla="*/ 2643187 h 3364706"/>
              <a:gd name="connsiteX166" fmla="*/ 650082 w 5051160"/>
              <a:gd name="connsiteY166" fmla="*/ 2586037 h 3364706"/>
              <a:gd name="connsiteX167" fmla="*/ 692944 w 5051160"/>
              <a:gd name="connsiteY167" fmla="*/ 2550319 h 3364706"/>
              <a:gd name="connsiteX168" fmla="*/ 721519 w 5051160"/>
              <a:gd name="connsiteY168" fmla="*/ 2500312 h 3364706"/>
              <a:gd name="connsiteX169" fmla="*/ 764382 w 5051160"/>
              <a:gd name="connsiteY169" fmla="*/ 2464594 h 3364706"/>
              <a:gd name="connsiteX170" fmla="*/ 785813 w 5051160"/>
              <a:gd name="connsiteY170" fmla="*/ 2436019 h 3364706"/>
              <a:gd name="connsiteX171" fmla="*/ 828675 w 5051160"/>
              <a:gd name="connsiteY171" fmla="*/ 2400300 h 3364706"/>
              <a:gd name="connsiteX172" fmla="*/ 850107 w 5051160"/>
              <a:gd name="connsiteY172" fmla="*/ 2364581 h 3364706"/>
              <a:gd name="connsiteX173" fmla="*/ 871538 w 5051160"/>
              <a:gd name="connsiteY173" fmla="*/ 2336006 h 3364706"/>
              <a:gd name="connsiteX174" fmla="*/ 885825 w 5051160"/>
              <a:gd name="connsiteY174" fmla="*/ 2307431 h 3364706"/>
              <a:gd name="connsiteX175" fmla="*/ 914400 w 5051160"/>
              <a:gd name="connsiteY175" fmla="*/ 2293144 h 3364706"/>
              <a:gd name="connsiteX176" fmla="*/ 964407 w 5051160"/>
              <a:gd name="connsiteY176" fmla="*/ 2228850 h 3364706"/>
              <a:gd name="connsiteX177" fmla="*/ 1000125 w 5051160"/>
              <a:gd name="connsiteY177" fmla="*/ 2193131 h 3364706"/>
              <a:gd name="connsiteX178" fmla="*/ 1028700 w 5051160"/>
              <a:gd name="connsiteY178" fmla="*/ 2150269 h 3364706"/>
              <a:gd name="connsiteX179" fmla="*/ 1064419 w 5051160"/>
              <a:gd name="connsiteY179" fmla="*/ 2093119 h 3364706"/>
              <a:gd name="connsiteX180" fmla="*/ 1085850 w 5051160"/>
              <a:gd name="connsiteY180" fmla="*/ 2085975 h 3364706"/>
              <a:gd name="connsiteX181" fmla="*/ 1100138 w 5051160"/>
              <a:gd name="connsiteY181" fmla="*/ 2050256 h 3364706"/>
              <a:gd name="connsiteX182" fmla="*/ 1135857 w 5051160"/>
              <a:gd name="connsiteY182" fmla="*/ 2007394 h 3364706"/>
              <a:gd name="connsiteX183" fmla="*/ 1157288 w 5051160"/>
              <a:gd name="connsiteY183" fmla="*/ 1978819 h 3364706"/>
              <a:gd name="connsiteX184" fmla="*/ 1164432 w 5051160"/>
              <a:gd name="connsiteY184" fmla="*/ 1950244 h 3364706"/>
              <a:gd name="connsiteX185" fmla="*/ 1200150 w 5051160"/>
              <a:gd name="connsiteY185" fmla="*/ 1907381 h 3364706"/>
              <a:gd name="connsiteX186" fmla="*/ 1264444 w 5051160"/>
              <a:gd name="connsiteY186" fmla="*/ 1821656 h 3364706"/>
              <a:gd name="connsiteX187" fmla="*/ 1285875 w 5051160"/>
              <a:gd name="connsiteY187" fmla="*/ 1807369 h 3364706"/>
              <a:gd name="connsiteX188" fmla="*/ 1314450 w 5051160"/>
              <a:gd name="connsiteY188" fmla="*/ 1757362 h 3364706"/>
              <a:gd name="connsiteX189" fmla="*/ 1321594 w 5051160"/>
              <a:gd name="connsiteY189" fmla="*/ 1735931 h 3364706"/>
              <a:gd name="connsiteX190" fmla="*/ 1343025 w 5051160"/>
              <a:gd name="connsiteY190" fmla="*/ 1721644 h 3364706"/>
              <a:gd name="connsiteX191" fmla="*/ 1371600 w 5051160"/>
              <a:gd name="connsiteY191" fmla="*/ 1685925 h 3364706"/>
              <a:gd name="connsiteX192" fmla="*/ 1385888 w 5051160"/>
              <a:gd name="connsiteY192" fmla="*/ 1664494 h 3364706"/>
              <a:gd name="connsiteX193" fmla="*/ 1407319 w 5051160"/>
              <a:gd name="connsiteY193" fmla="*/ 1650206 h 3364706"/>
              <a:gd name="connsiteX194" fmla="*/ 1421607 w 5051160"/>
              <a:gd name="connsiteY194" fmla="*/ 1614487 h 3364706"/>
              <a:gd name="connsiteX195" fmla="*/ 1435894 w 5051160"/>
              <a:gd name="connsiteY195" fmla="*/ 1593056 h 3364706"/>
              <a:gd name="connsiteX196" fmla="*/ 1450182 w 5051160"/>
              <a:gd name="connsiteY196" fmla="*/ 1564481 h 3364706"/>
              <a:gd name="connsiteX197" fmla="*/ 1464469 w 5051160"/>
              <a:gd name="connsiteY197" fmla="*/ 1543050 h 3364706"/>
              <a:gd name="connsiteX198" fmla="*/ 1478757 w 5051160"/>
              <a:gd name="connsiteY198" fmla="*/ 1514475 h 3364706"/>
              <a:gd name="connsiteX199" fmla="*/ 1500188 w 5051160"/>
              <a:gd name="connsiteY199" fmla="*/ 1493044 h 3364706"/>
              <a:gd name="connsiteX200" fmla="*/ 1514475 w 5051160"/>
              <a:gd name="connsiteY200" fmla="*/ 1471612 h 3364706"/>
              <a:gd name="connsiteX201" fmla="*/ 1557338 w 5051160"/>
              <a:gd name="connsiteY201" fmla="*/ 1443037 h 3364706"/>
              <a:gd name="connsiteX202" fmla="*/ 1578769 w 5051160"/>
              <a:gd name="connsiteY202" fmla="*/ 1421606 h 3364706"/>
              <a:gd name="connsiteX203" fmla="*/ 1650207 w 5051160"/>
              <a:gd name="connsiteY203" fmla="*/ 1407319 h 3364706"/>
              <a:gd name="connsiteX204" fmla="*/ 1750219 w 5051160"/>
              <a:gd name="connsiteY204" fmla="*/ 1385887 h 3364706"/>
              <a:gd name="connsiteX205" fmla="*/ 1943100 w 5051160"/>
              <a:gd name="connsiteY205" fmla="*/ 1407319 h 3364706"/>
              <a:gd name="connsiteX206" fmla="*/ 1964532 w 5051160"/>
              <a:gd name="connsiteY206" fmla="*/ 1414462 h 3364706"/>
              <a:gd name="connsiteX207" fmla="*/ 2028825 w 5051160"/>
              <a:gd name="connsiteY207" fmla="*/ 1428750 h 3364706"/>
              <a:gd name="connsiteX208" fmla="*/ 2057400 w 5051160"/>
              <a:gd name="connsiteY208" fmla="*/ 1435894 h 3364706"/>
              <a:gd name="connsiteX209" fmla="*/ 2235994 w 5051160"/>
              <a:gd name="connsiteY209" fmla="*/ 1450181 h 3364706"/>
              <a:gd name="connsiteX210" fmla="*/ 2286000 w 5051160"/>
              <a:gd name="connsiteY210" fmla="*/ 1457325 h 3364706"/>
              <a:gd name="connsiteX211" fmla="*/ 2364582 w 5051160"/>
              <a:gd name="connsiteY211" fmla="*/ 1471612 h 3364706"/>
              <a:gd name="connsiteX212" fmla="*/ 2486025 w 5051160"/>
              <a:gd name="connsiteY212" fmla="*/ 1478756 h 3364706"/>
              <a:gd name="connsiteX213" fmla="*/ 2600325 w 5051160"/>
              <a:gd name="connsiteY213" fmla="*/ 1493044 h 3364706"/>
              <a:gd name="connsiteX214" fmla="*/ 2650332 w 5051160"/>
              <a:gd name="connsiteY214" fmla="*/ 1485900 h 3364706"/>
              <a:gd name="connsiteX215" fmla="*/ 2714625 w 5051160"/>
              <a:gd name="connsiteY215" fmla="*/ 1478756 h 3364706"/>
              <a:gd name="connsiteX216" fmla="*/ 2836069 w 5051160"/>
              <a:gd name="connsiteY216" fmla="*/ 1464469 h 3364706"/>
              <a:gd name="connsiteX217" fmla="*/ 3136107 w 5051160"/>
              <a:gd name="connsiteY217" fmla="*/ 1457325 h 3364706"/>
              <a:gd name="connsiteX218" fmla="*/ 3221832 w 5051160"/>
              <a:gd name="connsiteY218" fmla="*/ 1443037 h 3364706"/>
              <a:gd name="connsiteX219" fmla="*/ 3328988 w 5051160"/>
              <a:gd name="connsiteY219" fmla="*/ 1471612 h 3364706"/>
              <a:gd name="connsiteX220" fmla="*/ 3364707 w 5051160"/>
              <a:gd name="connsiteY220" fmla="*/ 1507331 h 3364706"/>
              <a:gd name="connsiteX221" fmla="*/ 3378994 w 5051160"/>
              <a:gd name="connsiteY221" fmla="*/ 1528762 h 3364706"/>
              <a:gd name="connsiteX222" fmla="*/ 3414713 w 5051160"/>
              <a:gd name="connsiteY222" fmla="*/ 1557337 h 3364706"/>
              <a:gd name="connsiteX223" fmla="*/ 3436144 w 5051160"/>
              <a:gd name="connsiteY223" fmla="*/ 1578769 h 3364706"/>
              <a:gd name="connsiteX224" fmla="*/ 3450432 w 5051160"/>
              <a:gd name="connsiteY224" fmla="*/ 1600200 h 3364706"/>
              <a:gd name="connsiteX225" fmla="*/ 3471863 w 5051160"/>
              <a:gd name="connsiteY225" fmla="*/ 1614487 h 3364706"/>
              <a:gd name="connsiteX226" fmla="*/ 3514725 w 5051160"/>
              <a:gd name="connsiteY226" fmla="*/ 1657350 h 3364706"/>
              <a:gd name="connsiteX227" fmla="*/ 3529013 w 5051160"/>
              <a:gd name="connsiteY227" fmla="*/ 1678781 h 3364706"/>
              <a:gd name="connsiteX228" fmla="*/ 3557588 w 5051160"/>
              <a:gd name="connsiteY228" fmla="*/ 1700212 h 3364706"/>
              <a:gd name="connsiteX229" fmla="*/ 3586163 w 5051160"/>
              <a:gd name="connsiteY229" fmla="*/ 1743075 h 3364706"/>
              <a:gd name="connsiteX230" fmla="*/ 3600450 w 5051160"/>
              <a:gd name="connsiteY230" fmla="*/ 1764506 h 3364706"/>
              <a:gd name="connsiteX231" fmla="*/ 3621882 w 5051160"/>
              <a:gd name="connsiteY231" fmla="*/ 1771650 h 3364706"/>
              <a:gd name="connsiteX232" fmla="*/ 3629025 w 5051160"/>
              <a:gd name="connsiteY232" fmla="*/ 1793081 h 3364706"/>
              <a:gd name="connsiteX233" fmla="*/ 3671888 w 5051160"/>
              <a:gd name="connsiteY233" fmla="*/ 1843087 h 3364706"/>
              <a:gd name="connsiteX234" fmla="*/ 3707607 w 5051160"/>
              <a:gd name="connsiteY234" fmla="*/ 1893094 h 3364706"/>
              <a:gd name="connsiteX235" fmla="*/ 3729038 w 5051160"/>
              <a:gd name="connsiteY235" fmla="*/ 1921669 h 3364706"/>
              <a:gd name="connsiteX236" fmla="*/ 3743325 w 5051160"/>
              <a:gd name="connsiteY236" fmla="*/ 1943100 h 3364706"/>
              <a:gd name="connsiteX237" fmla="*/ 3779044 w 5051160"/>
              <a:gd name="connsiteY237" fmla="*/ 1971675 h 3364706"/>
              <a:gd name="connsiteX238" fmla="*/ 3807619 w 5051160"/>
              <a:gd name="connsiteY238" fmla="*/ 2035969 h 3364706"/>
              <a:gd name="connsiteX239" fmla="*/ 3829050 w 5051160"/>
              <a:gd name="connsiteY239" fmla="*/ 2057400 h 3364706"/>
              <a:gd name="connsiteX240" fmla="*/ 3836194 w 5051160"/>
              <a:gd name="connsiteY240" fmla="*/ 2085975 h 3364706"/>
              <a:gd name="connsiteX241" fmla="*/ 3879057 w 5051160"/>
              <a:gd name="connsiteY241" fmla="*/ 2135981 h 3364706"/>
              <a:gd name="connsiteX242" fmla="*/ 3914775 w 5051160"/>
              <a:gd name="connsiteY242" fmla="*/ 2171700 h 3364706"/>
              <a:gd name="connsiteX243" fmla="*/ 3929063 w 5051160"/>
              <a:gd name="connsiteY243" fmla="*/ 2207419 h 3364706"/>
              <a:gd name="connsiteX244" fmla="*/ 3971925 w 5051160"/>
              <a:gd name="connsiteY244" fmla="*/ 2257425 h 3364706"/>
              <a:gd name="connsiteX245" fmla="*/ 3979069 w 5051160"/>
              <a:gd name="connsiteY245" fmla="*/ 2278856 h 3364706"/>
              <a:gd name="connsiteX246" fmla="*/ 4029075 w 5051160"/>
              <a:gd name="connsiteY246" fmla="*/ 2343150 h 3364706"/>
              <a:gd name="connsiteX247" fmla="*/ 4064794 w 5051160"/>
              <a:gd name="connsiteY247" fmla="*/ 2407444 h 3364706"/>
              <a:gd name="connsiteX248" fmla="*/ 4086225 w 5051160"/>
              <a:gd name="connsiteY248" fmla="*/ 2421731 h 3364706"/>
              <a:gd name="connsiteX249" fmla="*/ 4121944 w 5051160"/>
              <a:gd name="connsiteY249" fmla="*/ 2464594 h 3364706"/>
              <a:gd name="connsiteX250" fmla="*/ 4157663 w 5051160"/>
              <a:gd name="connsiteY250" fmla="*/ 2500312 h 3364706"/>
              <a:gd name="connsiteX251" fmla="*/ 4200525 w 5051160"/>
              <a:gd name="connsiteY251" fmla="*/ 2536031 h 3364706"/>
              <a:gd name="connsiteX252" fmla="*/ 4214813 w 5051160"/>
              <a:gd name="connsiteY252" fmla="*/ 2557462 h 3364706"/>
              <a:gd name="connsiteX253" fmla="*/ 4257675 w 5051160"/>
              <a:gd name="connsiteY253" fmla="*/ 2586037 h 3364706"/>
              <a:gd name="connsiteX254" fmla="*/ 4279107 w 5051160"/>
              <a:gd name="connsiteY254" fmla="*/ 2600325 h 3364706"/>
              <a:gd name="connsiteX255" fmla="*/ 4300538 w 5051160"/>
              <a:gd name="connsiteY255" fmla="*/ 2621756 h 3364706"/>
              <a:gd name="connsiteX256" fmla="*/ 4321969 w 5051160"/>
              <a:gd name="connsiteY256" fmla="*/ 2628900 h 3364706"/>
              <a:gd name="connsiteX257" fmla="*/ 4350544 w 5051160"/>
              <a:gd name="connsiteY257" fmla="*/ 2643187 h 3364706"/>
              <a:gd name="connsiteX258" fmla="*/ 4371975 w 5051160"/>
              <a:gd name="connsiteY258" fmla="*/ 2671762 h 3364706"/>
              <a:gd name="connsiteX259" fmla="*/ 4421982 w 5051160"/>
              <a:gd name="connsiteY259" fmla="*/ 2686050 h 3364706"/>
              <a:gd name="connsiteX260" fmla="*/ 4450557 w 5051160"/>
              <a:gd name="connsiteY260" fmla="*/ 2707481 h 3364706"/>
              <a:gd name="connsiteX261" fmla="*/ 4471988 w 5051160"/>
              <a:gd name="connsiteY261" fmla="*/ 2714625 h 3364706"/>
              <a:gd name="connsiteX262" fmla="*/ 4536282 w 5051160"/>
              <a:gd name="connsiteY262" fmla="*/ 2736056 h 3364706"/>
              <a:gd name="connsiteX263" fmla="*/ 4564857 w 5051160"/>
              <a:gd name="connsiteY263" fmla="*/ 2757487 h 3364706"/>
              <a:gd name="connsiteX264" fmla="*/ 4593432 w 5051160"/>
              <a:gd name="connsiteY264" fmla="*/ 2771775 h 3364706"/>
              <a:gd name="connsiteX265" fmla="*/ 4686300 w 5051160"/>
              <a:gd name="connsiteY265" fmla="*/ 2800350 h 3364706"/>
              <a:gd name="connsiteX266" fmla="*/ 4736307 w 5051160"/>
              <a:gd name="connsiteY266" fmla="*/ 2843212 h 3364706"/>
              <a:gd name="connsiteX267" fmla="*/ 4779169 w 5051160"/>
              <a:gd name="connsiteY267" fmla="*/ 2864644 h 3364706"/>
              <a:gd name="connsiteX268" fmla="*/ 4814888 w 5051160"/>
              <a:gd name="connsiteY268" fmla="*/ 2921794 h 3364706"/>
              <a:gd name="connsiteX269" fmla="*/ 4807744 w 5051160"/>
              <a:gd name="connsiteY269" fmla="*/ 3000375 h 3364706"/>
              <a:gd name="connsiteX270" fmla="*/ 4793457 w 5051160"/>
              <a:gd name="connsiteY270" fmla="*/ 3043237 h 3364706"/>
              <a:gd name="connsiteX271" fmla="*/ 4786313 w 5051160"/>
              <a:gd name="connsiteY271" fmla="*/ 3071812 h 3364706"/>
              <a:gd name="connsiteX272" fmla="*/ 4800600 w 5051160"/>
              <a:gd name="connsiteY272" fmla="*/ 3121819 h 3364706"/>
              <a:gd name="connsiteX273" fmla="*/ 4814888 w 5051160"/>
              <a:gd name="connsiteY273" fmla="*/ 3178969 h 3364706"/>
              <a:gd name="connsiteX274" fmla="*/ 4864894 w 5051160"/>
              <a:gd name="connsiteY274" fmla="*/ 3264694 h 3364706"/>
              <a:gd name="connsiteX275" fmla="*/ 4872038 w 5051160"/>
              <a:gd name="connsiteY275" fmla="*/ 3293269 h 3364706"/>
              <a:gd name="connsiteX276" fmla="*/ 4936332 w 5051160"/>
              <a:gd name="connsiteY276" fmla="*/ 3343275 h 3364706"/>
              <a:gd name="connsiteX277" fmla="*/ 4979194 w 5051160"/>
              <a:gd name="connsiteY277" fmla="*/ 3364706 h 3364706"/>
              <a:gd name="connsiteX278" fmla="*/ 5050632 w 5051160"/>
              <a:gd name="connsiteY278" fmla="*/ 3328987 h 3364706"/>
              <a:gd name="connsiteX279" fmla="*/ 5029200 w 5051160"/>
              <a:gd name="connsiteY279" fmla="*/ 3314700 h 3364706"/>
              <a:gd name="connsiteX280" fmla="*/ 5014913 w 5051160"/>
              <a:gd name="connsiteY280" fmla="*/ 3157537 h 3364706"/>
              <a:gd name="connsiteX281" fmla="*/ 4986338 w 5051160"/>
              <a:gd name="connsiteY281" fmla="*/ 3078956 h 3364706"/>
              <a:gd name="connsiteX282" fmla="*/ 4964907 w 5051160"/>
              <a:gd name="connsiteY282" fmla="*/ 3064669 h 3364706"/>
              <a:gd name="connsiteX283" fmla="*/ 4936332 w 5051160"/>
              <a:gd name="connsiteY283" fmla="*/ 3036094 h 3364706"/>
              <a:gd name="connsiteX284" fmla="*/ 4922044 w 5051160"/>
              <a:gd name="connsiteY284" fmla="*/ 3014662 h 3364706"/>
              <a:gd name="connsiteX285" fmla="*/ 4886325 w 5051160"/>
              <a:gd name="connsiteY285" fmla="*/ 3000375 h 3364706"/>
              <a:gd name="connsiteX286" fmla="*/ 4843463 w 5051160"/>
              <a:gd name="connsiteY286" fmla="*/ 2978944 h 3364706"/>
              <a:gd name="connsiteX287" fmla="*/ 4836319 w 5051160"/>
              <a:gd name="connsiteY287" fmla="*/ 2957512 h 3364706"/>
              <a:gd name="connsiteX288" fmla="*/ 4814888 w 5051160"/>
              <a:gd name="connsiteY288" fmla="*/ 2943225 h 3364706"/>
              <a:gd name="connsiteX289" fmla="*/ 4836319 w 5051160"/>
              <a:gd name="connsiteY289" fmla="*/ 2828925 h 3364706"/>
              <a:gd name="connsiteX290" fmla="*/ 4829175 w 5051160"/>
              <a:gd name="connsiteY290" fmla="*/ 2636044 h 3364706"/>
              <a:gd name="connsiteX291" fmla="*/ 4822032 w 5051160"/>
              <a:gd name="connsiteY291" fmla="*/ 2600325 h 3364706"/>
              <a:gd name="connsiteX292" fmla="*/ 4779169 w 5051160"/>
              <a:gd name="connsiteY292" fmla="*/ 2571750 h 3364706"/>
              <a:gd name="connsiteX293" fmla="*/ 4722019 w 5051160"/>
              <a:gd name="connsiteY293" fmla="*/ 2543175 h 3364706"/>
              <a:gd name="connsiteX294" fmla="*/ 4643438 w 5051160"/>
              <a:gd name="connsiteY294" fmla="*/ 2550319 h 3364706"/>
              <a:gd name="connsiteX295" fmla="*/ 4622007 w 5051160"/>
              <a:gd name="connsiteY295" fmla="*/ 2571750 h 3364706"/>
              <a:gd name="connsiteX296" fmla="*/ 4629150 w 5051160"/>
              <a:gd name="connsiteY296" fmla="*/ 2664619 h 3364706"/>
              <a:gd name="connsiteX297" fmla="*/ 4643438 w 5051160"/>
              <a:gd name="connsiteY297" fmla="*/ 2693194 h 3364706"/>
              <a:gd name="connsiteX298" fmla="*/ 4657725 w 5051160"/>
              <a:gd name="connsiteY298" fmla="*/ 2736056 h 3364706"/>
              <a:gd name="connsiteX299" fmla="*/ 4672013 w 5051160"/>
              <a:gd name="connsiteY299" fmla="*/ 2786062 h 3364706"/>
              <a:gd name="connsiteX300" fmla="*/ 4643438 w 5051160"/>
              <a:gd name="connsiteY300" fmla="*/ 2778919 h 3364706"/>
              <a:gd name="connsiteX301" fmla="*/ 4636294 w 5051160"/>
              <a:gd name="connsiteY301" fmla="*/ 2728912 h 3364706"/>
              <a:gd name="connsiteX302" fmla="*/ 4643438 w 5051160"/>
              <a:gd name="connsiteY302" fmla="*/ 2571750 h 3364706"/>
              <a:gd name="connsiteX303" fmla="*/ 4686300 w 5051160"/>
              <a:gd name="connsiteY303" fmla="*/ 2557462 h 3364706"/>
              <a:gd name="connsiteX304" fmla="*/ 4714875 w 5051160"/>
              <a:gd name="connsiteY304" fmla="*/ 2543175 h 3364706"/>
              <a:gd name="connsiteX305" fmla="*/ 4764882 w 5051160"/>
              <a:gd name="connsiteY305" fmla="*/ 2528887 h 3364706"/>
              <a:gd name="connsiteX306" fmla="*/ 4757738 w 5051160"/>
              <a:gd name="connsiteY306" fmla="*/ 2464594 h 3364706"/>
              <a:gd name="connsiteX307" fmla="*/ 4743450 w 5051160"/>
              <a:gd name="connsiteY307" fmla="*/ 2364581 h 3364706"/>
              <a:gd name="connsiteX308" fmla="*/ 4736307 w 5051160"/>
              <a:gd name="connsiteY308" fmla="*/ 2336006 h 3364706"/>
              <a:gd name="connsiteX309" fmla="*/ 4722019 w 5051160"/>
              <a:gd name="connsiteY309" fmla="*/ 2314575 h 3364706"/>
              <a:gd name="connsiteX310" fmla="*/ 4707732 w 5051160"/>
              <a:gd name="connsiteY310" fmla="*/ 2250281 h 3364706"/>
              <a:gd name="connsiteX311" fmla="*/ 4700588 w 5051160"/>
              <a:gd name="connsiteY311" fmla="*/ 2221706 h 3364706"/>
              <a:gd name="connsiteX312" fmla="*/ 4686300 w 5051160"/>
              <a:gd name="connsiteY312" fmla="*/ 2157412 h 3364706"/>
              <a:gd name="connsiteX313" fmla="*/ 4672013 w 5051160"/>
              <a:gd name="connsiteY313" fmla="*/ 2128837 h 3364706"/>
              <a:gd name="connsiteX314" fmla="*/ 4664869 w 5051160"/>
              <a:gd name="connsiteY314" fmla="*/ 2093119 h 3364706"/>
              <a:gd name="connsiteX315" fmla="*/ 4650582 w 5051160"/>
              <a:gd name="connsiteY315" fmla="*/ 2035969 h 3364706"/>
              <a:gd name="connsiteX316" fmla="*/ 4643438 w 5051160"/>
              <a:gd name="connsiteY316" fmla="*/ 2000250 h 3364706"/>
              <a:gd name="connsiteX317" fmla="*/ 4636294 w 5051160"/>
              <a:gd name="connsiteY317" fmla="*/ 1978819 h 3364706"/>
              <a:gd name="connsiteX318" fmla="*/ 4622007 w 5051160"/>
              <a:gd name="connsiteY318" fmla="*/ 1885950 h 3364706"/>
              <a:gd name="connsiteX319" fmla="*/ 4593432 w 5051160"/>
              <a:gd name="connsiteY319" fmla="*/ 1800225 h 3364706"/>
              <a:gd name="connsiteX320" fmla="*/ 4579144 w 5051160"/>
              <a:gd name="connsiteY320" fmla="*/ 1728787 h 3364706"/>
              <a:gd name="connsiteX321" fmla="*/ 4564857 w 5051160"/>
              <a:gd name="connsiteY321" fmla="*/ 1657350 h 3364706"/>
              <a:gd name="connsiteX322" fmla="*/ 4557713 w 5051160"/>
              <a:gd name="connsiteY322" fmla="*/ 1571625 h 3364706"/>
              <a:gd name="connsiteX323" fmla="*/ 4550569 w 5051160"/>
              <a:gd name="connsiteY323" fmla="*/ 1543050 h 3364706"/>
              <a:gd name="connsiteX324" fmla="*/ 4529138 w 5051160"/>
              <a:gd name="connsiteY324" fmla="*/ 1350169 h 3364706"/>
              <a:gd name="connsiteX325" fmla="*/ 4500563 w 5051160"/>
              <a:gd name="connsiteY325" fmla="*/ 1250156 h 3364706"/>
              <a:gd name="connsiteX326" fmla="*/ 4479132 w 5051160"/>
              <a:gd name="connsiteY326" fmla="*/ 1235869 h 3364706"/>
              <a:gd name="connsiteX327" fmla="*/ 4450557 w 5051160"/>
              <a:gd name="connsiteY327" fmla="*/ 1228725 h 3364706"/>
              <a:gd name="connsiteX328" fmla="*/ 4429125 w 5051160"/>
              <a:gd name="connsiteY328" fmla="*/ 1221581 h 3364706"/>
              <a:gd name="connsiteX329" fmla="*/ 4407694 w 5051160"/>
              <a:gd name="connsiteY329" fmla="*/ 1235869 h 3364706"/>
              <a:gd name="connsiteX330" fmla="*/ 4371975 w 5051160"/>
              <a:gd name="connsiteY330" fmla="*/ 1293019 h 3364706"/>
              <a:gd name="connsiteX331" fmla="*/ 4336257 w 5051160"/>
              <a:gd name="connsiteY331" fmla="*/ 1378744 h 3364706"/>
              <a:gd name="connsiteX332" fmla="*/ 4350544 w 5051160"/>
              <a:gd name="connsiteY332" fmla="*/ 1493044 h 3364706"/>
              <a:gd name="connsiteX333" fmla="*/ 4364832 w 5051160"/>
              <a:gd name="connsiteY333" fmla="*/ 1514475 h 3364706"/>
              <a:gd name="connsiteX334" fmla="*/ 4386263 w 5051160"/>
              <a:gd name="connsiteY334" fmla="*/ 1521619 h 3364706"/>
              <a:gd name="connsiteX335" fmla="*/ 4429125 w 5051160"/>
              <a:gd name="connsiteY335" fmla="*/ 1550194 h 3364706"/>
              <a:gd name="connsiteX336" fmla="*/ 4486275 w 5051160"/>
              <a:gd name="connsiteY336" fmla="*/ 1543050 h 3364706"/>
              <a:gd name="connsiteX337" fmla="*/ 4507707 w 5051160"/>
              <a:gd name="connsiteY337" fmla="*/ 1535906 h 3364706"/>
              <a:gd name="connsiteX338" fmla="*/ 4521994 w 5051160"/>
              <a:gd name="connsiteY338" fmla="*/ 1514475 h 3364706"/>
              <a:gd name="connsiteX339" fmla="*/ 4536282 w 5051160"/>
              <a:gd name="connsiteY339" fmla="*/ 1471612 h 3364706"/>
              <a:gd name="connsiteX340" fmla="*/ 4529138 w 5051160"/>
              <a:gd name="connsiteY340" fmla="*/ 1421606 h 3364706"/>
              <a:gd name="connsiteX341" fmla="*/ 4514850 w 5051160"/>
              <a:gd name="connsiteY341" fmla="*/ 1400175 h 3364706"/>
              <a:gd name="connsiteX342" fmla="*/ 4507707 w 5051160"/>
              <a:gd name="connsiteY342" fmla="*/ 1357312 h 3364706"/>
              <a:gd name="connsiteX343" fmla="*/ 4500563 w 5051160"/>
              <a:gd name="connsiteY343" fmla="*/ 1328737 h 3364706"/>
              <a:gd name="connsiteX344" fmla="*/ 4486275 w 5051160"/>
              <a:gd name="connsiteY344" fmla="*/ 1250156 h 3364706"/>
              <a:gd name="connsiteX345" fmla="*/ 4479132 w 5051160"/>
              <a:gd name="connsiteY345" fmla="*/ 1064419 h 3364706"/>
              <a:gd name="connsiteX346" fmla="*/ 4464844 w 5051160"/>
              <a:gd name="connsiteY346" fmla="*/ 914400 h 3364706"/>
              <a:gd name="connsiteX347" fmla="*/ 4457700 w 5051160"/>
              <a:gd name="connsiteY347" fmla="*/ 864394 h 3364706"/>
              <a:gd name="connsiteX348" fmla="*/ 4450557 w 5051160"/>
              <a:gd name="connsiteY348" fmla="*/ 828675 h 3364706"/>
              <a:gd name="connsiteX349" fmla="*/ 4429125 w 5051160"/>
              <a:gd name="connsiteY349" fmla="*/ 814387 h 3364706"/>
              <a:gd name="connsiteX350" fmla="*/ 4379119 w 5051160"/>
              <a:gd name="connsiteY350" fmla="*/ 821531 h 3364706"/>
              <a:gd name="connsiteX351" fmla="*/ 4350544 w 5051160"/>
              <a:gd name="connsiteY351" fmla="*/ 885825 h 3364706"/>
              <a:gd name="connsiteX352" fmla="*/ 4379119 w 5051160"/>
              <a:gd name="connsiteY352" fmla="*/ 935831 h 3364706"/>
              <a:gd name="connsiteX353" fmla="*/ 4421982 w 5051160"/>
              <a:gd name="connsiteY353" fmla="*/ 921544 h 3364706"/>
              <a:gd name="connsiteX354" fmla="*/ 4436269 w 5051160"/>
              <a:gd name="connsiteY354" fmla="*/ 900112 h 3364706"/>
              <a:gd name="connsiteX355" fmla="*/ 4443413 w 5051160"/>
              <a:gd name="connsiteY355" fmla="*/ 871537 h 3364706"/>
              <a:gd name="connsiteX356" fmla="*/ 4436269 w 5051160"/>
              <a:gd name="connsiteY356" fmla="*/ 678656 h 3364706"/>
              <a:gd name="connsiteX357" fmla="*/ 4421982 w 5051160"/>
              <a:gd name="connsiteY357" fmla="*/ 578644 h 3364706"/>
              <a:gd name="connsiteX358" fmla="*/ 4400550 w 5051160"/>
              <a:gd name="connsiteY358" fmla="*/ 492919 h 3364706"/>
              <a:gd name="connsiteX359" fmla="*/ 4393407 w 5051160"/>
              <a:gd name="connsiteY359" fmla="*/ 400050 h 3364706"/>
              <a:gd name="connsiteX360" fmla="*/ 4379119 w 5051160"/>
              <a:gd name="connsiteY360" fmla="*/ 335756 h 3364706"/>
              <a:gd name="connsiteX361" fmla="*/ 4371975 w 5051160"/>
              <a:gd name="connsiteY361" fmla="*/ 314325 h 3364706"/>
              <a:gd name="connsiteX362" fmla="*/ 4329113 w 5051160"/>
              <a:gd name="connsiteY362" fmla="*/ 285750 h 3364706"/>
              <a:gd name="connsiteX363" fmla="*/ 4250532 w 5051160"/>
              <a:gd name="connsiteY363" fmla="*/ 307181 h 3364706"/>
              <a:gd name="connsiteX364" fmla="*/ 4236244 w 5051160"/>
              <a:gd name="connsiteY364" fmla="*/ 328612 h 3364706"/>
              <a:gd name="connsiteX365" fmla="*/ 4236244 w 5051160"/>
              <a:gd name="connsiteY365" fmla="*/ 464344 h 3364706"/>
              <a:gd name="connsiteX366" fmla="*/ 4250532 w 5051160"/>
              <a:gd name="connsiteY366" fmla="*/ 485775 h 3364706"/>
              <a:gd name="connsiteX367" fmla="*/ 4293394 w 5051160"/>
              <a:gd name="connsiteY367" fmla="*/ 500062 h 3364706"/>
              <a:gd name="connsiteX368" fmla="*/ 4357688 w 5051160"/>
              <a:gd name="connsiteY368" fmla="*/ 485775 h 3364706"/>
              <a:gd name="connsiteX369" fmla="*/ 4364832 w 5051160"/>
              <a:gd name="connsiteY369" fmla="*/ 464344 h 3364706"/>
              <a:gd name="connsiteX370" fmla="*/ 4371975 w 5051160"/>
              <a:gd name="connsiteY370" fmla="*/ 407194 h 3364706"/>
              <a:gd name="connsiteX371" fmla="*/ 4364832 w 5051160"/>
              <a:gd name="connsiteY371" fmla="*/ 235744 h 3364706"/>
              <a:gd name="connsiteX372" fmla="*/ 4314825 w 5051160"/>
              <a:gd name="connsiteY372" fmla="*/ 200025 h 3364706"/>
              <a:gd name="connsiteX373" fmla="*/ 4293394 w 5051160"/>
              <a:gd name="connsiteY373" fmla="*/ 185737 h 3364706"/>
              <a:gd name="connsiteX374" fmla="*/ 4243388 w 5051160"/>
              <a:gd name="connsiteY374" fmla="*/ 171450 h 3364706"/>
              <a:gd name="connsiteX375" fmla="*/ 4186238 w 5051160"/>
              <a:gd name="connsiteY375" fmla="*/ 157162 h 3364706"/>
              <a:gd name="connsiteX376" fmla="*/ 4164807 w 5051160"/>
              <a:gd name="connsiteY376" fmla="*/ 171450 h 3364706"/>
              <a:gd name="connsiteX377" fmla="*/ 4136232 w 5051160"/>
              <a:gd name="connsiteY377" fmla="*/ 178594 h 3364706"/>
              <a:gd name="connsiteX378" fmla="*/ 4107657 w 5051160"/>
              <a:gd name="connsiteY378" fmla="*/ 192881 h 3364706"/>
              <a:gd name="connsiteX379" fmla="*/ 4079082 w 5051160"/>
              <a:gd name="connsiteY379" fmla="*/ 221456 h 3364706"/>
              <a:gd name="connsiteX380" fmla="*/ 4050507 w 5051160"/>
              <a:gd name="connsiteY380" fmla="*/ 228600 h 3364706"/>
              <a:gd name="connsiteX381" fmla="*/ 3800475 w 5051160"/>
              <a:gd name="connsiteY381" fmla="*/ 221456 h 3364706"/>
              <a:gd name="connsiteX382" fmla="*/ 3764757 w 5051160"/>
              <a:gd name="connsiteY382" fmla="*/ 214312 h 3364706"/>
              <a:gd name="connsiteX383" fmla="*/ 3721894 w 5051160"/>
              <a:gd name="connsiteY383" fmla="*/ 207169 h 3364706"/>
              <a:gd name="connsiteX384" fmla="*/ 3693319 w 5051160"/>
              <a:gd name="connsiteY384" fmla="*/ 200025 h 3364706"/>
              <a:gd name="connsiteX385" fmla="*/ 3643313 w 5051160"/>
              <a:gd name="connsiteY385" fmla="*/ 150019 h 3364706"/>
              <a:gd name="connsiteX386" fmla="*/ 3621882 w 5051160"/>
              <a:gd name="connsiteY386" fmla="*/ 128587 h 3364706"/>
              <a:gd name="connsiteX387" fmla="*/ 3593307 w 5051160"/>
              <a:gd name="connsiteY387" fmla="*/ 121444 h 3364706"/>
              <a:gd name="connsiteX388" fmla="*/ 3543300 w 5051160"/>
              <a:gd name="connsiteY388" fmla="*/ 85725 h 3364706"/>
              <a:gd name="connsiteX389" fmla="*/ 3514725 w 5051160"/>
              <a:gd name="connsiteY389" fmla="*/ 64294 h 3364706"/>
              <a:gd name="connsiteX390" fmla="*/ 3421857 w 5051160"/>
              <a:gd name="connsiteY390" fmla="*/ 35719 h 3364706"/>
              <a:gd name="connsiteX391" fmla="*/ 3364707 w 5051160"/>
              <a:gd name="connsiteY391" fmla="*/ 14287 h 3364706"/>
              <a:gd name="connsiteX392" fmla="*/ 3336132 w 5051160"/>
              <a:gd name="connsiteY392" fmla="*/ 0 h 3364706"/>
              <a:gd name="connsiteX393" fmla="*/ 3186113 w 5051160"/>
              <a:gd name="connsiteY393" fmla="*/ 28575 h 336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5051160" h="3364706">
                <a:moveTo>
                  <a:pt x="1735932" y="121444"/>
                </a:moveTo>
                <a:cubicBezTo>
                  <a:pt x="1684177" y="111093"/>
                  <a:pt x="1683782" y="107585"/>
                  <a:pt x="1614488" y="121444"/>
                </a:cubicBezTo>
                <a:cubicBezTo>
                  <a:pt x="1606069" y="123128"/>
                  <a:pt x="1601096" y="132716"/>
                  <a:pt x="1593057" y="135731"/>
                </a:cubicBezTo>
                <a:cubicBezTo>
                  <a:pt x="1581688" y="139994"/>
                  <a:pt x="1569244" y="140494"/>
                  <a:pt x="1557338" y="142875"/>
                </a:cubicBezTo>
                <a:cubicBezTo>
                  <a:pt x="1550194" y="147637"/>
                  <a:pt x="1543586" y="153322"/>
                  <a:pt x="1535907" y="157162"/>
                </a:cubicBezTo>
                <a:cubicBezTo>
                  <a:pt x="1529172" y="160530"/>
                  <a:pt x="1520603" y="159929"/>
                  <a:pt x="1514475" y="164306"/>
                </a:cubicBezTo>
                <a:cubicBezTo>
                  <a:pt x="1503514" y="172135"/>
                  <a:pt x="1496127" y="184115"/>
                  <a:pt x="1485900" y="192881"/>
                </a:cubicBezTo>
                <a:cubicBezTo>
                  <a:pt x="1467995" y="208228"/>
                  <a:pt x="1451238" y="213023"/>
                  <a:pt x="1428750" y="221456"/>
                </a:cubicBezTo>
                <a:cubicBezTo>
                  <a:pt x="1421699" y="224100"/>
                  <a:pt x="1414584" y="226619"/>
                  <a:pt x="1407319" y="228600"/>
                </a:cubicBezTo>
                <a:cubicBezTo>
                  <a:pt x="1378902" y="236350"/>
                  <a:pt x="1350169" y="242887"/>
                  <a:pt x="1321594" y="250031"/>
                </a:cubicBezTo>
                <a:lnTo>
                  <a:pt x="1293019" y="257175"/>
                </a:lnTo>
                <a:cubicBezTo>
                  <a:pt x="1269207" y="254794"/>
                  <a:pt x="1245103" y="254441"/>
                  <a:pt x="1221582" y="250031"/>
                </a:cubicBezTo>
                <a:cubicBezTo>
                  <a:pt x="1206779" y="247256"/>
                  <a:pt x="1178719" y="235744"/>
                  <a:pt x="1178719" y="235744"/>
                </a:cubicBezTo>
                <a:cubicBezTo>
                  <a:pt x="1171575" y="230981"/>
                  <a:pt x="1165179" y="224838"/>
                  <a:pt x="1157288" y="221456"/>
                </a:cubicBezTo>
                <a:cubicBezTo>
                  <a:pt x="1148264" y="217588"/>
                  <a:pt x="1138153" y="217009"/>
                  <a:pt x="1128713" y="214312"/>
                </a:cubicBezTo>
                <a:cubicBezTo>
                  <a:pt x="1121473" y="212243"/>
                  <a:pt x="1114426" y="209550"/>
                  <a:pt x="1107282" y="207169"/>
                </a:cubicBezTo>
                <a:cubicBezTo>
                  <a:pt x="1085757" y="192819"/>
                  <a:pt x="1082656" y="189471"/>
                  <a:pt x="1057275" y="178594"/>
                </a:cubicBezTo>
                <a:cubicBezTo>
                  <a:pt x="1050354" y="175628"/>
                  <a:pt x="1042579" y="174818"/>
                  <a:pt x="1035844" y="171450"/>
                </a:cubicBezTo>
                <a:cubicBezTo>
                  <a:pt x="1023425" y="165240"/>
                  <a:pt x="1012350" y="156602"/>
                  <a:pt x="1000125" y="150019"/>
                </a:cubicBezTo>
                <a:cubicBezTo>
                  <a:pt x="981372" y="139921"/>
                  <a:pt x="942975" y="121444"/>
                  <a:pt x="942975" y="121444"/>
                </a:cubicBezTo>
                <a:cubicBezTo>
                  <a:pt x="933450" y="111919"/>
                  <a:pt x="923166" y="103097"/>
                  <a:pt x="914400" y="92869"/>
                </a:cubicBezTo>
                <a:cubicBezTo>
                  <a:pt x="908812" y="86350"/>
                  <a:pt x="906632" y="77025"/>
                  <a:pt x="900113" y="71437"/>
                </a:cubicBezTo>
                <a:cubicBezTo>
                  <a:pt x="889571" y="62401"/>
                  <a:pt x="876532" y="56749"/>
                  <a:pt x="864394" y="50006"/>
                </a:cubicBezTo>
                <a:cubicBezTo>
                  <a:pt x="833830" y="33027"/>
                  <a:pt x="839887" y="36736"/>
                  <a:pt x="807244" y="28575"/>
                </a:cubicBezTo>
                <a:cubicBezTo>
                  <a:pt x="785813" y="30956"/>
                  <a:pt x="764220" y="32174"/>
                  <a:pt x="742950" y="35719"/>
                </a:cubicBezTo>
                <a:cubicBezTo>
                  <a:pt x="735522" y="36957"/>
                  <a:pt x="726844" y="37537"/>
                  <a:pt x="721519" y="42862"/>
                </a:cubicBezTo>
                <a:cubicBezTo>
                  <a:pt x="716194" y="48187"/>
                  <a:pt x="719079" y="58414"/>
                  <a:pt x="714375" y="64294"/>
                </a:cubicBezTo>
                <a:cubicBezTo>
                  <a:pt x="709012" y="70998"/>
                  <a:pt x="700088" y="73819"/>
                  <a:pt x="692944" y="78581"/>
                </a:cubicBezTo>
                <a:cubicBezTo>
                  <a:pt x="685800" y="90487"/>
                  <a:pt x="679844" y="103192"/>
                  <a:pt x="671513" y="114300"/>
                </a:cubicBezTo>
                <a:cubicBezTo>
                  <a:pt x="665451" y="122382"/>
                  <a:pt x="655094" y="126959"/>
                  <a:pt x="650082" y="135731"/>
                </a:cubicBezTo>
                <a:cubicBezTo>
                  <a:pt x="645211" y="144256"/>
                  <a:pt x="647329" y="155524"/>
                  <a:pt x="642938" y="164306"/>
                </a:cubicBezTo>
                <a:cubicBezTo>
                  <a:pt x="630519" y="189144"/>
                  <a:pt x="608856" y="209399"/>
                  <a:pt x="600075" y="235744"/>
                </a:cubicBezTo>
                <a:cubicBezTo>
                  <a:pt x="597694" y="242888"/>
                  <a:pt x="595001" y="249935"/>
                  <a:pt x="592932" y="257175"/>
                </a:cubicBezTo>
                <a:cubicBezTo>
                  <a:pt x="590235" y="266615"/>
                  <a:pt x="590179" y="276968"/>
                  <a:pt x="585788" y="285750"/>
                </a:cubicBezTo>
                <a:cubicBezTo>
                  <a:pt x="580463" y="296399"/>
                  <a:pt x="571501" y="304800"/>
                  <a:pt x="564357" y="314325"/>
                </a:cubicBezTo>
                <a:cubicBezTo>
                  <a:pt x="544246" y="374655"/>
                  <a:pt x="537028" y="386669"/>
                  <a:pt x="571500" y="485775"/>
                </a:cubicBezTo>
                <a:cubicBezTo>
                  <a:pt x="573156" y="490536"/>
                  <a:pt x="632688" y="504643"/>
                  <a:pt x="642938" y="507206"/>
                </a:cubicBezTo>
                <a:cubicBezTo>
                  <a:pt x="659607" y="504825"/>
                  <a:pt x="677557" y="506901"/>
                  <a:pt x="692944" y="500062"/>
                </a:cubicBezTo>
                <a:cubicBezTo>
                  <a:pt x="700790" y="496575"/>
                  <a:pt x="705740" y="487086"/>
                  <a:pt x="707232" y="478631"/>
                </a:cubicBezTo>
                <a:cubicBezTo>
                  <a:pt x="713040" y="445717"/>
                  <a:pt x="711994" y="411956"/>
                  <a:pt x="714375" y="378619"/>
                </a:cubicBezTo>
                <a:cubicBezTo>
                  <a:pt x="711994" y="359569"/>
                  <a:pt x="710666" y="340358"/>
                  <a:pt x="707232" y="321469"/>
                </a:cubicBezTo>
                <a:cubicBezTo>
                  <a:pt x="705885" y="314060"/>
                  <a:pt x="705413" y="305362"/>
                  <a:pt x="700088" y="300037"/>
                </a:cubicBezTo>
                <a:cubicBezTo>
                  <a:pt x="679618" y="279567"/>
                  <a:pt x="660948" y="271506"/>
                  <a:pt x="635794" y="264319"/>
                </a:cubicBezTo>
                <a:cubicBezTo>
                  <a:pt x="626354" y="261622"/>
                  <a:pt x="616744" y="259556"/>
                  <a:pt x="607219" y="257175"/>
                </a:cubicBezTo>
                <a:cubicBezTo>
                  <a:pt x="600075" y="264319"/>
                  <a:pt x="593459" y="272031"/>
                  <a:pt x="585788" y="278606"/>
                </a:cubicBezTo>
                <a:cubicBezTo>
                  <a:pt x="576748" y="286354"/>
                  <a:pt x="565632" y="291618"/>
                  <a:pt x="557213" y="300037"/>
                </a:cubicBezTo>
                <a:cubicBezTo>
                  <a:pt x="551142" y="306108"/>
                  <a:pt x="547688" y="314325"/>
                  <a:pt x="542925" y="321469"/>
                </a:cubicBezTo>
                <a:cubicBezTo>
                  <a:pt x="562520" y="419438"/>
                  <a:pt x="541870" y="306702"/>
                  <a:pt x="557213" y="521494"/>
                </a:cubicBezTo>
                <a:cubicBezTo>
                  <a:pt x="558078" y="533605"/>
                  <a:pt x="562640" y="545192"/>
                  <a:pt x="564357" y="557212"/>
                </a:cubicBezTo>
                <a:cubicBezTo>
                  <a:pt x="567406" y="578558"/>
                  <a:pt x="569119" y="600075"/>
                  <a:pt x="571500" y="621506"/>
                </a:cubicBezTo>
                <a:cubicBezTo>
                  <a:pt x="569119" y="659606"/>
                  <a:pt x="568155" y="697821"/>
                  <a:pt x="564357" y="735806"/>
                </a:cubicBezTo>
                <a:cubicBezTo>
                  <a:pt x="563380" y="745575"/>
                  <a:pt x="559343" y="754797"/>
                  <a:pt x="557213" y="764381"/>
                </a:cubicBezTo>
                <a:cubicBezTo>
                  <a:pt x="550557" y="794333"/>
                  <a:pt x="548095" y="811946"/>
                  <a:pt x="542925" y="842962"/>
                </a:cubicBezTo>
                <a:cubicBezTo>
                  <a:pt x="549275" y="852487"/>
                  <a:pt x="562769" y="878681"/>
                  <a:pt x="578644" y="878681"/>
                </a:cubicBezTo>
                <a:cubicBezTo>
                  <a:pt x="593704" y="878681"/>
                  <a:pt x="607219" y="869156"/>
                  <a:pt x="621507" y="864394"/>
                </a:cubicBezTo>
                <a:cubicBezTo>
                  <a:pt x="626269" y="857250"/>
                  <a:pt x="634940" y="851505"/>
                  <a:pt x="635794" y="842962"/>
                </a:cubicBezTo>
                <a:cubicBezTo>
                  <a:pt x="639864" y="802254"/>
                  <a:pt x="636323" y="793221"/>
                  <a:pt x="607219" y="778669"/>
                </a:cubicBezTo>
                <a:cubicBezTo>
                  <a:pt x="600484" y="775301"/>
                  <a:pt x="592932" y="773906"/>
                  <a:pt x="585788" y="771525"/>
                </a:cubicBezTo>
                <a:lnTo>
                  <a:pt x="542925" y="778669"/>
                </a:lnTo>
                <a:cubicBezTo>
                  <a:pt x="539828" y="791058"/>
                  <a:pt x="554731" y="974999"/>
                  <a:pt x="557213" y="1007269"/>
                </a:cubicBezTo>
                <a:cubicBezTo>
                  <a:pt x="554832" y="1104900"/>
                  <a:pt x="554504" y="1202603"/>
                  <a:pt x="550069" y="1300162"/>
                </a:cubicBezTo>
                <a:cubicBezTo>
                  <a:pt x="549727" y="1307685"/>
                  <a:pt x="544994" y="1314353"/>
                  <a:pt x="542925" y="1321594"/>
                </a:cubicBezTo>
                <a:cubicBezTo>
                  <a:pt x="540228" y="1331034"/>
                  <a:pt x="541915" y="1342502"/>
                  <a:pt x="535782" y="1350169"/>
                </a:cubicBezTo>
                <a:cubicBezTo>
                  <a:pt x="531078" y="1356049"/>
                  <a:pt x="521494" y="1354931"/>
                  <a:pt x="514350" y="1357312"/>
                </a:cubicBezTo>
                <a:cubicBezTo>
                  <a:pt x="509588" y="1366837"/>
                  <a:pt x="505346" y="1376641"/>
                  <a:pt x="500063" y="1385887"/>
                </a:cubicBezTo>
                <a:cubicBezTo>
                  <a:pt x="495803" y="1393342"/>
                  <a:pt x="488490" y="1399174"/>
                  <a:pt x="485775" y="1407319"/>
                </a:cubicBezTo>
                <a:cubicBezTo>
                  <a:pt x="481195" y="1421060"/>
                  <a:pt x="481774" y="1436042"/>
                  <a:pt x="478632" y="1450181"/>
                </a:cubicBezTo>
                <a:cubicBezTo>
                  <a:pt x="476999" y="1457532"/>
                  <a:pt x="473869" y="1464468"/>
                  <a:pt x="471488" y="1471612"/>
                </a:cubicBezTo>
                <a:cubicBezTo>
                  <a:pt x="473869" y="1519237"/>
                  <a:pt x="472465" y="1567203"/>
                  <a:pt x="478632" y="1614487"/>
                </a:cubicBezTo>
                <a:cubicBezTo>
                  <a:pt x="479742" y="1623001"/>
                  <a:pt x="485638" y="1631368"/>
                  <a:pt x="492919" y="1635919"/>
                </a:cubicBezTo>
                <a:cubicBezTo>
                  <a:pt x="504511" y="1643164"/>
                  <a:pt x="547630" y="1653168"/>
                  <a:pt x="564357" y="1657350"/>
                </a:cubicBezTo>
                <a:cubicBezTo>
                  <a:pt x="581026" y="1654969"/>
                  <a:pt x="597797" y="1653218"/>
                  <a:pt x="614363" y="1650206"/>
                </a:cubicBezTo>
                <a:cubicBezTo>
                  <a:pt x="624023" y="1648450"/>
                  <a:pt x="634769" y="1648508"/>
                  <a:pt x="642938" y="1643062"/>
                </a:cubicBezTo>
                <a:cubicBezTo>
                  <a:pt x="658292" y="1632826"/>
                  <a:pt x="657238" y="1614462"/>
                  <a:pt x="664369" y="1600200"/>
                </a:cubicBezTo>
                <a:cubicBezTo>
                  <a:pt x="668209" y="1592521"/>
                  <a:pt x="673894" y="1585913"/>
                  <a:pt x="678657" y="1578769"/>
                </a:cubicBezTo>
                <a:cubicBezTo>
                  <a:pt x="700973" y="1489494"/>
                  <a:pt x="672458" y="1600462"/>
                  <a:pt x="692944" y="1528762"/>
                </a:cubicBezTo>
                <a:cubicBezTo>
                  <a:pt x="710882" y="1465979"/>
                  <a:pt x="690105" y="1530134"/>
                  <a:pt x="707232" y="1478756"/>
                </a:cubicBezTo>
                <a:cubicBezTo>
                  <a:pt x="704851" y="1445419"/>
                  <a:pt x="705896" y="1411658"/>
                  <a:pt x="700088" y="1378744"/>
                </a:cubicBezTo>
                <a:cubicBezTo>
                  <a:pt x="698596" y="1370289"/>
                  <a:pt x="691297" y="1363908"/>
                  <a:pt x="685800" y="1357312"/>
                </a:cubicBezTo>
                <a:cubicBezTo>
                  <a:pt x="664967" y="1332313"/>
                  <a:pt x="658716" y="1332489"/>
                  <a:pt x="628650" y="1314450"/>
                </a:cubicBezTo>
                <a:cubicBezTo>
                  <a:pt x="600075" y="1321594"/>
                  <a:pt x="569998" y="1324278"/>
                  <a:pt x="542925" y="1335881"/>
                </a:cubicBezTo>
                <a:cubicBezTo>
                  <a:pt x="528620" y="1342012"/>
                  <a:pt x="524514" y="1375822"/>
                  <a:pt x="521494" y="1385887"/>
                </a:cubicBezTo>
                <a:cubicBezTo>
                  <a:pt x="506509" y="1435838"/>
                  <a:pt x="516182" y="1419776"/>
                  <a:pt x="485775" y="1450181"/>
                </a:cubicBezTo>
                <a:cubicBezTo>
                  <a:pt x="480338" y="1477368"/>
                  <a:pt x="471488" y="1517107"/>
                  <a:pt x="471488" y="1543050"/>
                </a:cubicBezTo>
                <a:cubicBezTo>
                  <a:pt x="471488" y="1566981"/>
                  <a:pt x="473251" y="1591169"/>
                  <a:pt x="478632" y="1614487"/>
                </a:cubicBezTo>
                <a:cubicBezTo>
                  <a:pt x="480563" y="1622853"/>
                  <a:pt x="488157" y="1628775"/>
                  <a:pt x="492919" y="1635919"/>
                </a:cubicBezTo>
                <a:cubicBezTo>
                  <a:pt x="504032" y="1735934"/>
                  <a:pt x="504008" y="1704484"/>
                  <a:pt x="492919" y="1843087"/>
                </a:cubicBezTo>
                <a:cubicBezTo>
                  <a:pt x="489949" y="1880211"/>
                  <a:pt x="483220" y="1879328"/>
                  <a:pt x="471488" y="1914525"/>
                </a:cubicBezTo>
                <a:cubicBezTo>
                  <a:pt x="468383" y="1923839"/>
                  <a:pt x="466725" y="1933575"/>
                  <a:pt x="464344" y="1943100"/>
                </a:cubicBezTo>
                <a:cubicBezTo>
                  <a:pt x="461963" y="1969294"/>
                  <a:pt x="460676" y="1995610"/>
                  <a:pt x="457200" y="2021681"/>
                </a:cubicBezTo>
                <a:cubicBezTo>
                  <a:pt x="454408" y="2042625"/>
                  <a:pt x="448425" y="2052397"/>
                  <a:pt x="442913" y="2071687"/>
                </a:cubicBezTo>
                <a:cubicBezTo>
                  <a:pt x="440216" y="2081127"/>
                  <a:pt x="439636" y="2091238"/>
                  <a:pt x="435769" y="2100262"/>
                </a:cubicBezTo>
                <a:cubicBezTo>
                  <a:pt x="432387" y="2108154"/>
                  <a:pt x="426244" y="2114550"/>
                  <a:pt x="421482" y="2121694"/>
                </a:cubicBezTo>
                <a:cubicBezTo>
                  <a:pt x="419101" y="2140744"/>
                  <a:pt x="417257" y="2159869"/>
                  <a:pt x="414338" y="2178844"/>
                </a:cubicBezTo>
                <a:cubicBezTo>
                  <a:pt x="411882" y="2194805"/>
                  <a:pt x="404791" y="2226544"/>
                  <a:pt x="400050" y="2243137"/>
                </a:cubicBezTo>
                <a:cubicBezTo>
                  <a:pt x="388550" y="2283391"/>
                  <a:pt x="397675" y="2245504"/>
                  <a:pt x="378619" y="2293144"/>
                </a:cubicBezTo>
                <a:cubicBezTo>
                  <a:pt x="373026" y="2307127"/>
                  <a:pt x="368659" y="2321581"/>
                  <a:pt x="364332" y="2336006"/>
                </a:cubicBezTo>
                <a:cubicBezTo>
                  <a:pt x="360898" y="2347453"/>
                  <a:pt x="356047" y="2374006"/>
                  <a:pt x="350044" y="2386012"/>
                </a:cubicBezTo>
                <a:cubicBezTo>
                  <a:pt x="346204" y="2393691"/>
                  <a:pt x="339244" y="2399598"/>
                  <a:pt x="335757" y="2407444"/>
                </a:cubicBezTo>
                <a:cubicBezTo>
                  <a:pt x="317403" y="2448741"/>
                  <a:pt x="322326" y="2462025"/>
                  <a:pt x="307182" y="2507456"/>
                </a:cubicBezTo>
                <a:cubicBezTo>
                  <a:pt x="290852" y="2556444"/>
                  <a:pt x="310136" y="2495642"/>
                  <a:pt x="292894" y="2564606"/>
                </a:cubicBezTo>
                <a:cubicBezTo>
                  <a:pt x="291068" y="2571911"/>
                  <a:pt x="287819" y="2578797"/>
                  <a:pt x="285750" y="2586037"/>
                </a:cubicBezTo>
                <a:cubicBezTo>
                  <a:pt x="283053" y="2595477"/>
                  <a:pt x="280988" y="2605087"/>
                  <a:pt x="278607" y="2614612"/>
                </a:cubicBezTo>
                <a:cubicBezTo>
                  <a:pt x="273844" y="2664618"/>
                  <a:pt x="270550" y="2714786"/>
                  <a:pt x="264319" y="2764631"/>
                </a:cubicBezTo>
                <a:cubicBezTo>
                  <a:pt x="261938" y="2783681"/>
                  <a:pt x="260609" y="2802892"/>
                  <a:pt x="257175" y="2821781"/>
                </a:cubicBezTo>
                <a:cubicBezTo>
                  <a:pt x="254171" y="2838302"/>
                  <a:pt x="242783" y="2857709"/>
                  <a:pt x="235744" y="2871787"/>
                </a:cubicBezTo>
                <a:cubicBezTo>
                  <a:pt x="238125" y="2881312"/>
                  <a:pt x="240191" y="2890922"/>
                  <a:pt x="242888" y="2900362"/>
                </a:cubicBezTo>
                <a:cubicBezTo>
                  <a:pt x="244957" y="2907603"/>
                  <a:pt x="250032" y="2914264"/>
                  <a:pt x="250032" y="2921794"/>
                </a:cubicBezTo>
                <a:cubicBezTo>
                  <a:pt x="250032" y="2933936"/>
                  <a:pt x="245833" y="2945733"/>
                  <a:pt x="242888" y="2957512"/>
                </a:cubicBezTo>
                <a:cubicBezTo>
                  <a:pt x="237645" y="2978483"/>
                  <a:pt x="234233" y="2987095"/>
                  <a:pt x="214313" y="3000375"/>
                </a:cubicBezTo>
                <a:cubicBezTo>
                  <a:pt x="208048" y="3004552"/>
                  <a:pt x="200026" y="3005138"/>
                  <a:pt x="192882" y="3007519"/>
                </a:cubicBezTo>
                <a:cubicBezTo>
                  <a:pt x="185738" y="3014663"/>
                  <a:pt x="180222" y="3023938"/>
                  <a:pt x="171450" y="3028950"/>
                </a:cubicBezTo>
                <a:cubicBezTo>
                  <a:pt x="162925" y="3033821"/>
                  <a:pt x="150864" y="3030387"/>
                  <a:pt x="142875" y="3036094"/>
                </a:cubicBezTo>
                <a:cubicBezTo>
                  <a:pt x="133187" y="3043014"/>
                  <a:pt x="129192" y="3055629"/>
                  <a:pt x="121444" y="3064669"/>
                </a:cubicBezTo>
                <a:cubicBezTo>
                  <a:pt x="114869" y="3072340"/>
                  <a:pt x="106481" y="3078339"/>
                  <a:pt x="100013" y="3086100"/>
                </a:cubicBezTo>
                <a:cubicBezTo>
                  <a:pt x="94516" y="3092696"/>
                  <a:pt x="91429" y="3101114"/>
                  <a:pt x="85725" y="3107531"/>
                </a:cubicBezTo>
                <a:cubicBezTo>
                  <a:pt x="72301" y="3122633"/>
                  <a:pt x="42863" y="3150394"/>
                  <a:pt x="42863" y="3150394"/>
                </a:cubicBezTo>
                <a:cubicBezTo>
                  <a:pt x="40482" y="3157538"/>
                  <a:pt x="38685" y="3164904"/>
                  <a:pt x="35719" y="3171825"/>
                </a:cubicBezTo>
                <a:cubicBezTo>
                  <a:pt x="31524" y="3181613"/>
                  <a:pt x="25171" y="3190429"/>
                  <a:pt x="21432" y="3200400"/>
                </a:cubicBezTo>
                <a:cubicBezTo>
                  <a:pt x="17985" y="3209593"/>
                  <a:pt x="17393" y="3219661"/>
                  <a:pt x="14288" y="3228975"/>
                </a:cubicBezTo>
                <a:cubicBezTo>
                  <a:pt x="10233" y="3241140"/>
                  <a:pt x="4763" y="3252788"/>
                  <a:pt x="0" y="3264694"/>
                </a:cubicBezTo>
                <a:cubicBezTo>
                  <a:pt x="4763" y="3281363"/>
                  <a:pt x="9190" y="3298131"/>
                  <a:pt x="14288" y="3314700"/>
                </a:cubicBezTo>
                <a:cubicBezTo>
                  <a:pt x="18717" y="3329094"/>
                  <a:pt x="28575" y="3357562"/>
                  <a:pt x="28575" y="3357562"/>
                </a:cubicBezTo>
                <a:cubicBezTo>
                  <a:pt x="64294" y="3350418"/>
                  <a:pt x="100393" y="3344966"/>
                  <a:pt x="135732" y="3336131"/>
                </a:cubicBezTo>
                <a:cubicBezTo>
                  <a:pt x="148172" y="3333021"/>
                  <a:pt x="161599" y="3330053"/>
                  <a:pt x="171450" y="3321844"/>
                </a:cubicBezTo>
                <a:cubicBezTo>
                  <a:pt x="177235" y="3317023"/>
                  <a:pt x="175628" y="3307334"/>
                  <a:pt x="178594" y="3300412"/>
                </a:cubicBezTo>
                <a:cubicBezTo>
                  <a:pt x="182789" y="3290624"/>
                  <a:pt x="188687" y="3281625"/>
                  <a:pt x="192882" y="3271837"/>
                </a:cubicBezTo>
                <a:cubicBezTo>
                  <a:pt x="195848" y="3264916"/>
                  <a:pt x="196368" y="3256988"/>
                  <a:pt x="200025" y="3250406"/>
                </a:cubicBezTo>
                <a:cubicBezTo>
                  <a:pt x="208364" y="3235396"/>
                  <a:pt x="219075" y="3221831"/>
                  <a:pt x="228600" y="3207544"/>
                </a:cubicBezTo>
                <a:cubicBezTo>
                  <a:pt x="226219" y="3169444"/>
                  <a:pt x="227411" y="3130951"/>
                  <a:pt x="221457" y="3093244"/>
                </a:cubicBezTo>
                <a:cubicBezTo>
                  <a:pt x="220118" y="3084763"/>
                  <a:pt x="207946" y="3080363"/>
                  <a:pt x="207169" y="3071812"/>
                </a:cubicBezTo>
                <a:cubicBezTo>
                  <a:pt x="205668" y="3055298"/>
                  <a:pt x="211256" y="3003431"/>
                  <a:pt x="228600" y="2986087"/>
                </a:cubicBezTo>
                <a:cubicBezTo>
                  <a:pt x="238418" y="2976269"/>
                  <a:pt x="252544" y="2972015"/>
                  <a:pt x="264319" y="2964656"/>
                </a:cubicBezTo>
                <a:cubicBezTo>
                  <a:pt x="298944" y="2943016"/>
                  <a:pt x="272959" y="2952927"/>
                  <a:pt x="321469" y="2943225"/>
                </a:cubicBezTo>
                <a:cubicBezTo>
                  <a:pt x="326232" y="2936081"/>
                  <a:pt x="328613" y="2926556"/>
                  <a:pt x="335757" y="2921794"/>
                </a:cubicBezTo>
                <a:cubicBezTo>
                  <a:pt x="343926" y="2916348"/>
                  <a:pt x="355308" y="2918518"/>
                  <a:pt x="364332" y="2914650"/>
                </a:cubicBezTo>
                <a:cubicBezTo>
                  <a:pt x="372223" y="2911268"/>
                  <a:pt x="378619" y="2905125"/>
                  <a:pt x="385763" y="2900362"/>
                </a:cubicBezTo>
                <a:cubicBezTo>
                  <a:pt x="390525" y="2893218"/>
                  <a:pt x="396210" y="2886610"/>
                  <a:pt x="400050" y="2878931"/>
                </a:cubicBezTo>
                <a:cubicBezTo>
                  <a:pt x="403418" y="2872196"/>
                  <a:pt x="403458" y="2864038"/>
                  <a:pt x="407194" y="2857500"/>
                </a:cubicBezTo>
                <a:cubicBezTo>
                  <a:pt x="413101" y="2847163"/>
                  <a:pt x="421481" y="2838450"/>
                  <a:pt x="428625" y="2828925"/>
                </a:cubicBezTo>
                <a:cubicBezTo>
                  <a:pt x="451627" y="2759922"/>
                  <a:pt x="414737" y="2867220"/>
                  <a:pt x="450057" y="2778919"/>
                </a:cubicBezTo>
                <a:cubicBezTo>
                  <a:pt x="455650" y="2764936"/>
                  <a:pt x="461390" y="2750824"/>
                  <a:pt x="464344" y="2736056"/>
                </a:cubicBezTo>
                <a:cubicBezTo>
                  <a:pt x="473414" y="2690710"/>
                  <a:pt x="468543" y="2712117"/>
                  <a:pt x="478632" y="2671762"/>
                </a:cubicBezTo>
                <a:cubicBezTo>
                  <a:pt x="476251" y="2650331"/>
                  <a:pt x="481131" y="2626755"/>
                  <a:pt x="471488" y="2607469"/>
                </a:cubicBezTo>
                <a:cubicBezTo>
                  <a:pt x="467097" y="2598687"/>
                  <a:pt x="451937" y="2604193"/>
                  <a:pt x="442913" y="2600325"/>
                </a:cubicBezTo>
                <a:cubicBezTo>
                  <a:pt x="435022" y="2596943"/>
                  <a:pt x="428626" y="2590800"/>
                  <a:pt x="421482" y="2586037"/>
                </a:cubicBezTo>
                <a:cubicBezTo>
                  <a:pt x="400051" y="2590800"/>
                  <a:pt x="377453" y="2591881"/>
                  <a:pt x="357188" y="2600325"/>
                </a:cubicBezTo>
                <a:cubicBezTo>
                  <a:pt x="342872" y="2606290"/>
                  <a:pt x="308630" y="2660276"/>
                  <a:pt x="307182" y="2664619"/>
                </a:cubicBezTo>
                <a:cubicBezTo>
                  <a:pt x="304801" y="2671763"/>
                  <a:pt x="304859" y="2680265"/>
                  <a:pt x="300038" y="2686050"/>
                </a:cubicBezTo>
                <a:cubicBezTo>
                  <a:pt x="292416" y="2695197"/>
                  <a:pt x="280988" y="2700337"/>
                  <a:pt x="271463" y="2707481"/>
                </a:cubicBezTo>
                <a:cubicBezTo>
                  <a:pt x="269082" y="2726531"/>
                  <a:pt x="268975" y="2746006"/>
                  <a:pt x="264319" y="2764631"/>
                </a:cubicBezTo>
                <a:cubicBezTo>
                  <a:pt x="261736" y="2774962"/>
                  <a:pt x="253092" y="2783006"/>
                  <a:pt x="250032" y="2793206"/>
                </a:cubicBezTo>
                <a:cubicBezTo>
                  <a:pt x="245870" y="2807080"/>
                  <a:pt x="246030" y="2821929"/>
                  <a:pt x="242888" y="2836069"/>
                </a:cubicBezTo>
                <a:cubicBezTo>
                  <a:pt x="241254" y="2843420"/>
                  <a:pt x="238125" y="2850356"/>
                  <a:pt x="235744" y="2857500"/>
                </a:cubicBezTo>
                <a:cubicBezTo>
                  <a:pt x="240507" y="2886075"/>
                  <a:pt x="235659" y="2918073"/>
                  <a:pt x="250032" y="2943225"/>
                </a:cubicBezTo>
                <a:cubicBezTo>
                  <a:pt x="257504" y="2956301"/>
                  <a:pt x="292894" y="2957512"/>
                  <a:pt x="292894" y="2957512"/>
                </a:cubicBezTo>
                <a:cubicBezTo>
                  <a:pt x="307182" y="2955131"/>
                  <a:pt x="322016" y="2954949"/>
                  <a:pt x="335757" y="2950369"/>
                </a:cubicBezTo>
                <a:cubicBezTo>
                  <a:pt x="343902" y="2947654"/>
                  <a:pt x="349907" y="2940631"/>
                  <a:pt x="357188" y="2936081"/>
                </a:cubicBezTo>
                <a:cubicBezTo>
                  <a:pt x="368962" y="2928722"/>
                  <a:pt x="381001" y="2921794"/>
                  <a:pt x="392907" y="2914650"/>
                </a:cubicBezTo>
                <a:cubicBezTo>
                  <a:pt x="412657" y="2855394"/>
                  <a:pt x="379506" y="2948591"/>
                  <a:pt x="428625" y="2850356"/>
                </a:cubicBezTo>
                <a:cubicBezTo>
                  <a:pt x="447431" y="2812745"/>
                  <a:pt x="435383" y="2829311"/>
                  <a:pt x="464344" y="2800350"/>
                </a:cubicBezTo>
                <a:cubicBezTo>
                  <a:pt x="466725" y="2790825"/>
                  <a:pt x="466617" y="2780300"/>
                  <a:pt x="471488" y="2771775"/>
                </a:cubicBezTo>
                <a:cubicBezTo>
                  <a:pt x="479950" y="2756967"/>
                  <a:pt x="500695" y="2745160"/>
                  <a:pt x="514350" y="2736056"/>
                </a:cubicBezTo>
                <a:cubicBezTo>
                  <a:pt x="519113" y="2728912"/>
                  <a:pt x="522567" y="2720696"/>
                  <a:pt x="528638" y="2714625"/>
                </a:cubicBezTo>
                <a:cubicBezTo>
                  <a:pt x="537496" y="2705767"/>
                  <a:pt x="566478" y="2687017"/>
                  <a:pt x="578644" y="2678906"/>
                </a:cubicBezTo>
                <a:cubicBezTo>
                  <a:pt x="592552" y="2637185"/>
                  <a:pt x="574907" y="2675499"/>
                  <a:pt x="607219" y="2643187"/>
                </a:cubicBezTo>
                <a:cubicBezTo>
                  <a:pt x="659325" y="2591081"/>
                  <a:pt x="617106" y="2625609"/>
                  <a:pt x="650082" y="2586037"/>
                </a:cubicBezTo>
                <a:cubicBezTo>
                  <a:pt x="667271" y="2565410"/>
                  <a:pt x="671871" y="2564367"/>
                  <a:pt x="692944" y="2550319"/>
                </a:cubicBezTo>
                <a:cubicBezTo>
                  <a:pt x="698545" y="2539117"/>
                  <a:pt x="711425" y="2510407"/>
                  <a:pt x="721519" y="2500312"/>
                </a:cubicBezTo>
                <a:cubicBezTo>
                  <a:pt x="787672" y="2434157"/>
                  <a:pt x="694144" y="2546537"/>
                  <a:pt x="764382" y="2464594"/>
                </a:cubicBezTo>
                <a:cubicBezTo>
                  <a:pt x="772131" y="2455554"/>
                  <a:pt x="777394" y="2444438"/>
                  <a:pt x="785813" y="2436019"/>
                </a:cubicBezTo>
                <a:cubicBezTo>
                  <a:pt x="822115" y="2399716"/>
                  <a:pt x="793565" y="2447112"/>
                  <a:pt x="828675" y="2400300"/>
                </a:cubicBezTo>
                <a:cubicBezTo>
                  <a:pt x="837006" y="2389192"/>
                  <a:pt x="842405" y="2376134"/>
                  <a:pt x="850107" y="2364581"/>
                </a:cubicBezTo>
                <a:cubicBezTo>
                  <a:pt x="856711" y="2354674"/>
                  <a:pt x="865228" y="2346102"/>
                  <a:pt x="871538" y="2336006"/>
                </a:cubicBezTo>
                <a:cubicBezTo>
                  <a:pt x="877182" y="2326975"/>
                  <a:pt x="878295" y="2314961"/>
                  <a:pt x="885825" y="2307431"/>
                </a:cubicBezTo>
                <a:cubicBezTo>
                  <a:pt x="893355" y="2299901"/>
                  <a:pt x="904875" y="2297906"/>
                  <a:pt x="914400" y="2293144"/>
                </a:cubicBezTo>
                <a:cubicBezTo>
                  <a:pt x="986622" y="2184810"/>
                  <a:pt x="908450" y="2295997"/>
                  <a:pt x="964407" y="2228850"/>
                </a:cubicBezTo>
                <a:cubicBezTo>
                  <a:pt x="994175" y="2193129"/>
                  <a:pt x="960832" y="2219328"/>
                  <a:pt x="1000125" y="2193131"/>
                </a:cubicBezTo>
                <a:cubicBezTo>
                  <a:pt x="1009650" y="2178844"/>
                  <a:pt x="1019599" y="2164830"/>
                  <a:pt x="1028700" y="2150269"/>
                </a:cubicBezTo>
                <a:cubicBezTo>
                  <a:pt x="1040606" y="2131219"/>
                  <a:pt x="1043107" y="2100223"/>
                  <a:pt x="1064419" y="2093119"/>
                </a:cubicBezTo>
                <a:lnTo>
                  <a:pt x="1085850" y="2085975"/>
                </a:lnTo>
                <a:cubicBezTo>
                  <a:pt x="1090613" y="2074069"/>
                  <a:pt x="1094403" y="2061726"/>
                  <a:pt x="1100138" y="2050256"/>
                </a:cubicBezTo>
                <a:cubicBezTo>
                  <a:pt x="1112771" y="2024991"/>
                  <a:pt x="1116895" y="2029516"/>
                  <a:pt x="1135857" y="2007394"/>
                </a:cubicBezTo>
                <a:cubicBezTo>
                  <a:pt x="1143606" y="1998354"/>
                  <a:pt x="1150144" y="1988344"/>
                  <a:pt x="1157288" y="1978819"/>
                </a:cubicBezTo>
                <a:cubicBezTo>
                  <a:pt x="1159669" y="1969294"/>
                  <a:pt x="1160565" y="1959268"/>
                  <a:pt x="1164432" y="1950244"/>
                </a:cubicBezTo>
                <a:cubicBezTo>
                  <a:pt x="1173823" y="1928331"/>
                  <a:pt x="1185003" y="1925557"/>
                  <a:pt x="1200150" y="1907381"/>
                </a:cubicBezTo>
                <a:cubicBezTo>
                  <a:pt x="1225715" y="1876704"/>
                  <a:pt x="1221134" y="1850529"/>
                  <a:pt x="1264444" y="1821656"/>
                </a:cubicBezTo>
                <a:lnTo>
                  <a:pt x="1285875" y="1807369"/>
                </a:lnTo>
                <a:cubicBezTo>
                  <a:pt x="1302255" y="1758230"/>
                  <a:pt x="1279852" y="1817909"/>
                  <a:pt x="1314450" y="1757362"/>
                </a:cubicBezTo>
                <a:cubicBezTo>
                  <a:pt x="1318186" y="1750824"/>
                  <a:pt x="1316890" y="1741811"/>
                  <a:pt x="1321594" y="1735931"/>
                </a:cubicBezTo>
                <a:cubicBezTo>
                  <a:pt x="1326957" y="1729227"/>
                  <a:pt x="1336954" y="1727715"/>
                  <a:pt x="1343025" y="1721644"/>
                </a:cubicBezTo>
                <a:cubicBezTo>
                  <a:pt x="1353807" y="1710862"/>
                  <a:pt x="1362451" y="1698123"/>
                  <a:pt x="1371600" y="1685925"/>
                </a:cubicBezTo>
                <a:cubicBezTo>
                  <a:pt x="1376751" y="1679056"/>
                  <a:pt x="1379817" y="1670565"/>
                  <a:pt x="1385888" y="1664494"/>
                </a:cubicBezTo>
                <a:cubicBezTo>
                  <a:pt x="1391959" y="1658423"/>
                  <a:pt x="1400175" y="1654969"/>
                  <a:pt x="1407319" y="1650206"/>
                </a:cubicBezTo>
                <a:cubicBezTo>
                  <a:pt x="1412082" y="1638300"/>
                  <a:pt x="1415872" y="1625957"/>
                  <a:pt x="1421607" y="1614487"/>
                </a:cubicBezTo>
                <a:cubicBezTo>
                  <a:pt x="1425447" y="1606808"/>
                  <a:pt x="1431634" y="1600510"/>
                  <a:pt x="1435894" y="1593056"/>
                </a:cubicBezTo>
                <a:cubicBezTo>
                  <a:pt x="1441178" y="1583810"/>
                  <a:pt x="1444898" y="1573727"/>
                  <a:pt x="1450182" y="1564481"/>
                </a:cubicBezTo>
                <a:cubicBezTo>
                  <a:pt x="1454442" y="1557027"/>
                  <a:pt x="1460209" y="1550504"/>
                  <a:pt x="1464469" y="1543050"/>
                </a:cubicBezTo>
                <a:cubicBezTo>
                  <a:pt x="1469753" y="1533804"/>
                  <a:pt x="1472567" y="1523141"/>
                  <a:pt x="1478757" y="1514475"/>
                </a:cubicBezTo>
                <a:cubicBezTo>
                  <a:pt x="1484629" y="1506254"/>
                  <a:pt x="1493721" y="1500805"/>
                  <a:pt x="1500188" y="1493044"/>
                </a:cubicBezTo>
                <a:cubicBezTo>
                  <a:pt x="1505684" y="1486448"/>
                  <a:pt x="1508014" y="1477266"/>
                  <a:pt x="1514475" y="1471612"/>
                </a:cubicBezTo>
                <a:cubicBezTo>
                  <a:pt x="1527398" y="1460304"/>
                  <a:pt x="1545196" y="1455179"/>
                  <a:pt x="1557338" y="1443037"/>
                </a:cubicBezTo>
                <a:cubicBezTo>
                  <a:pt x="1564482" y="1435893"/>
                  <a:pt x="1569340" y="1425233"/>
                  <a:pt x="1578769" y="1421606"/>
                </a:cubicBezTo>
                <a:cubicBezTo>
                  <a:pt x="1601435" y="1412889"/>
                  <a:pt x="1626648" y="1413209"/>
                  <a:pt x="1650207" y="1407319"/>
                </a:cubicBezTo>
                <a:cubicBezTo>
                  <a:pt x="1721409" y="1389518"/>
                  <a:pt x="1687988" y="1396259"/>
                  <a:pt x="1750219" y="1385887"/>
                </a:cubicBezTo>
                <a:cubicBezTo>
                  <a:pt x="1751681" y="1386033"/>
                  <a:pt x="1901355" y="1398970"/>
                  <a:pt x="1943100" y="1407319"/>
                </a:cubicBezTo>
                <a:cubicBezTo>
                  <a:pt x="1950484" y="1408796"/>
                  <a:pt x="1957227" y="1412636"/>
                  <a:pt x="1964532" y="1414462"/>
                </a:cubicBezTo>
                <a:cubicBezTo>
                  <a:pt x="1985830" y="1419787"/>
                  <a:pt x="2007433" y="1423813"/>
                  <a:pt x="2028825" y="1428750"/>
                </a:cubicBezTo>
                <a:cubicBezTo>
                  <a:pt x="2038392" y="1430958"/>
                  <a:pt x="2047681" y="1434506"/>
                  <a:pt x="2057400" y="1435894"/>
                </a:cubicBezTo>
                <a:cubicBezTo>
                  <a:pt x="2104224" y="1442583"/>
                  <a:pt x="2195062" y="1447452"/>
                  <a:pt x="2235994" y="1450181"/>
                </a:cubicBezTo>
                <a:cubicBezTo>
                  <a:pt x="2252663" y="1452562"/>
                  <a:pt x="2269434" y="1454313"/>
                  <a:pt x="2286000" y="1457325"/>
                </a:cubicBezTo>
                <a:cubicBezTo>
                  <a:pt x="2340958" y="1467318"/>
                  <a:pt x="2287623" y="1465199"/>
                  <a:pt x="2364582" y="1471612"/>
                </a:cubicBezTo>
                <a:cubicBezTo>
                  <a:pt x="2404993" y="1474979"/>
                  <a:pt x="2445544" y="1476375"/>
                  <a:pt x="2486025" y="1478756"/>
                </a:cubicBezTo>
                <a:cubicBezTo>
                  <a:pt x="2508164" y="1481919"/>
                  <a:pt x="2582320" y="1493044"/>
                  <a:pt x="2600325" y="1493044"/>
                </a:cubicBezTo>
                <a:cubicBezTo>
                  <a:pt x="2617163" y="1493044"/>
                  <a:pt x="2633624" y="1487989"/>
                  <a:pt x="2650332" y="1485900"/>
                </a:cubicBezTo>
                <a:cubicBezTo>
                  <a:pt x="2671728" y="1483225"/>
                  <a:pt x="2693251" y="1481606"/>
                  <a:pt x="2714625" y="1478756"/>
                </a:cubicBezTo>
                <a:cubicBezTo>
                  <a:pt x="2778938" y="1470181"/>
                  <a:pt x="2751223" y="1467671"/>
                  <a:pt x="2836069" y="1464469"/>
                </a:cubicBezTo>
                <a:cubicBezTo>
                  <a:pt x="2936039" y="1460697"/>
                  <a:pt x="3036094" y="1459706"/>
                  <a:pt x="3136107" y="1457325"/>
                </a:cubicBezTo>
                <a:cubicBezTo>
                  <a:pt x="3167361" y="1446907"/>
                  <a:pt x="3180505" y="1440862"/>
                  <a:pt x="3221832" y="1443037"/>
                </a:cubicBezTo>
                <a:cubicBezTo>
                  <a:pt x="3270199" y="1445583"/>
                  <a:pt x="3289544" y="1455835"/>
                  <a:pt x="3328988" y="1471612"/>
                </a:cubicBezTo>
                <a:cubicBezTo>
                  <a:pt x="3363984" y="1541606"/>
                  <a:pt x="3320910" y="1472293"/>
                  <a:pt x="3364707" y="1507331"/>
                </a:cubicBezTo>
                <a:cubicBezTo>
                  <a:pt x="3371411" y="1512694"/>
                  <a:pt x="3372923" y="1522691"/>
                  <a:pt x="3378994" y="1528762"/>
                </a:cubicBezTo>
                <a:cubicBezTo>
                  <a:pt x="3389776" y="1539544"/>
                  <a:pt x="3403238" y="1547296"/>
                  <a:pt x="3414713" y="1557337"/>
                </a:cubicBezTo>
                <a:cubicBezTo>
                  <a:pt x="3422316" y="1563990"/>
                  <a:pt x="3429676" y="1571008"/>
                  <a:pt x="3436144" y="1578769"/>
                </a:cubicBezTo>
                <a:cubicBezTo>
                  <a:pt x="3441640" y="1585365"/>
                  <a:pt x="3444361" y="1594129"/>
                  <a:pt x="3450432" y="1600200"/>
                </a:cubicBezTo>
                <a:cubicBezTo>
                  <a:pt x="3456503" y="1606271"/>
                  <a:pt x="3464719" y="1609725"/>
                  <a:pt x="3471863" y="1614487"/>
                </a:cubicBezTo>
                <a:cubicBezTo>
                  <a:pt x="3505530" y="1664991"/>
                  <a:pt x="3461565" y="1604191"/>
                  <a:pt x="3514725" y="1657350"/>
                </a:cubicBezTo>
                <a:cubicBezTo>
                  <a:pt x="3520796" y="1663421"/>
                  <a:pt x="3522942" y="1672710"/>
                  <a:pt x="3529013" y="1678781"/>
                </a:cubicBezTo>
                <a:cubicBezTo>
                  <a:pt x="3537432" y="1687200"/>
                  <a:pt x="3548063" y="1693068"/>
                  <a:pt x="3557588" y="1700212"/>
                </a:cubicBezTo>
                <a:cubicBezTo>
                  <a:pt x="3570143" y="1737876"/>
                  <a:pt x="3556434" y="1707400"/>
                  <a:pt x="3586163" y="1743075"/>
                </a:cubicBezTo>
                <a:cubicBezTo>
                  <a:pt x="3591659" y="1749671"/>
                  <a:pt x="3593746" y="1759143"/>
                  <a:pt x="3600450" y="1764506"/>
                </a:cubicBezTo>
                <a:cubicBezTo>
                  <a:pt x="3606330" y="1769210"/>
                  <a:pt x="3614738" y="1769269"/>
                  <a:pt x="3621882" y="1771650"/>
                </a:cubicBezTo>
                <a:cubicBezTo>
                  <a:pt x="3624263" y="1778794"/>
                  <a:pt x="3625289" y="1786543"/>
                  <a:pt x="3629025" y="1793081"/>
                </a:cubicBezTo>
                <a:cubicBezTo>
                  <a:pt x="3641243" y="1814462"/>
                  <a:pt x="3655000" y="1826199"/>
                  <a:pt x="3671888" y="1843087"/>
                </a:cubicBezTo>
                <a:cubicBezTo>
                  <a:pt x="3696798" y="1892909"/>
                  <a:pt x="3672853" y="1852547"/>
                  <a:pt x="3707607" y="1893094"/>
                </a:cubicBezTo>
                <a:cubicBezTo>
                  <a:pt x="3715355" y="1902134"/>
                  <a:pt x="3722118" y="1911980"/>
                  <a:pt x="3729038" y="1921669"/>
                </a:cubicBezTo>
                <a:cubicBezTo>
                  <a:pt x="3734028" y="1928655"/>
                  <a:pt x="3737254" y="1937029"/>
                  <a:pt x="3743325" y="1943100"/>
                </a:cubicBezTo>
                <a:cubicBezTo>
                  <a:pt x="3754107" y="1953882"/>
                  <a:pt x="3767138" y="1962150"/>
                  <a:pt x="3779044" y="1971675"/>
                </a:cubicBezTo>
                <a:cubicBezTo>
                  <a:pt x="3787342" y="1996569"/>
                  <a:pt x="3791088" y="2011172"/>
                  <a:pt x="3807619" y="2035969"/>
                </a:cubicBezTo>
                <a:cubicBezTo>
                  <a:pt x="3813223" y="2044375"/>
                  <a:pt x="3821906" y="2050256"/>
                  <a:pt x="3829050" y="2057400"/>
                </a:cubicBezTo>
                <a:cubicBezTo>
                  <a:pt x="3831431" y="2066925"/>
                  <a:pt x="3831803" y="2077193"/>
                  <a:pt x="3836194" y="2085975"/>
                </a:cubicBezTo>
                <a:cubicBezTo>
                  <a:pt x="3849573" y="2112733"/>
                  <a:pt x="3861182" y="2114531"/>
                  <a:pt x="3879057" y="2135981"/>
                </a:cubicBezTo>
                <a:cubicBezTo>
                  <a:pt x="3908825" y="2171702"/>
                  <a:pt x="3875482" y="2145503"/>
                  <a:pt x="3914775" y="2171700"/>
                </a:cubicBezTo>
                <a:cubicBezTo>
                  <a:pt x="3919538" y="2183606"/>
                  <a:pt x="3921950" y="2196749"/>
                  <a:pt x="3929063" y="2207419"/>
                </a:cubicBezTo>
                <a:cubicBezTo>
                  <a:pt x="3964218" y="2260150"/>
                  <a:pt x="3949842" y="2213259"/>
                  <a:pt x="3971925" y="2257425"/>
                </a:cubicBezTo>
                <a:cubicBezTo>
                  <a:pt x="3975293" y="2264160"/>
                  <a:pt x="3975412" y="2272273"/>
                  <a:pt x="3979069" y="2278856"/>
                </a:cubicBezTo>
                <a:cubicBezTo>
                  <a:pt x="4000432" y="2317309"/>
                  <a:pt x="4003042" y="2317117"/>
                  <a:pt x="4029075" y="2343150"/>
                </a:cubicBezTo>
                <a:cubicBezTo>
                  <a:pt x="4036519" y="2365482"/>
                  <a:pt x="4043740" y="2393409"/>
                  <a:pt x="4064794" y="2407444"/>
                </a:cubicBezTo>
                <a:lnTo>
                  <a:pt x="4086225" y="2421731"/>
                </a:lnTo>
                <a:cubicBezTo>
                  <a:pt x="4116877" y="2483032"/>
                  <a:pt x="4081555" y="2424205"/>
                  <a:pt x="4121944" y="2464594"/>
                </a:cubicBezTo>
                <a:cubicBezTo>
                  <a:pt x="4169565" y="2512215"/>
                  <a:pt x="4100518" y="2462216"/>
                  <a:pt x="4157663" y="2500312"/>
                </a:cubicBezTo>
                <a:cubicBezTo>
                  <a:pt x="4192468" y="2552524"/>
                  <a:pt x="4146147" y="2490718"/>
                  <a:pt x="4200525" y="2536031"/>
                </a:cubicBezTo>
                <a:cubicBezTo>
                  <a:pt x="4207121" y="2541527"/>
                  <a:pt x="4208352" y="2551808"/>
                  <a:pt x="4214813" y="2557462"/>
                </a:cubicBezTo>
                <a:cubicBezTo>
                  <a:pt x="4227736" y="2568769"/>
                  <a:pt x="4243388" y="2576512"/>
                  <a:pt x="4257675" y="2586037"/>
                </a:cubicBezTo>
                <a:cubicBezTo>
                  <a:pt x="4264819" y="2590800"/>
                  <a:pt x="4273036" y="2594254"/>
                  <a:pt x="4279107" y="2600325"/>
                </a:cubicBezTo>
                <a:cubicBezTo>
                  <a:pt x="4286251" y="2607469"/>
                  <a:pt x="4292132" y="2616152"/>
                  <a:pt x="4300538" y="2621756"/>
                </a:cubicBezTo>
                <a:cubicBezTo>
                  <a:pt x="4306803" y="2625933"/>
                  <a:pt x="4315048" y="2625934"/>
                  <a:pt x="4321969" y="2628900"/>
                </a:cubicBezTo>
                <a:cubicBezTo>
                  <a:pt x="4331757" y="2633095"/>
                  <a:pt x="4341019" y="2638425"/>
                  <a:pt x="4350544" y="2643187"/>
                </a:cubicBezTo>
                <a:cubicBezTo>
                  <a:pt x="4357688" y="2652712"/>
                  <a:pt x="4362828" y="2664140"/>
                  <a:pt x="4371975" y="2671762"/>
                </a:cubicBezTo>
                <a:cubicBezTo>
                  <a:pt x="4376367" y="2675422"/>
                  <a:pt x="4420462" y="2685670"/>
                  <a:pt x="4421982" y="2686050"/>
                </a:cubicBezTo>
                <a:cubicBezTo>
                  <a:pt x="4431507" y="2693194"/>
                  <a:pt x="4440220" y="2701574"/>
                  <a:pt x="4450557" y="2707481"/>
                </a:cubicBezTo>
                <a:cubicBezTo>
                  <a:pt x="4457095" y="2711217"/>
                  <a:pt x="4464937" y="2711981"/>
                  <a:pt x="4471988" y="2714625"/>
                </a:cubicBezTo>
                <a:cubicBezTo>
                  <a:pt x="4525786" y="2734799"/>
                  <a:pt x="4488404" y="2724086"/>
                  <a:pt x="4536282" y="2736056"/>
                </a:cubicBezTo>
                <a:cubicBezTo>
                  <a:pt x="4545807" y="2743200"/>
                  <a:pt x="4554761" y="2751177"/>
                  <a:pt x="4564857" y="2757487"/>
                </a:cubicBezTo>
                <a:cubicBezTo>
                  <a:pt x="4573888" y="2763131"/>
                  <a:pt x="4583492" y="2767952"/>
                  <a:pt x="4593432" y="2771775"/>
                </a:cubicBezTo>
                <a:cubicBezTo>
                  <a:pt x="4638995" y="2789299"/>
                  <a:pt x="4647998" y="2790774"/>
                  <a:pt x="4686300" y="2800350"/>
                </a:cubicBezTo>
                <a:cubicBezTo>
                  <a:pt x="4703190" y="2817239"/>
                  <a:pt x="4714924" y="2830993"/>
                  <a:pt x="4736307" y="2843212"/>
                </a:cubicBezTo>
                <a:cubicBezTo>
                  <a:pt x="4763421" y="2858706"/>
                  <a:pt x="4754280" y="2839754"/>
                  <a:pt x="4779169" y="2864644"/>
                </a:cubicBezTo>
                <a:cubicBezTo>
                  <a:pt x="4797715" y="2883191"/>
                  <a:pt x="4803570" y="2899160"/>
                  <a:pt x="4814888" y="2921794"/>
                </a:cubicBezTo>
                <a:cubicBezTo>
                  <a:pt x="4812507" y="2947988"/>
                  <a:pt x="4812315" y="2974474"/>
                  <a:pt x="4807744" y="3000375"/>
                </a:cubicBezTo>
                <a:cubicBezTo>
                  <a:pt x="4805127" y="3015206"/>
                  <a:pt x="4797110" y="3028627"/>
                  <a:pt x="4793457" y="3043237"/>
                </a:cubicBezTo>
                <a:lnTo>
                  <a:pt x="4786313" y="3071812"/>
                </a:lnTo>
                <a:cubicBezTo>
                  <a:pt x="4794270" y="3095684"/>
                  <a:pt x="4794618" y="3094901"/>
                  <a:pt x="4800600" y="3121819"/>
                </a:cubicBezTo>
                <a:cubicBezTo>
                  <a:pt x="4804934" y="3141322"/>
                  <a:pt x="4806563" y="3160654"/>
                  <a:pt x="4814888" y="3178969"/>
                </a:cubicBezTo>
                <a:cubicBezTo>
                  <a:pt x="4840964" y="3236337"/>
                  <a:pt x="4835057" y="3224911"/>
                  <a:pt x="4864894" y="3264694"/>
                </a:cubicBezTo>
                <a:cubicBezTo>
                  <a:pt x="4867275" y="3274219"/>
                  <a:pt x="4866408" y="3285226"/>
                  <a:pt x="4872038" y="3293269"/>
                </a:cubicBezTo>
                <a:cubicBezTo>
                  <a:pt x="4917536" y="3358267"/>
                  <a:pt x="4896733" y="3323476"/>
                  <a:pt x="4936332" y="3343275"/>
                </a:cubicBezTo>
                <a:cubicBezTo>
                  <a:pt x="4991729" y="3370973"/>
                  <a:pt x="4925323" y="3346748"/>
                  <a:pt x="4979194" y="3364706"/>
                </a:cubicBezTo>
                <a:cubicBezTo>
                  <a:pt x="4993051" y="3362974"/>
                  <a:pt x="5057634" y="3370999"/>
                  <a:pt x="5050632" y="3328987"/>
                </a:cubicBezTo>
                <a:cubicBezTo>
                  <a:pt x="5049220" y="3320518"/>
                  <a:pt x="5036344" y="3319462"/>
                  <a:pt x="5029200" y="3314700"/>
                </a:cubicBezTo>
                <a:cubicBezTo>
                  <a:pt x="5005642" y="3244020"/>
                  <a:pt x="5035020" y="3338493"/>
                  <a:pt x="5014913" y="3157537"/>
                </a:cubicBezTo>
                <a:cubicBezTo>
                  <a:pt x="5012374" y="3134685"/>
                  <a:pt x="5005470" y="3098088"/>
                  <a:pt x="4986338" y="3078956"/>
                </a:cubicBezTo>
                <a:cubicBezTo>
                  <a:pt x="4980267" y="3072885"/>
                  <a:pt x="4972051" y="3069431"/>
                  <a:pt x="4964907" y="3064669"/>
                </a:cubicBezTo>
                <a:cubicBezTo>
                  <a:pt x="4949320" y="3017907"/>
                  <a:pt x="4970969" y="3063803"/>
                  <a:pt x="4936332" y="3036094"/>
                </a:cubicBezTo>
                <a:cubicBezTo>
                  <a:pt x="4929627" y="3030730"/>
                  <a:pt x="4929031" y="3019652"/>
                  <a:pt x="4922044" y="3014662"/>
                </a:cubicBezTo>
                <a:cubicBezTo>
                  <a:pt x="4911609" y="3007209"/>
                  <a:pt x="4897795" y="3006110"/>
                  <a:pt x="4886325" y="3000375"/>
                </a:cubicBezTo>
                <a:cubicBezTo>
                  <a:pt x="4830932" y="2972679"/>
                  <a:pt x="4897330" y="2996898"/>
                  <a:pt x="4843463" y="2978944"/>
                </a:cubicBezTo>
                <a:cubicBezTo>
                  <a:pt x="4841082" y="2971800"/>
                  <a:pt x="4841023" y="2963392"/>
                  <a:pt x="4836319" y="2957512"/>
                </a:cubicBezTo>
                <a:cubicBezTo>
                  <a:pt x="4830956" y="2950808"/>
                  <a:pt x="4815459" y="2951792"/>
                  <a:pt x="4814888" y="2943225"/>
                </a:cubicBezTo>
                <a:cubicBezTo>
                  <a:pt x="4811887" y="2898210"/>
                  <a:pt x="4823702" y="2866775"/>
                  <a:pt x="4836319" y="2828925"/>
                </a:cubicBezTo>
                <a:cubicBezTo>
                  <a:pt x="4833938" y="2764631"/>
                  <a:pt x="4833188" y="2700256"/>
                  <a:pt x="4829175" y="2636044"/>
                </a:cubicBezTo>
                <a:cubicBezTo>
                  <a:pt x="4828418" y="2623926"/>
                  <a:pt x="4826295" y="2611694"/>
                  <a:pt x="4822032" y="2600325"/>
                </a:cubicBezTo>
                <a:cubicBezTo>
                  <a:pt x="4810141" y="2568614"/>
                  <a:pt x="4807105" y="2583390"/>
                  <a:pt x="4779169" y="2571750"/>
                </a:cubicBezTo>
                <a:cubicBezTo>
                  <a:pt x="4759509" y="2563558"/>
                  <a:pt x="4722019" y="2543175"/>
                  <a:pt x="4722019" y="2543175"/>
                </a:cubicBezTo>
                <a:cubicBezTo>
                  <a:pt x="4695825" y="2545556"/>
                  <a:pt x="4668728" y="2543093"/>
                  <a:pt x="4643438" y="2550319"/>
                </a:cubicBezTo>
                <a:cubicBezTo>
                  <a:pt x="4633724" y="2553094"/>
                  <a:pt x="4623260" y="2561725"/>
                  <a:pt x="4622007" y="2571750"/>
                </a:cubicBezTo>
                <a:cubicBezTo>
                  <a:pt x="4618156" y="2602558"/>
                  <a:pt x="4623754" y="2634044"/>
                  <a:pt x="4629150" y="2664619"/>
                </a:cubicBezTo>
                <a:cubicBezTo>
                  <a:pt x="4631001" y="2675106"/>
                  <a:pt x="4639483" y="2683306"/>
                  <a:pt x="4643438" y="2693194"/>
                </a:cubicBezTo>
                <a:cubicBezTo>
                  <a:pt x="4649031" y="2707177"/>
                  <a:pt x="4652963" y="2721769"/>
                  <a:pt x="4657725" y="2736056"/>
                </a:cubicBezTo>
                <a:cubicBezTo>
                  <a:pt x="4659374" y="2741003"/>
                  <a:pt x="4674256" y="2783819"/>
                  <a:pt x="4672013" y="2786062"/>
                </a:cubicBezTo>
                <a:cubicBezTo>
                  <a:pt x="4665071" y="2793005"/>
                  <a:pt x="4652963" y="2781300"/>
                  <a:pt x="4643438" y="2778919"/>
                </a:cubicBezTo>
                <a:cubicBezTo>
                  <a:pt x="4641057" y="2762250"/>
                  <a:pt x="4639596" y="2745423"/>
                  <a:pt x="4636294" y="2728912"/>
                </a:cubicBezTo>
                <a:cubicBezTo>
                  <a:pt x="4622661" y="2660746"/>
                  <a:pt x="4580649" y="2736572"/>
                  <a:pt x="4643438" y="2571750"/>
                </a:cubicBezTo>
                <a:cubicBezTo>
                  <a:pt x="4648799" y="2557676"/>
                  <a:pt x="4672830" y="2564197"/>
                  <a:pt x="4686300" y="2557462"/>
                </a:cubicBezTo>
                <a:cubicBezTo>
                  <a:pt x="4695825" y="2552700"/>
                  <a:pt x="4705087" y="2547370"/>
                  <a:pt x="4714875" y="2543175"/>
                </a:cubicBezTo>
                <a:cubicBezTo>
                  <a:pt x="4729223" y="2537026"/>
                  <a:pt x="4750381" y="2532512"/>
                  <a:pt x="4764882" y="2528887"/>
                </a:cubicBezTo>
                <a:cubicBezTo>
                  <a:pt x="4762501" y="2507456"/>
                  <a:pt x="4760527" y="2485976"/>
                  <a:pt x="4757738" y="2464594"/>
                </a:cubicBezTo>
                <a:cubicBezTo>
                  <a:pt x="4753382" y="2431201"/>
                  <a:pt x="4751617" y="2397252"/>
                  <a:pt x="4743450" y="2364581"/>
                </a:cubicBezTo>
                <a:cubicBezTo>
                  <a:pt x="4741069" y="2355056"/>
                  <a:pt x="4740175" y="2345030"/>
                  <a:pt x="4736307" y="2336006"/>
                </a:cubicBezTo>
                <a:cubicBezTo>
                  <a:pt x="4732925" y="2328114"/>
                  <a:pt x="4726782" y="2321719"/>
                  <a:pt x="4722019" y="2314575"/>
                </a:cubicBezTo>
                <a:cubicBezTo>
                  <a:pt x="4704596" y="2244887"/>
                  <a:pt x="4725870" y="2331905"/>
                  <a:pt x="4707732" y="2250281"/>
                </a:cubicBezTo>
                <a:cubicBezTo>
                  <a:pt x="4705602" y="2240697"/>
                  <a:pt x="4702718" y="2231290"/>
                  <a:pt x="4700588" y="2221706"/>
                </a:cubicBezTo>
                <a:cubicBezTo>
                  <a:pt x="4698119" y="2210594"/>
                  <a:pt x="4691052" y="2170084"/>
                  <a:pt x="4686300" y="2157412"/>
                </a:cubicBezTo>
                <a:cubicBezTo>
                  <a:pt x="4682561" y="2147441"/>
                  <a:pt x="4676775" y="2138362"/>
                  <a:pt x="4672013" y="2128837"/>
                </a:cubicBezTo>
                <a:cubicBezTo>
                  <a:pt x="4669632" y="2116931"/>
                  <a:pt x="4667599" y="2104950"/>
                  <a:pt x="4664869" y="2093119"/>
                </a:cubicBezTo>
                <a:cubicBezTo>
                  <a:pt x="4660454" y="2073986"/>
                  <a:pt x="4654433" y="2055224"/>
                  <a:pt x="4650582" y="2035969"/>
                </a:cubicBezTo>
                <a:cubicBezTo>
                  <a:pt x="4648201" y="2024063"/>
                  <a:pt x="4646383" y="2012030"/>
                  <a:pt x="4643438" y="2000250"/>
                </a:cubicBezTo>
                <a:cubicBezTo>
                  <a:pt x="4641612" y="1992945"/>
                  <a:pt x="4638120" y="1986124"/>
                  <a:pt x="4636294" y="1978819"/>
                </a:cubicBezTo>
                <a:cubicBezTo>
                  <a:pt x="4622624" y="1924140"/>
                  <a:pt x="4635021" y="1955361"/>
                  <a:pt x="4622007" y="1885950"/>
                </a:cubicBezTo>
                <a:cubicBezTo>
                  <a:pt x="4602939" y="1784255"/>
                  <a:pt x="4617692" y="1864918"/>
                  <a:pt x="4593432" y="1800225"/>
                </a:cubicBezTo>
                <a:cubicBezTo>
                  <a:pt x="4586619" y="1782057"/>
                  <a:pt x="4582231" y="1745250"/>
                  <a:pt x="4579144" y="1728787"/>
                </a:cubicBezTo>
                <a:cubicBezTo>
                  <a:pt x="4574669" y="1704919"/>
                  <a:pt x="4564857" y="1657350"/>
                  <a:pt x="4564857" y="1657350"/>
                </a:cubicBezTo>
                <a:cubicBezTo>
                  <a:pt x="4562476" y="1628775"/>
                  <a:pt x="4561270" y="1600078"/>
                  <a:pt x="4557713" y="1571625"/>
                </a:cubicBezTo>
                <a:cubicBezTo>
                  <a:pt x="4556495" y="1561883"/>
                  <a:pt x="4551867" y="1552782"/>
                  <a:pt x="4550569" y="1543050"/>
                </a:cubicBezTo>
                <a:cubicBezTo>
                  <a:pt x="4539508" y="1460097"/>
                  <a:pt x="4547330" y="1441127"/>
                  <a:pt x="4529138" y="1350169"/>
                </a:cubicBezTo>
                <a:cubicBezTo>
                  <a:pt x="4524878" y="1328868"/>
                  <a:pt x="4512226" y="1257931"/>
                  <a:pt x="4500563" y="1250156"/>
                </a:cubicBezTo>
                <a:cubicBezTo>
                  <a:pt x="4493419" y="1245394"/>
                  <a:pt x="4487023" y="1239251"/>
                  <a:pt x="4479132" y="1235869"/>
                </a:cubicBezTo>
                <a:cubicBezTo>
                  <a:pt x="4470108" y="1232001"/>
                  <a:pt x="4459997" y="1231422"/>
                  <a:pt x="4450557" y="1228725"/>
                </a:cubicBezTo>
                <a:cubicBezTo>
                  <a:pt x="4443316" y="1226656"/>
                  <a:pt x="4436269" y="1223962"/>
                  <a:pt x="4429125" y="1221581"/>
                </a:cubicBezTo>
                <a:cubicBezTo>
                  <a:pt x="4421981" y="1226344"/>
                  <a:pt x="4413765" y="1229798"/>
                  <a:pt x="4407694" y="1235869"/>
                </a:cubicBezTo>
                <a:cubicBezTo>
                  <a:pt x="4389148" y="1254416"/>
                  <a:pt x="4383293" y="1270385"/>
                  <a:pt x="4371975" y="1293019"/>
                </a:cubicBezTo>
                <a:cubicBezTo>
                  <a:pt x="4354800" y="1361720"/>
                  <a:pt x="4369470" y="1334460"/>
                  <a:pt x="4336257" y="1378744"/>
                </a:cubicBezTo>
                <a:cubicBezTo>
                  <a:pt x="4323103" y="1431358"/>
                  <a:pt x="4323330" y="1411402"/>
                  <a:pt x="4350544" y="1493044"/>
                </a:cubicBezTo>
                <a:cubicBezTo>
                  <a:pt x="4353259" y="1501189"/>
                  <a:pt x="4358128" y="1509112"/>
                  <a:pt x="4364832" y="1514475"/>
                </a:cubicBezTo>
                <a:cubicBezTo>
                  <a:pt x="4370712" y="1519179"/>
                  <a:pt x="4379681" y="1517962"/>
                  <a:pt x="4386263" y="1521619"/>
                </a:cubicBezTo>
                <a:cubicBezTo>
                  <a:pt x="4401273" y="1529958"/>
                  <a:pt x="4429125" y="1550194"/>
                  <a:pt x="4429125" y="1550194"/>
                </a:cubicBezTo>
                <a:cubicBezTo>
                  <a:pt x="4448175" y="1547813"/>
                  <a:pt x="4467386" y="1546484"/>
                  <a:pt x="4486275" y="1543050"/>
                </a:cubicBezTo>
                <a:cubicBezTo>
                  <a:pt x="4493684" y="1541703"/>
                  <a:pt x="4501827" y="1540610"/>
                  <a:pt x="4507707" y="1535906"/>
                </a:cubicBezTo>
                <a:cubicBezTo>
                  <a:pt x="4514411" y="1530543"/>
                  <a:pt x="4518507" y="1522321"/>
                  <a:pt x="4521994" y="1514475"/>
                </a:cubicBezTo>
                <a:cubicBezTo>
                  <a:pt x="4528111" y="1500712"/>
                  <a:pt x="4536282" y="1471612"/>
                  <a:pt x="4536282" y="1471612"/>
                </a:cubicBezTo>
                <a:cubicBezTo>
                  <a:pt x="4533901" y="1454943"/>
                  <a:pt x="4533977" y="1437734"/>
                  <a:pt x="4529138" y="1421606"/>
                </a:cubicBezTo>
                <a:cubicBezTo>
                  <a:pt x="4526671" y="1413382"/>
                  <a:pt x="4517565" y="1408320"/>
                  <a:pt x="4514850" y="1400175"/>
                </a:cubicBezTo>
                <a:cubicBezTo>
                  <a:pt x="4510270" y="1386434"/>
                  <a:pt x="4510548" y="1371515"/>
                  <a:pt x="4507707" y="1357312"/>
                </a:cubicBezTo>
                <a:cubicBezTo>
                  <a:pt x="4505782" y="1347684"/>
                  <a:pt x="4502693" y="1338321"/>
                  <a:pt x="4500563" y="1328737"/>
                </a:cubicBezTo>
                <a:cubicBezTo>
                  <a:pt x="4493906" y="1298781"/>
                  <a:pt x="4491445" y="1281177"/>
                  <a:pt x="4486275" y="1250156"/>
                </a:cubicBezTo>
                <a:cubicBezTo>
                  <a:pt x="4483894" y="1188244"/>
                  <a:pt x="4482305" y="1126296"/>
                  <a:pt x="4479132" y="1064419"/>
                </a:cubicBezTo>
                <a:cubicBezTo>
                  <a:pt x="4475924" y="1001861"/>
                  <a:pt x="4472495" y="971779"/>
                  <a:pt x="4464844" y="914400"/>
                </a:cubicBezTo>
                <a:cubicBezTo>
                  <a:pt x="4462619" y="897710"/>
                  <a:pt x="4460468" y="881003"/>
                  <a:pt x="4457700" y="864394"/>
                </a:cubicBezTo>
                <a:cubicBezTo>
                  <a:pt x="4455704" y="852417"/>
                  <a:pt x="4456581" y="839217"/>
                  <a:pt x="4450557" y="828675"/>
                </a:cubicBezTo>
                <a:cubicBezTo>
                  <a:pt x="4446297" y="821220"/>
                  <a:pt x="4436269" y="819150"/>
                  <a:pt x="4429125" y="814387"/>
                </a:cubicBezTo>
                <a:cubicBezTo>
                  <a:pt x="4412456" y="816768"/>
                  <a:pt x="4394179" y="814001"/>
                  <a:pt x="4379119" y="821531"/>
                </a:cubicBezTo>
                <a:cubicBezTo>
                  <a:pt x="4355721" y="833230"/>
                  <a:pt x="4354600" y="865547"/>
                  <a:pt x="4350544" y="885825"/>
                </a:cubicBezTo>
                <a:cubicBezTo>
                  <a:pt x="4353426" y="900232"/>
                  <a:pt x="4351790" y="935831"/>
                  <a:pt x="4379119" y="935831"/>
                </a:cubicBezTo>
                <a:cubicBezTo>
                  <a:pt x="4394179" y="935831"/>
                  <a:pt x="4421982" y="921544"/>
                  <a:pt x="4421982" y="921544"/>
                </a:cubicBezTo>
                <a:cubicBezTo>
                  <a:pt x="4426744" y="914400"/>
                  <a:pt x="4432887" y="908004"/>
                  <a:pt x="4436269" y="900112"/>
                </a:cubicBezTo>
                <a:cubicBezTo>
                  <a:pt x="4440136" y="891088"/>
                  <a:pt x="4443413" y="881355"/>
                  <a:pt x="4443413" y="871537"/>
                </a:cubicBezTo>
                <a:cubicBezTo>
                  <a:pt x="4443413" y="807199"/>
                  <a:pt x="4439838" y="742895"/>
                  <a:pt x="4436269" y="678656"/>
                </a:cubicBezTo>
                <a:cubicBezTo>
                  <a:pt x="4434991" y="655656"/>
                  <a:pt x="4429295" y="605460"/>
                  <a:pt x="4421982" y="578644"/>
                </a:cubicBezTo>
                <a:cubicBezTo>
                  <a:pt x="4397721" y="489686"/>
                  <a:pt x="4415356" y="581753"/>
                  <a:pt x="4400550" y="492919"/>
                </a:cubicBezTo>
                <a:cubicBezTo>
                  <a:pt x="4398169" y="461963"/>
                  <a:pt x="4396836" y="430908"/>
                  <a:pt x="4393407" y="400050"/>
                </a:cubicBezTo>
                <a:cubicBezTo>
                  <a:pt x="4392068" y="387997"/>
                  <a:pt x="4382957" y="349189"/>
                  <a:pt x="4379119" y="335756"/>
                </a:cubicBezTo>
                <a:cubicBezTo>
                  <a:pt x="4377050" y="328516"/>
                  <a:pt x="4377300" y="319650"/>
                  <a:pt x="4371975" y="314325"/>
                </a:cubicBezTo>
                <a:cubicBezTo>
                  <a:pt x="4359833" y="302183"/>
                  <a:pt x="4329113" y="285750"/>
                  <a:pt x="4329113" y="285750"/>
                </a:cubicBezTo>
                <a:cubicBezTo>
                  <a:pt x="4295307" y="289976"/>
                  <a:pt x="4273688" y="284026"/>
                  <a:pt x="4250532" y="307181"/>
                </a:cubicBezTo>
                <a:cubicBezTo>
                  <a:pt x="4244461" y="313252"/>
                  <a:pt x="4241007" y="321468"/>
                  <a:pt x="4236244" y="328612"/>
                </a:cubicBezTo>
                <a:cubicBezTo>
                  <a:pt x="4226601" y="386469"/>
                  <a:pt x="4222405" y="390538"/>
                  <a:pt x="4236244" y="464344"/>
                </a:cubicBezTo>
                <a:cubicBezTo>
                  <a:pt x="4237826" y="472783"/>
                  <a:pt x="4243251" y="481225"/>
                  <a:pt x="4250532" y="485775"/>
                </a:cubicBezTo>
                <a:cubicBezTo>
                  <a:pt x="4263303" y="493757"/>
                  <a:pt x="4293394" y="500062"/>
                  <a:pt x="4293394" y="500062"/>
                </a:cubicBezTo>
                <a:cubicBezTo>
                  <a:pt x="4314825" y="495300"/>
                  <a:pt x="4338052" y="495593"/>
                  <a:pt x="4357688" y="485775"/>
                </a:cubicBezTo>
                <a:cubicBezTo>
                  <a:pt x="4364423" y="482408"/>
                  <a:pt x="4363485" y="471753"/>
                  <a:pt x="4364832" y="464344"/>
                </a:cubicBezTo>
                <a:cubicBezTo>
                  <a:pt x="4368266" y="445455"/>
                  <a:pt x="4369594" y="426244"/>
                  <a:pt x="4371975" y="407194"/>
                </a:cubicBezTo>
                <a:cubicBezTo>
                  <a:pt x="4369594" y="350044"/>
                  <a:pt x="4373214" y="292326"/>
                  <a:pt x="4364832" y="235744"/>
                </a:cubicBezTo>
                <a:cubicBezTo>
                  <a:pt x="4362410" y="219398"/>
                  <a:pt x="4324462" y="205532"/>
                  <a:pt x="4314825" y="200025"/>
                </a:cubicBezTo>
                <a:cubicBezTo>
                  <a:pt x="4307370" y="195765"/>
                  <a:pt x="4301073" y="189577"/>
                  <a:pt x="4293394" y="185737"/>
                </a:cubicBezTo>
                <a:cubicBezTo>
                  <a:pt x="4281980" y="180030"/>
                  <a:pt x="4254062" y="174500"/>
                  <a:pt x="4243388" y="171450"/>
                </a:cubicBezTo>
                <a:cubicBezTo>
                  <a:pt x="4192132" y="156805"/>
                  <a:pt x="4258859" y="171687"/>
                  <a:pt x="4186238" y="157162"/>
                </a:cubicBezTo>
                <a:cubicBezTo>
                  <a:pt x="4179094" y="161925"/>
                  <a:pt x="4172698" y="168068"/>
                  <a:pt x="4164807" y="171450"/>
                </a:cubicBezTo>
                <a:cubicBezTo>
                  <a:pt x="4155783" y="175318"/>
                  <a:pt x="4145425" y="175147"/>
                  <a:pt x="4136232" y="178594"/>
                </a:cubicBezTo>
                <a:cubicBezTo>
                  <a:pt x="4126261" y="182333"/>
                  <a:pt x="4117182" y="188119"/>
                  <a:pt x="4107657" y="192881"/>
                </a:cubicBezTo>
                <a:cubicBezTo>
                  <a:pt x="4098132" y="202406"/>
                  <a:pt x="4090505" y="214317"/>
                  <a:pt x="4079082" y="221456"/>
                </a:cubicBezTo>
                <a:cubicBezTo>
                  <a:pt x="4070756" y="226660"/>
                  <a:pt x="4060325" y="228600"/>
                  <a:pt x="4050507" y="228600"/>
                </a:cubicBezTo>
                <a:cubicBezTo>
                  <a:pt x="3967129" y="228600"/>
                  <a:pt x="3883819" y="223837"/>
                  <a:pt x="3800475" y="221456"/>
                </a:cubicBezTo>
                <a:lnTo>
                  <a:pt x="3764757" y="214312"/>
                </a:lnTo>
                <a:cubicBezTo>
                  <a:pt x="3750506" y="211721"/>
                  <a:pt x="3736097" y="210010"/>
                  <a:pt x="3721894" y="207169"/>
                </a:cubicBezTo>
                <a:cubicBezTo>
                  <a:pt x="3712266" y="205244"/>
                  <a:pt x="3702844" y="202406"/>
                  <a:pt x="3693319" y="200025"/>
                </a:cubicBezTo>
                <a:lnTo>
                  <a:pt x="3643313" y="150019"/>
                </a:lnTo>
                <a:cubicBezTo>
                  <a:pt x="3636169" y="142875"/>
                  <a:pt x="3631683" y="131037"/>
                  <a:pt x="3621882" y="128587"/>
                </a:cubicBezTo>
                <a:lnTo>
                  <a:pt x="3593307" y="121444"/>
                </a:lnTo>
                <a:cubicBezTo>
                  <a:pt x="3499976" y="51444"/>
                  <a:pt x="3616382" y="137924"/>
                  <a:pt x="3543300" y="85725"/>
                </a:cubicBezTo>
                <a:cubicBezTo>
                  <a:pt x="3533611" y="78805"/>
                  <a:pt x="3525374" y="69619"/>
                  <a:pt x="3514725" y="64294"/>
                </a:cubicBezTo>
                <a:cubicBezTo>
                  <a:pt x="3500832" y="57348"/>
                  <a:pt x="3434067" y="39382"/>
                  <a:pt x="3421857" y="35719"/>
                </a:cubicBezTo>
                <a:cubicBezTo>
                  <a:pt x="3403727" y="30280"/>
                  <a:pt x="3381078" y="21563"/>
                  <a:pt x="3364707" y="14287"/>
                </a:cubicBezTo>
                <a:cubicBezTo>
                  <a:pt x="3354976" y="9962"/>
                  <a:pt x="3345657" y="4762"/>
                  <a:pt x="3336132" y="0"/>
                </a:cubicBezTo>
                <a:cubicBezTo>
                  <a:pt x="3189927" y="21931"/>
                  <a:pt x="3227310" y="-12622"/>
                  <a:pt x="3186113" y="28575"/>
                </a:cubicBezTo>
              </a:path>
            </a:pathLst>
          </a:cu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030C191-9B79-4216-8934-621AB8C5BB6D}"/>
              </a:ext>
            </a:extLst>
          </p:cNvPr>
          <p:cNvSpPr/>
          <p:nvPr/>
        </p:nvSpPr>
        <p:spPr>
          <a:xfrm>
            <a:off x="3871913" y="1485900"/>
            <a:ext cx="5207793" cy="3521869"/>
          </a:xfrm>
          <a:custGeom>
            <a:avLst/>
            <a:gdLst>
              <a:gd name="connsiteX0" fmla="*/ 0 w 5207793"/>
              <a:gd name="connsiteY0" fmla="*/ 3464719 h 3521869"/>
              <a:gd name="connsiteX1" fmla="*/ 7143 w 5207793"/>
              <a:gd name="connsiteY1" fmla="*/ 3386138 h 3521869"/>
              <a:gd name="connsiteX2" fmla="*/ 14287 w 5207793"/>
              <a:gd name="connsiteY2" fmla="*/ 3364706 h 3521869"/>
              <a:gd name="connsiteX3" fmla="*/ 21431 w 5207793"/>
              <a:gd name="connsiteY3" fmla="*/ 3328988 h 3521869"/>
              <a:gd name="connsiteX4" fmla="*/ 28575 w 5207793"/>
              <a:gd name="connsiteY4" fmla="*/ 3300413 h 3521869"/>
              <a:gd name="connsiteX5" fmla="*/ 35718 w 5207793"/>
              <a:gd name="connsiteY5" fmla="*/ 3250406 h 3521869"/>
              <a:gd name="connsiteX6" fmla="*/ 57150 w 5207793"/>
              <a:gd name="connsiteY6" fmla="*/ 3200400 h 3521869"/>
              <a:gd name="connsiteX7" fmla="*/ 64293 w 5207793"/>
              <a:gd name="connsiteY7" fmla="*/ 3178969 h 3521869"/>
              <a:gd name="connsiteX8" fmla="*/ 92868 w 5207793"/>
              <a:gd name="connsiteY8" fmla="*/ 3157538 h 3521869"/>
              <a:gd name="connsiteX9" fmla="*/ 121443 w 5207793"/>
              <a:gd name="connsiteY9" fmla="*/ 3107531 h 3521869"/>
              <a:gd name="connsiteX10" fmla="*/ 150018 w 5207793"/>
              <a:gd name="connsiteY10" fmla="*/ 3086100 h 3521869"/>
              <a:gd name="connsiteX11" fmla="*/ 171450 w 5207793"/>
              <a:gd name="connsiteY11" fmla="*/ 3057525 h 3521869"/>
              <a:gd name="connsiteX12" fmla="*/ 242887 w 5207793"/>
              <a:gd name="connsiteY12" fmla="*/ 3014663 h 3521869"/>
              <a:gd name="connsiteX13" fmla="*/ 264318 w 5207793"/>
              <a:gd name="connsiteY13" fmla="*/ 2957513 h 3521869"/>
              <a:gd name="connsiteX14" fmla="*/ 292893 w 5207793"/>
              <a:gd name="connsiteY14" fmla="*/ 2900363 h 3521869"/>
              <a:gd name="connsiteX15" fmla="*/ 307181 w 5207793"/>
              <a:gd name="connsiteY15" fmla="*/ 2664619 h 3521869"/>
              <a:gd name="connsiteX16" fmla="*/ 328612 w 5207793"/>
              <a:gd name="connsiteY16" fmla="*/ 2564606 h 3521869"/>
              <a:gd name="connsiteX17" fmla="*/ 335756 w 5207793"/>
              <a:gd name="connsiteY17" fmla="*/ 2521744 h 3521869"/>
              <a:gd name="connsiteX18" fmla="*/ 350043 w 5207793"/>
              <a:gd name="connsiteY18" fmla="*/ 2500313 h 3521869"/>
              <a:gd name="connsiteX19" fmla="*/ 364331 w 5207793"/>
              <a:gd name="connsiteY19" fmla="*/ 2450306 h 3521869"/>
              <a:gd name="connsiteX20" fmla="*/ 371475 w 5207793"/>
              <a:gd name="connsiteY20" fmla="*/ 2407444 h 3521869"/>
              <a:gd name="connsiteX21" fmla="*/ 385762 w 5207793"/>
              <a:gd name="connsiteY21" fmla="*/ 2357438 h 3521869"/>
              <a:gd name="connsiteX22" fmla="*/ 392906 w 5207793"/>
              <a:gd name="connsiteY22" fmla="*/ 2328863 h 3521869"/>
              <a:gd name="connsiteX23" fmla="*/ 407193 w 5207793"/>
              <a:gd name="connsiteY23" fmla="*/ 2307431 h 3521869"/>
              <a:gd name="connsiteX24" fmla="*/ 421481 w 5207793"/>
              <a:gd name="connsiteY24" fmla="*/ 2257425 h 3521869"/>
              <a:gd name="connsiteX25" fmla="*/ 428625 w 5207793"/>
              <a:gd name="connsiteY25" fmla="*/ 2228850 h 3521869"/>
              <a:gd name="connsiteX26" fmla="*/ 442912 w 5207793"/>
              <a:gd name="connsiteY26" fmla="*/ 2207419 h 3521869"/>
              <a:gd name="connsiteX27" fmla="*/ 464343 w 5207793"/>
              <a:gd name="connsiteY27" fmla="*/ 2150269 h 3521869"/>
              <a:gd name="connsiteX28" fmla="*/ 478631 w 5207793"/>
              <a:gd name="connsiteY28" fmla="*/ 2078831 h 3521869"/>
              <a:gd name="connsiteX29" fmla="*/ 485775 w 5207793"/>
              <a:gd name="connsiteY29" fmla="*/ 2050256 h 3521869"/>
              <a:gd name="connsiteX30" fmla="*/ 492918 w 5207793"/>
              <a:gd name="connsiteY30" fmla="*/ 2014538 h 3521869"/>
              <a:gd name="connsiteX31" fmla="*/ 500062 w 5207793"/>
              <a:gd name="connsiteY31" fmla="*/ 1993106 h 3521869"/>
              <a:gd name="connsiteX32" fmla="*/ 507206 w 5207793"/>
              <a:gd name="connsiteY32" fmla="*/ 1957388 h 3521869"/>
              <a:gd name="connsiteX33" fmla="*/ 514350 w 5207793"/>
              <a:gd name="connsiteY33" fmla="*/ 1935956 h 3521869"/>
              <a:gd name="connsiteX34" fmla="*/ 528637 w 5207793"/>
              <a:gd name="connsiteY34" fmla="*/ 1878806 h 3521869"/>
              <a:gd name="connsiteX35" fmla="*/ 535781 w 5207793"/>
              <a:gd name="connsiteY35" fmla="*/ 1785938 h 3521869"/>
              <a:gd name="connsiteX36" fmla="*/ 542925 w 5207793"/>
              <a:gd name="connsiteY36" fmla="*/ 1721644 h 3521869"/>
              <a:gd name="connsiteX37" fmla="*/ 535781 w 5207793"/>
              <a:gd name="connsiteY37" fmla="*/ 1578769 h 3521869"/>
              <a:gd name="connsiteX38" fmla="*/ 521493 w 5207793"/>
              <a:gd name="connsiteY38" fmla="*/ 1535906 h 3521869"/>
              <a:gd name="connsiteX39" fmla="*/ 528637 w 5207793"/>
              <a:gd name="connsiteY39" fmla="*/ 1400175 h 3521869"/>
              <a:gd name="connsiteX40" fmla="*/ 542925 w 5207793"/>
              <a:gd name="connsiteY40" fmla="*/ 1371600 h 3521869"/>
              <a:gd name="connsiteX41" fmla="*/ 564356 w 5207793"/>
              <a:gd name="connsiteY41" fmla="*/ 1293019 h 3521869"/>
              <a:gd name="connsiteX42" fmla="*/ 578643 w 5207793"/>
              <a:gd name="connsiteY42" fmla="*/ 964406 h 3521869"/>
              <a:gd name="connsiteX43" fmla="*/ 585787 w 5207793"/>
              <a:gd name="connsiteY43" fmla="*/ 907256 h 3521869"/>
              <a:gd name="connsiteX44" fmla="*/ 578643 w 5207793"/>
              <a:gd name="connsiteY44" fmla="*/ 385763 h 3521869"/>
              <a:gd name="connsiteX45" fmla="*/ 607218 w 5207793"/>
              <a:gd name="connsiteY45" fmla="*/ 278606 h 3521869"/>
              <a:gd name="connsiteX46" fmla="*/ 628650 w 5207793"/>
              <a:gd name="connsiteY46" fmla="*/ 228600 h 3521869"/>
              <a:gd name="connsiteX47" fmla="*/ 650081 w 5207793"/>
              <a:gd name="connsiteY47" fmla="*/ 200025 h 3521869"/>
              <a:gd name="connsiteX48" fmla="*/ 664368 w 5207793"/>
              <a:gd name="connsiteY48" fmla="*/ 171450 h 3521869"/>
              <a:gd name="connsiteX49" fmla="*/ 678656 w 5207793"/>
              <a:gd name="connsiteY49" fmla="*/ 150019 h 3521869"/>
              <a:gd name="connsiteX50" fmla="*/ 685800 w 5207793"/>
              <a:gd name="connsiteY50" fmla="*/ 128588 h 3521869"/>
              <a:gd name="connsiteX51" fmla="*/ 714375 w 5207793"/>
              <a:gd name="connsiteY51" fmla="*/ 100013 h 3521869"/>
              <a:gd name="connsiteX52" fmla="*/ 735806 w 5207793"/>
              <a:gd name="connsiteY52" fmla="*/ 71438 h 3521869"/>
              <a:gd name="connsiteX53" fmla="*/ 757237 w 5207793"/>
              <a:gd name="connsiteY53" fmla="*/ 50006 h 3521869"/>
              <a:gd name="connsiteX54" fmla="*/ 778668 w 5207793"/>
              <a:gd name="connsiteY54" fmla="*/ 21431 h 3521869"/>
              <a:gd name="connsiteX55" fmla="*/ 800100 w 5207793"/>
              <a:gd name="connsiteY55" fmla="*/ 14288 h 3521869"/>
              <a:gd name="connsiteX56" fmla="*/ 935831 w 5207793"/>
              <a:gd name="connsiteY56" fmla="*/ 28575 h 3521869"/>
              <a:gd name="connsiteX57" fmla="*/ 964406 w 5207793"/>
              <a:gd name="connsiteY57" fmla="*/ 50006 h 3521869"/>
              <a:gd name="connsiteX58" fmla="*/ 1014412 w 5207793"/>
              <a:gd name="connsiteY58" fmla="*/ 78581 h 3521869"/>
              <a:gd name="connsiteX59" fmla="*/ 1035843 w 5207793"/>
              <a:gd name="connsiteY59" fmla="*/ 100013 h 3521869"/>
              <a:gd name="connsiteX60" fmla="*/ 1064418 w 5207793"/>
              <a:gd name="connsiteY60" fmla="*/ 114300 h 3521869"/>
              <a:gd name="connsiteX61" fmla="*/ 1085850 w 5207793"/>
              <a:gd name="connsiteY61" fmla="*/ 128588 h 3521869"/>
              <a:gd name="connsiteX62" fmla="*/ 1128712 w 5207793"/>
              <a:gd name="connsiteY62" fmla="*/ 150019 h 3521869"/>
              <a:gd name="connsiteX63" fmla="*/ 1185862 w 5207793"/>
              <a:gd name="connsiteY63" fmla="*/ 178594 h 3521869"/>
              <a:gd name="connsiteX64" fmla="*/ 1207293 w 5207793"/>
              <a:gd name="connsiteY64" fmla="*/ 192881 h 3521869"/>
              <a:gd name="connsiteX65" fmla="*/ 1228725 w 5207793"/>
              <a:gd name="connsiteY65" fmla="*/ 200025 h 3521869"/>
              <a:gd name="connsiteX66" fmla="*/ 1257300 w 5207793"/>
              <a:gd name="connsiteY66" fmla="*/ 221456 h 3521869"/>
              <a:gd name="connsiteX67" fmla="*/ 1278731 w 5207793"/>
              <a:gd name="connsiteY67" fmla="*/ 235744 h 3521869"/>
              <a:gd name="connsiteX68" fmla="*/ 1350168 w 5207793"/>
              <a:gd name="connsiteY68" fmla="*/ 242888 h 3521869"/>
              <a:gd name="connsiteX69" fmla="*/ 1464468 w 5207793"/>
              <a:gd name="connsiteY69" fmla="*/ 235744 h 3521869"/>
              <a:gd name="connsiteX70" fmla="*/ 1485900 w 5207793"/>
              <a:gd name="connsiteY70" fmla="*/ 228600 h 3521869"/>
              <a:gd name="connsiteX71" fmla="*/ 1528762 w 5207793"/>
              <a:gd name="connsiteY71" fmla="*/ 192881 h 3521869"/>
              <a:gd name="connsiteX72" fmla="*/ 1535906 w 5207793"/>
              <a:gd name="connsiteY72" fmla="*/ 171450 h 3521869"/>
              <a:gd name="connsiteX73" fmla="*/ 1557337 w 5207793"/>
              <a:gd name="connsiteY73" fmla="*/ 164306 h 3521869"/>
              <a:gd name="connsiteX74" fmla="*/ 1585912 w 5207793"/>
              <a:gd name="connsiteY74" fmla="*/ 150019 h 3521869"/>
              <a:gd name="connsiteX75" fmla="*/ 1635918 w 5207793"/>
              <a:gd name="connsiteY75" fmla="*/ 135731 h 3521869"/>
              <a:gd name="connsiteX76" fmla="*/ 1714500 w 5207793"/>
              <a:gd name="connsiteY76" fmla="*/ 128588 h 3521869"/>
              <a:gd name="connsiteX77" fmla="*/ 1807368 w 5207793"/>
              <a:gd name="connsiteY77" fmla="*/ 114300 h 3521869"/>
              <a:gd name="connsiteX78" fmla="*/ 1835943 w 5207793"/>
              <a:gd name="connsiteY78" fmla="*/ 121444 h 3521869"/>
              <a:gd name="connsiteX79" fmla="*/ 1814512 w 5207793"/>
              <a:gd name="connsiteY79" fmla="*/ 142875 h 3521869"/>
              <a:gd name="connsiteX80" fmla="*/ 1807368 w 5207793"/>
              <a:gd name="connsiteY80" fmla="*/ 164306 h 3521869"/>
              <a:gd name="connsiteX81" fmla="*/ 1785937 w 5207793"/>
              <a:gd name="connsiteY81" fmla="*/ 171450 h 3521869"/>
              <a:gd name="connsiteX82" fmla="*/ 1750218 w 5207793"/>
              <a:gd name="connsiteY82" fmla="*/ 214313 h 3521869"/>
              <a:gd name="connsiteX83" fmla="*/ 1743075 w 5207793"/>
              <a:gd name="connsiteY83" fmla="*/ 235744 h 3521869"/>
              <a:gd name="connsiteX84" fmla="*/ 1714500 w 5207793"/>
              <a:gd name="connsiteY84" fmla="*/ 285750 h 3521869"/>
              <a:gd name="connsiteX85" fmla="*/ 1693068 w 5207793"/>
              <a:gd name="connsiteY85" fmla="*/ 314325 h 3521869"/>
              <a:gd name="connsiteX86" fmla="*/ 1664493 w 5207793"/>
              <a:gd name="connsiteY86" fmla="*/ 357188 h 3521869"/>
              <a:gd name="connsiteX87" fmla="*/ 1643062 w 5207793"/>
              <a:gd name="connsiteY87" fmla="*/ 378619 h 3521869"/>
              <a:gd name="connsiteX88" fmla="*/ 1614487 w 5207793"/>
              <a:gd name="connsiteY88" fmla="*/ 421481 h 3521869"/>
              <a:gd name="connsiteX89" fmla="*/ 1578768 w 5207793"/>
              <a:gd name="connsiteY89" fmla="*/ 464344 h 3521869"/>
              <a:gd name="connsiteX90" fmla="*/ 1564481 w 5207793"/>
              <a:gd name="connsiteY90" fmla="*/ 514350 h 3521869"/>
              <a:gd name="connsiteX91" fmla="*/ 1550193 w 5207793"/>
              <a:gd name="connsiteY91" fmla="*/ 578644 h 3521869"/>
              <a:gd name="connsiteX92" fmla="*/ 1557337 w 5207793"/>
              <a:gd name="connsiteY92" fmla="*/ 621506 h 3521869"/>
              <a:gd name="connsiteX93" fmla="*/ 1571625 w 5207793"/>
              <a:gd name="connsiteY93" fmla="*/ 700088 h 3521869"/>
              <a:gd name="connsiteX94" fmla="*/ 1593056 w 5207793"/>
              <a:gd name="connsiteY94" fmla="*/ 742950 h 3521869"/>
              <a:gd name="connsiteX95" fmla="*/ 1600200 w 5207793"/>
              <a:gd name="connsiteY95" fmla="*/ 785813 h 3521869"/>
              <a:gd name="connsiteX96" fmla="*/ 1607343 w 5207793"/>
              <a:gd name="connsiteY96" fmla="*/ 807244 h 3521869"/>
              <a:gd name="connsiteX97" fmla="*/ 1621631 w 5207793"/>
              <a:gd name="connsiteY97" fmla="*/ 871538 h 3521869"/>
              <a:gd name="connsiteX98" fmla="*/ 1635918 w 5207793"/>
              <a:gd name="connsiteY98" fmla="*/ 957263 h 3521869"/>
              <a:gd name="connsiteX99" fmla="*/ 1643062 w 5207793"/>
              <a:gd name="connsiteY99" fmla="*/ 978694 h 3521869"/>
              <a:gd name="connsiteX100" fmla="*/ 1657350 w 5207793"/>
              <a:gd name="connsiteY100" fmla="*/ 1000125 h 3521869"/>
              <a:gd name="connsiteX101" fmla="*/ 1664493 w 5207793"/>
              <a:gd name="connsiteY101" fmla="*/ 1028700 h 3521869"/>
              <a:gd name="connsiteX102" fmla="*/ 1678781 w 5207793"/>
              <a:gd name="connsiteY102" fmla="*/ 1050131 h 3521869"/>
              <a:gd name="connsiteX103" fmla="*/ 1685925 w 5207793"/>
              <a:gd name="connsiteY103" fmla="*/ 1085850 h 3521869"/>
              <a:gd name="connsiteX104" fmla="*/ 1728787 w 5207793"/>
              <a:gd name="connsiteY104" fmla="*/ 1135856 h 3521869"/>
              <a:gd name="connsiteX105" fmla="*/ 1743075 w 5207793"/>
              <a:gd name="connsiteY105" fmla="*/ 1157288 h 3521869"/>
              <a:gd name="connsiteX106" fmla="*/ 1750218 w 5207793"/>
              <a:gd name="connsiteY106" fmla="*/ 1185863 h 3521869"/>
              <a:gd name="connsiteX107" fmla="*/ 1793081 w 5207793"/>
              <a:gd name="connsiteY107" fmla="*/ 1235869 h 3521869"/>
              <a:gd name="connsiteX108" fmla="*/ 1828800 w 5207793"/>
              <a:gd name="connsiteY108" fmla="*/ 1278731 h 3521869"/>
              <a:gd name="connsiteX109" fmla="*/ 1864518 w 5207793"/>
              <a:gd name="connsiteY109" fmla="*/ 1314450 h 3521869"/>
              <a:gd name="connsiteX110" fmla="*/ 1921668 w 5207793"/>
              <a:gd name="connsiteY110" fmla="*/ 1378744 h 3521869"/>
              <a:gd name="connsiteX111" fmla="*/ 1978818 w 5207793"/>
              <a:gd name="connsiteY111" fmla="*/ 1393031 h 3521869"/>
              <a:gd name="connsiteX112" fmla="*/ 2007393 w 5207793"/>
              <a:gd name="connsiteY112" fmla="*/ 1400175 h 3521869"/>
              <a:gd name="connsiteX113" fmla="*/ 2028825 w 5207793"/>
              <a:gd name="connsiteY113" fmla="*/ 1407319 h 3521869"/>
              <a:gd name="connsiteX114" fmla="*/ 2078831 w 5207793"/>
              <a:gd name="connsiteY114" fmla="*/ 1414463 h 3521869"/>
              <a:gd name="connsiteX115" fmla="*/ 2135981 w 5207793"/>
              <a:gd name="connsiteY115" fmla="*/ 1428750 h 3521869"/>
              <a:gd name="connsiteX116" fmla="*/ 2228850 w 5207793"/>
              <a:gd name="connsiteY116" fmla="*/ 1443038 h 3521869"/>
              <a:gd name="connsiteX117" fmla="*/ 2257425 w 5207793"/>
              <a:gd name="connsiteY117" fmla="*/ 1450181 h 3521869"/>
              <a:gd name="connsiteX118" fmla="*/ 2300287 w 5207793"/>
              <a:gd name="connsiteY118" fmla="*/ 1464469 h 3521869"/>
              <a:gd name="connsiteX119" fmla="*/ 2507456 w 5207793"/>
              <a:gd name="connsiteY119" fmla="*/ 1471613 h 3521869"/>
              <a:gd name="connsiteX120" fmla="*/ 2543175 w 5207793"/>
              <a:gd name="connsiteY120" fmla="*/ 1478756 h 3521869"/>
              <a:gd name="connsiteX121" fmla="*/ 2878931 w 5207793"/>
              <a:gd name="connsiteY121" fmla="*/ 1478756 h 3521869"/>
              <a:gd name="connsiteX122" fmla="*/ 2914650 w 5207793"/>
              <a:gd name="connsiteY122" fmla="*/ 1471613 h 3521869"/>
              <a:gd name="connsiteX123" fmla="*/ 2964656 w 5207793"/>
              <a:gd name="connsiteY123" fmla="*/ 1450181 h 3521869"/>
              <a:gd name="connsiteX124" fmla="*/ 2986087 w 5207793"/>
              <a:gd name="connsiteY124" fmla="*/ 1443038 h 3521869"/>
              <a:gd name="connsiteX125" fmla="*/ 3043237 w 5207793"/>
              <a:gd name="connsiteY125" fmla="*/ 1421606 h 3521869"/>
              <a:gd name="connsiteX126" fmla="*/ 3071812 w 5207793"/>
              <a:gd name="connsiteY126" fmla="*/ 1400175 h 3521869"/>
              <a:gd name="connsiteX127" fmla="*/ 3093243 w 5207793"/>
              <a:gd name="connsiteY127" fmla="*/ 1378744 h 3521869"/>
              <a:gd name="connsiteX128" fmla="*/ 3128962 w 5207793"/>
              <a:gd name="connsiteY128" fmla="*/ 1357313 h 3521869"/>
              <a:gd name="connsiteX129" fmla="*/ 3186112 w 5207793"/>
              <a:gd name="connsiteY129" fmla="*/ 1300163 h 3521869"/>
              <a:gd name="connsiteX130" fmla="*/ 3214687 w 5207793"/>
              <a:gd name="connsiteY130" fmla="*/ 1243013 h 3521869"/>
              <a:gd name="connsiteX131" fmla="*/ 3236118 w 5207793"/>
              <a:gd name="connsiteY131" fmla="*/ 1228725 h 3521869"/>
              <a:gd name="connsiteX132" fmla="*/ 3271837 w 5207793"/>
              <a:gd name="connsiteY132" fmla="*/ 1178719 h 3521869"/>
              <a:gd name="connsiteX133" fmla="*/ 3293268 w 5207793"/>
              <a:gd name="connsiteY133" fmla="*/ 1164431 h 3521869"/>
              <a:gd name="connsiteX134" fmla="*/ 3300412 w 5207793"/>
              <a:gd name="connsiteY134" fmla="*/ 1143000 h 3521869"/>
              <a:gd name="connsiteX135" fmla="*/ 3321843 w 5207793"/>
              <a:gd name="connsiteY135" fmla="*/ 1135856 h 3521869"/>
              <a:gd name="connsiteX136" fmla="*/ 3343275 w 5207793"/>
              <a:gd name="connsiteY136" fmla="*/ 1114425 h 3521869"/>
              <a:gd name="connsiteX137" fmla="*/ 3357562 w 5207793"/>
              <a:gd name="connsiteY137" fmla="*/ 1085850 h 3521869"/>
              <a:gd name="connsiteX138" fmla="*/ 3393281 w 5207793"/>
              <a:gd name="connsiteY138" fmla="*/ 1028700 h 3521869"/>
              <a:gd name="connsiteX139" fmla="*/ 3400425 w 5207793"/>
              <a:gd name="connsiteY139" fmla="*/ 1007269 h 3521869"/>
              <a:gd name="connsiteX140" fmla="*/ 3436143 w 5207793"/>
              <a:gd name="connsiteY140" fmla="*/ 928688 h 3521869"/>
              <a:gd name="connsiteX141" fmla="*/ 3450431 w 5207793"/>
              <a:gd name="connsiteY141" fmla="*/ 842963 h 3521869"/>
              <a:gd name="connsiteX142" fmla="*/ 3464718 w 5207793"/>
              <a:gd name="connsiteY142" fmla="*/ 700088 h 3521869"/>
              <a:gd name="connsiteX143" fmla="*/ 3471862 w 5207793"/>
              <a:gd name="connsiteY143" fmla="*/ 664369 h 3521869"/>
              <a:gd name="connsiteX144" fmla="*/ 3479006 w 5207793"/>
              <a:gd name="connsiteY144" fmla="*/ 492919 h 3521869"/>
              <a:gd name="connsiteX145" fmla="*/ 3457575 w 5207793"/>
              <a:gd name="connsiteY145" fmla="*/ 321469 h 3521869"/>
              <a:gd name="connsiteX146" fmla="*/ 3443287 w 5207793"/>
              <a:gd name="connsiteY146" fmla="*/ 300038 h 3521869"/>
              <a:gd name="connsiteX147" fmla="*/ 3414712 w 5207793"/>
              <a:gd name="connsiteY147" fmla="*/ 242888 h 3521869"/>
              <a:gd name="connsiteX148" fmla="*/ 3407568 w 5207793"/>
              <a:gd name="connsiteY148" fmla="*/ 221456 h 3521869"/>
              <a:gd name="connsiteX149" fmla="*/ 3364706 w 5207793"/>
              <a:gd name="connsiteY149" fmla="*/ 192881 h 3521869"/>
              <a:gd name="connsiteX150" fmla="*/ 3328987 w 5207793"/>
              <a:gd name="connsiteY150" fmla="*/ 150019 h 3521869"/>
              <a:gd name="connsiteX151" fmla="*/ 3286125 w 5207793"/>
              <a:gd name="connsiteY151" fmla="*/ 121444 h 3521869"/>
              <a:gd name="connsiteX152" fmla="*/ 3264693 w 5207793"/>
              <a:gd name="connsiteY152" fmla="*/ 92869 h 3521869"/>
              <a:gd name="connsiteX153" fmla="*/ 3236118 w 5207793"/>
              <a:gd name="connsiteY153" fmla="*/ 50006 h 3521869"/>
              <a:gd name="connsiteX154" fmla="*/ 3250406 w 5207793"/>
              <a:gd name="connsiteY154" fmla="*/ 14288 h 3521869"/>
              <a:gd name="connsiteX155" fmla="*/ 3328987 w 5207793"/>
              <a:gd name="connsiteY155" fmla="*/ 7144 h 3521869"/>
              <a:gd name="connsiteX156" fmla="*/ 3350418 w 5207793"/>
              <a:gd name="connsiteY156" fmla="*/ 0 h 3521869"/>
              <a:gd name="connsiteX157" fmla="*/ 3414712 w 5207793"/>
              <a:gd name="connsiteY157" fmla="*/ 21431 h 3521869"/>
              <a:gd name="connsiteX158" fmla="*/ 3457575 w 5207793"/>
              <a:gd name="connsiteY158" fmla="*/ 35719 h 3521869"/>
              <a:gd name="connsiteX159" fmla="*/ 3479006 w 5207793"/>
              <a:gd name="connsiteY159" fmla="*/ 42863 h 3521869"/>
              <a:gd name="connsiteX160" fmla="*/ 3543300 w 5207793"/>
              <a:gd name="connsiteY160" fmla="*/ 57150 h 3521869"/>
              <a:gd name="connsiteX161" fmla="*/ 3579018 w 5207793"/>
              <a:gd name="connsiteY161" fmla="*/ 71438 h 3521869"/>
              <a:gd name="connsiteX162" fmla="*/ 3636168 w 5207793"/>
              <a:gd name="connsiteY162" fmla="*/ 85725 h 3521869"/>
              <a:gd name="connsiteX163" fmla="*/ 3657600 w 5207793"/>
              <a:gd name="connsiteY163" fmla="*/ 100013 h 3521869"/>
              <a:gd name="connsiteX164" fmla="*/ 3686175 w 5207793"/>
              <a:gd name="connsiteY164" fmla="*/ 114300 h 3521869"/>
              <a:gd name="connsiteX165" fmla="*/ 3700462 w 5207793"/>
              <a:gd name="connsiteY165" fmla="*/ 142875 h 3521869"/>
              <a:gd name="connsiteX166" fmla="*/ 3757612 w 5207793"/>
              <a:gd name="connsiteY166" fmla="*/ 171450 h 3521869"/>
              <a:gd name="connsiteX167" fmla="*/ 3807618 w 5207793"/>
              <a:gd name="connsiteY167" fmla="*/ 192881 h 3521869"/>
              <a:gd name="connsiteX168" fmla="*/ 3829050 w 5207793"/>
              <a:gd name="connsiteY168" fmla="*/ 207169 h 3521869"/>
              <a:gd name="connsiteX169" fmla="*/ 3871912 w 5207793"/>
              <a:gd name="connsiteY169" fmla="*/ 214313 h 3521869"/>
              <a:gd name="connsiteX170" fmla="*/ 4150518 w 5207793"/>
              <a:gd name="connsiteY170" fmla="*/ 207169 h 3521869"/>
              <a:gd name="connsiteX171" fmla="*/ 4186237 w 5207793"/>
              <a:gd name="connsiteY171" fmla="*/ 178594 h 3521869"/>
              <a:gd name="connsiteX172" fmla="*/ 4214812 w 5207793"/>
              <a:gd name="connsiteY172" fmla="*/ 171450 h 3521869"/>
              <a:gd name="connsiteX173" fmla="*/ 4236243 w 5207793"/>
              <a:gd name="connsiteY173" fmla="*/ 164306 h 3521869"/>
              <a:gd name="connsiteX174" fmla="*/ 4386262 w 5207793"/>
              <a:gd name="connsiteY174" fmla="*/ 185738 h 3521869"/>
              <a:gd name="connsiteX175" fmla="*/ 4421981 w 5207793"/>
              <a:gd name="connsiteY175" fmla="*/ 221456 h 3521869"/>
              <a:gd name="connsiteX176" fmla="*/ 4457700 w 5207793"/>
              <a:gd name="connsiteY176" fmla="*/ 285750 h 3521869"/>
              <a:gd name="connsiteX177" fmla="*/ 4471987 w 5207793"/>
              <a:gd name="connsiteY177" fmla="*/ 364331 h 3521869"/>
              <a:gd name="connsiteX178" fmla="*/ 4486275 w 5207793"/>
              <a:gd name="connsiteY178" fmla="*/ 428625 h 3521869"/>
              <a:gd name="connsiteX179" fmla="*/ 4514850 w 5207793"/>
              <a:gd name="connsiteY179" fmla="*/ 485775 h 3521869"/>
              <a:gd name="connsiteX180" fmla="*/ 4521993 w 5207793"/>
              <a:gd name="connsiteY180" fmla="*/ 521494 h 3521869"/>
              <a:gd name="connsiteX181" fmla="*/ 4529137 w 5207793"/>
              <a:gd name="connsiteY181" fmla="*/ 550069 h 3521869"/>
              <a:gd name="connsiteX182" fmla="*/ 4543425 w 5207793"/>
              <a:gd name="connsiteY182" fmla="*/ 771525 h 3521869"/>
              <a:gd name="connsiteX183" fmla="*/ 4557712 w 5207793"/>
              <a:gd name="connsiteY183" fmla="*/ 850106 h 3521869"/>
              <a:gd name="connsiteX184" fmla="*/ 4564856 w 5207793"/>
              <a:gd name="connsiteY184" fmla="*/ 892969 h 3521869"/>
              <a:gd name="connsiteX185" fmla="*/ 4593431 w 5207793"/>
              <a:gd name="connsiteY185" fmla="*/ 1021556 h 3521869"/>
              <a:gd name="connsiteX186" fmla="*/ 4600575 w 5207793"/>
              <a:gd name="connsiteY186" fmla="*/ 1078706 h 3521869"/>
              <a:gd name="connsiteX187" fmla="*/ 4607718 w 5207793"/>
              <a:gd name="connsiteY187" fmla="*/ 1321594 h 3521869"/>
              <a:gd name="connsiteX188" fmla="*/ 4614862 w 5207793"/>
              <a:gd name="connsiteY188" fmla="*/ 1357313 h 3521869"/>
              <a:gd name="connsiteX189" fmla="*/ 4636293 w 5207793"/>
              <a:gd name="connsiteY189" fmla="*/ 1378744 h 3521869"/>
              <a:gd name="connsiteX190" fmla="*/ 4643437 w 5207793"/>
              <a:gd name="connsiteY190" fmla="*/ 1421606 h 3521869"/>
              <a:gd name="connsiteX191" fmla="*/ 4650581 w 5207793"/>
              <a:gd name="connsiteY191" fmla="*/ 1471613 h 3521869"/>
              <a:gd name="connsiteX192" fmla="*/ 4657725 w 5207793"/>
              <a:gd name="connsiteY192" fmla="*/ 1493044 h 3521869"/>
              <a:gd name="connsiteX193" fmla="*/ 4664868 w 5207793"/>
              <a:gd name="connsiteY193" fmla="*/ 1585913 h 3521869"/>
              <a:gd name="connsiteX194" fmla="*/ 4672012 w 5207793"/>
              <a:gd name="connsiteY194" fmla="*/ 1650206 h 3521869"/>
              <a:gd name="connsiteX195" fmla="*/ 4686300 w 5207793"/>
              <a:gd name="connsiteY195" fmla="*/ 1778794 h 3521869"/>
              <a:gd name="connsiteX196" fmla="*/ 4700587 w 5207793"/>
              <a:gd name="connsiteY196" fmla="*/ 1921669 h 3521869"/>
              <a:gd name="connsiteX197" fmla="*/ 4714875 w 5207793"/>
              <a:gd name="connsiteY197" fmla="*/ 2000250 h 3521869"/>
              <a:gd name="connsiteX198" fmla="*/ 4722018 w 5207793"/>
              <a:gd name="connsiteY198" fmla="*/ 2050256 h 3521869"/>
              <a:gd name="connsiteX199" fmla="*/ 4736306 w 5207793"/>
              <a:gd name="connsiteY199" fmla="*/ 2071688 h 3521869"/>
              <a:gd name="connsiteX200" fmla="*/ 4764881 w 5207793"/>
              <a:gd name="connsiteY200" fmla="*/ 2121694 h 3521869"/>
              <a:gd name="connsiteX201" fmla="*/ 4779168 w 5207793"/>
              <a:gd name="connsiteY201" fmla="*/ 2164556 h 3521869"/>
              <a:gd name="connsiteX202" fmla="*/ 4793456 w 5207793"/>
              <a:gd name="connsiteY202" fmla="*/ 2235994 h 3521869"/>
              <a:gd name="connsiteX203" fmla="*/ 4800600 w 5207793"/>
              <a:gd name="connsiteY203" fmla="*/ 2257425 h 3521869"/>
              <a:gd name="connsiteX204" fmla="*/ 4807743 w 5207793"/>
              <a:gd name="connsiteY204" fmla="*/ 2286000 h 3521869"/>
              <a:gd name="connsiteX205" fmla="*/ 4814887 w 5207793"/>
              <a:gd name="connsiteY205" fmla="*/ 2307431 h 3521869"/>
              <a:gd name="connsiteX206" fmla="*/ 4836318 w 5207793"/>
              <a:gd name="connsiteY206" fmla="*/ 2407444 h 3521869"/>
              <a:gd name="connsiteX207" fmla="*/ 4864893 w 5207793"/>
              <a:gd name="connsiteY207" fmla="*/ 2514600 h 3521869"/>
              <a:gd name="connsiteX208" fmla="*/ 4872037 w 5207793"/>
              <a:gd name="connsiteY208" fmla="*/ 2543175 h 3521869"/>
              <a:gd name="connsiteX209" fmla="*/ 4886325 w 5207793"/>
              <a:gd name="connsiteY209" fmla="*/ 2614613 h 3521869"/>
              <a:gd name="connsiteX210" fmla="*/ 4900612 w 5207793"/>
              <a:gd name="connsiteY210" fmla="*/ 2657475 h 3521869"/>
              <a:gd name="connsiteX211" fmla="*/ 4922043 w 5207793"/>
              <a:gd name="connsiteY211" fmla="*/ 2678906 h 3521869"/>
              <a:gd name="connsiteX212" fmla="*/ 4929187 w 5207793"/>
              <a:gd name="connsiteY212" fmla="*/ 2728913 h 3521869"/>
              <a:gd name="connsiteX213" fmla="*/ 4936331 w 5207793"/>
              <a:gd name="connsiteY213" fmla="*/ 2757488 h 3521869"/>
              <a:gd name="connsiteX214" fmla="*/ 4943475 w 5207793"/>
              <a:gd name="connsiteY214" fmla="*/ 2914650 h 3521869"/>
              <a:gd name="connsiteX215" fmla="*/ 4950618 w 5207793"/>
              <a:gd name="connsiteY215" fmla="*/ 2943225 h 3521869"/>
              <a:gd name="connsiteX216" fmla="*/ 4957762 w 5207793"/>
              <a:gd name="connsiteY216" fmla="*/ 2986088 h 3521869"/>
              <a:gd name="connsiteX217" fmla="*/ 5000625 w 5207793"/>
              <a:gd name="connsiteY217" fmla="*/ 3021806 h 3521869"/>
              <a:gd name="connsiteX218" fmla="*/ 5064918 w 5207793"/>
              <a:gd name="connsiteY218" fmla="*/ 3043238 h 3521869"/>
              <a:gd name="connsiteX219" fmla="*/ 5093493 w 5207793"/>
              <a:gd name="connsiteY219" fmla="*/ 3064669 h 3521869"/>
              <a:gd name="connsiteX220" fmla="*/ 5114925 w 5207793"/>
              <a:gd name="connsiteY220" fmla="*/ 3114675 h 3521869"/>
              <a:gd name="connsiteX221" fmla="*/ 5129212 w 5207793"/>
              <a:gd name="connsiteY221" fmla="*/ 3143250 h 3521869"/>
              <a:gd name="connsiteX222" fmla="*/ 5143500 w 5207793"/>
              <a:gd name="connsiteY222" fmla="*/ 3207544 h 3521869"/>
              <a:gd name="connsiteX223" fmla="*/ 5157787 w 5207793"/>
              <a:gd name="connsiteY223" fmla="*/ 3250406 h 3521869"/>
              <a:gd name="connsiteX224" fmla="*/ 5172075 w 5207793"/>
              <a:gd name="connsiteY224" fmla="*/ 3307556 h 3521869"/>
              <a:gd name="connsiteX225" fmla="*/ 5179218 w 5207793"/>
              <a:gd name="connsiteY225" fmla="*/ 3386138 h 3521869"/>
              <a:gd name="connsiteX226" fmla="*/ 5200650 w 5207793"/>
              <a:gd name="connsiteY226" fmla="*/ 3464719 h 3521869"/>
              <a:gd name="connsiteX227" fmla="*/ 5207793 w 5207793"/>
              <a:gd name="connsiteY227" fmla="*/ 3521869 h 3521869"/>
              <a:gd name="connsiteX0" fmla="*/ 0 w 5207793"/>
              <a:gd name="connsiteY0" fmla="*/ 3464719 h 3521869"/>
              <a:gd name="connsiteX1" fmla="*/ 7143 w 5207793"/>
              <a:gd name="connsiteY1" fmla="*/ 3386138 h 3521869"/>
              <a:gd name="connsiteX2" fmla="*/ 14287 w 5207793"/>
              <a:gd name="connsiteY2" fmla="*/ 3364706 h 3521869"/>
              <a:gd name="connsiteX3" fmla="*/ 21431 w 5207793"/>
              <a:gd name="connsiteY3" fmla="*/ 3328988 h 3521869"/>
              <a:gd name="connsiteX4" fmla="*/ 28575 w 5207793"/>
              <a:gd name="connsiteY4" fmla="*/ 3300413 h 3521869"/>
              <a:gd name="connsiteX5" fmla="*/ 35718 w 5207793"/>
              <a:gd name="connsiteY5" fmla="*/ 3250406 h 3521869"/>
              <a:gd name="connsiteX6" fmla="*/ 57150 w 5207793"/>
              <a:gd name="connsiteY6" fmla="*/ 3200400 h 3521869"/>
              <a:gd name="connsiteX7" fmla="*/ 64293 w 5207793"/>
              <a:gd name="connsiteY7" fmla="*/ 3178969 h 3521869"/>
              <a:gd name="connsiteX8" fmla="*/ 92868 w 5207793"/>
              <a:gd name="connsiteY8" fmla="*/ 3157538 h 3521869"/>
              <a:gd name="connsiteX9" fmla="*/ 121443 w 5207793"/>
              <a:gd name="connsiteY9" fmla="*/ 3107531 h 3521869"/>
              <a:gd name="connsiteX10" fmla="*/ 150018 w 5207793"/>
              <a:gd name="connsiteY10" fmla="*/ 3086100 h 3521869"/>
              <a:gd name="connsiteX11" fmla="*/ 171450 w 5207793"/>
              <a:gd name="connsiteY11" fmla="*/ 3057525 h 3521869"/>
              <a:gd name="connsiteX12" fmla="*/ 242887 w 5207793"/>
              <a:gd name="connsiteY12" fmla="*/ 3014663 h 3521869"/>
              <a:gd name="connsiteX13" fmla="*/ 264318 w 5207793"/>
              <a:gd name="connsiteY13" fmla="*/ 2957513 h 3521869"/>
              <a:gd name="connsiteX14" fmla="*/ 292893 w 5207793"/>
              <a:gd name="connsiteY14" fmla="*/ 2900363 h 3521869"/>
              <a:gd name="connsiteX15" fmla="*/ 307181 w 5207793"/>
              <a:gd name="connsiteY15" fmla="*/ 2664619 h 3521869"/>
              <a:gd name="connsiteX16" fmla="*/ 328612 w 5207793"/>
              <a:gd name="connsiteY16" fmla="*/ 2564606 h 3521869"/>
              <a:gd name="connsiteX17" fmla="*/ 335756 w 5207793"/>
              <a:gd name="connsiteY17" fmla="*/ 2521744 h 3521869"/>
              <a:gd name="connsiteX18" fmla="*/ 350043 w 5207793"/>
              <a:gd name="connsiteY18" fmla="*/ 2500313 h 3521869"/>
              <a:gd name="connsiteX19" fmla="*/ 364331 w 5207793"/>
              <a:gd name="connsiteY19" fmla="*/ 2450306 h 3521869"/>
              <a:gd name="connsiteX20" fmla="*/ 371475 w 5207793"/>
              <a:gd name="connsiteY20" fmla="*/ 2407444 h 3521869"/>
              <a:gd name="connsiteX21" fmla="*/ 385762 w 5207793"/>
              <a:gd name="connsiteY21" fmla="*/ 2357438 h 3521869"/>
              <a:gd name="connsiteX22" fmla="*/ 392906 w 5207793"/>
              <a:gd name="connsiteY22" fmla="*/ 2328863 h 3521869"/>
              <a:gd name="connsiteX23" fmla="*/ 407193 w 5207793"/>
              <a:gd name="connsiteY23" fmla="*/ 2307431 h 3521869"/>
              <a:gd name="connsiteX24" fmla="*/ 421481 w 5207793"/>
              <a:gd name="connsiteY24" fmla="*/ 2257425 h 3521869"/>
              <a:gd name="connsiteX25" fmla="*/ 428625 w 5207793"/>
              <a:gd name="connsiteY25" fmla="*/ 2228850 h 3521869"/>
              <a:gd name="connsiteX26" fmla="*/ 442912 w 5207793"/>
              <a:gd name="connsiteY26" fmla="*/ 2207419 h 3521869"/>
              <a:gd name="connsiteX27" fmla="*/ 464343 w 5207793"/>
              <a:gd name="connsiteY27" fmla="*/ 2150269 h 3521869"/>
              <a:gd name="connsiteX28" fmla="*/ 478631 w 5207793"/>
              <a:gd name="connsiteY28" fmla="*/ 2078831 h 3521869"/>
              <a:gd name="connsiteX29" fmla="*/ 485775 w 5207793"/>
              <a:gd name="connsiteY29" fmla="*/ 2050256 h 3521869"/>
              <a:gd name="connsiteX30" fmla="*/ 492918 w 5207793"/>
              <a:gd name="connsiteY30" fmla="*/ 2014538 h 3521869"/>
              <a:gd name="connsiteX31" fmla="*/ 500062 w 5207793"/>
              <a:gd name="connsiteY31" fmla="*/ 1993106 h 3521869"/>
              <a:gd name="connsiteX32" fmla="*/ 507206 w 5207793"/>
              <a:gd name="connsiteY32" fmla="*/ 1957388 h 3521869"/>
              <a:gd name="connsiteX33" fmla="*/ 514350 w 5207793"/>
              <a:gd name="connsiteY33" fmla="*/ 1935956 h 3521869"/>
              <a:gd name="connsiteX34" fmla="*/ 528637 w 5207793"/>
              <a:gd name="connsiteY34" fmla="*/ 1878806 h 3521869"/>
              <a:gd name="connsiteX35" fmla="*/ 535781 w 5207793"/>
              <a:gd name="connsiteY35" fmla="*/ 1785938 h 3521869"/>
              <a:gd name="connsiteX36" fmla="*/ 542925 w 5207793"/>
              <a:gd name="connsiteY36" fmla="*/ 1721644 h 3521869"/>
              <a:gd name="connsiteX37" fmla="*/ 535781 w 5207793"/>
              <a:gd name="connsiteY37" fmla="*/ 1578769 h 3521869"/>
              <a:gd name="connsiteX38" fmla="*/ 521493 w 5207793"/>
              <a:gd name="connsiteY38" fmla="*/ 1535906 h 3521869"/>
              <a:gd name="connsiteX39" fmla="*/ 528637 w 5207793"/>
              <a:gd name="connsiteY39" fmla="*/ 1400175 h 3521869"/>
              <a:gd name="connsiteX40" fmla="*/ 542925 w 5207793"/>
              <a:gd name="connsiteY40" fmla="*/ 1371600 h 3521869"/>
              <a:gd name="connsiteX41" fmla="*/ 564356 w 5207793"/>
              <a:gd name="connsiteY41" fmla="*/ 1293019 h 3521869"/>
              <a:gd name="connsiteX42" fmla="*/ 578643 w 5207793"/>
              <a:gd name="connsiteY42" fmla="*/ 964406 h 3521869"/>
              <a:gd name="connsiteX43" fmla="*/ 585787 w 5207793"/>
              <a:gd name="connsiteY43" fmla="*/ 907256 h 3521869"/>
              <a:gd name="connsiteX44" fmla="*/ 578643 w 5207793"/>
              <a:gd name="connsiteY44" fmla="*/ 385763 h 3521869"/>
              <a:gd name="connsiteX45" fmla="*/ 607218 w 5207793"/>
              <a:gd name="connsiteY45" fmla="*/ 278606 h 3521869"/>
              <a:gd name="connsiteX46" fmla="*/ 628650 w 5207793"/>
              <a:gd name="connsiteY46" fmla="*/ 228600 h 3521869"/>
              <a:gd name="connsiteX47" fmla="*/ 650081 w 5207793"/>
              <a:gd name="connsiteY47" fmla="*/ 200025 h 3521869"/>
              <a:gd name="connsiteX48" fmla="*/ 664368 w 5207793"/>
              <a:gd name="connsiteY48" fmla="*/ 171450 h 3521869"/>
              <a:gd name="connsiteX49" fmla="*/ 678656 w 5207793"/>
              <a:gd name="connsiteY49" fmla="*/ 150019 h 3521869"/>
              <a:gd name="connsiteX50" fmla="*/ 685800 w 5207793"/>
              <a:gd name="connsiteY50" fmla="*/ 128588 h 3521869"/>
              <a:gd name="connsiteX51" fmla="*/ 714375 w 5207793"/>
              <a:gd name="connsiteY51" fmla="*/ 100013 h 3521869"/>
              <a:gd name="connsiteX52" fmla="*/ 735806 w 5207793"/>
              <a:gd name="connsiteY52" fmla="*/ 71438 h 3521869"/>
              <a:gd name="connsiteX53" fmla="*/ 757237 w 5207793"/>
              <a:gd name="connsiteY53" fmla="*/ 50006 h 3521869"/>
              <a:gd name="connsiteX54" fmla="*/ 778668 w 5207793"/>
              <a:gd name="connsiteY54" fmla="*/ 21431 h 3521869"/>
              <a:gd name="connsiteX55" fmla="*/ 800100 w 5207793"/>
              <a:gd name="connsiteY55" fmla="*/ 14288 h 3521869"/>
              <a:gd name="connsiteX56" fmla="*/ 935831 w 5207793"/>
              <a:gd name="connsiteY56" fmla="*/ 28575 h 3521869"/>
              <a:gd name="connsiteX57" fmla="*/ 964406 w 5207793"/>
              <a:gd name="connsiteY57" fmla="*/ 50006 h 3521869"/>
              <a:gd name="connsiteX58" fmla="*/ 1014412 w 5207793"/>
              <a:gd name="connsiteY58" fmla="*/ 78581 h 3521869"/>
              <a:gd name="connsiteX59" fmla="*/ 1035843 w 5207793"/>
              <a:gd name="connsiteY59" fmla="*/ 100013 h 3521869"/>
              <a:gd name="connsiteX60" fmla="*/ 1064418 w 5207793"/>
              <a:gd name="connsiteY60" fmla="*/ 114300 h 3521869"/>
              <a:gd name="connsiteX61" fmla="*/ 1085850 w 5207793"/>
              <a:gd name="connsiteY61" fmla="*/ 128588 h 3521869"/>
              <a:gd name="connsiteX62" fmla="*/ 1128712 w 5207793"/>
              <a:gd name="connsiteY62" fmla="*/ 150019 h 3521869"/>
              <a:gd name="connsiteX63" fmla="*/ 1185862 w 5207793"/>
              <a:gd name="connsiteY63" fmla="*/ 178594 h 3521869"/>
              <a:gd name="connsiteX64" fmla="*/ 1207293 w 5207793"/>
              <a:gd name="connsiteY64" fmla="*/ 192881 h 3521869"/>
              <a:gd name="connsiteX65" fmla="*/ 1228725 w 5207793"/>
              <a:gd name="connsiteY65" fmla="*/ 200025 h 3521869"/>
              <a:gd name="connsiteX66" fmla="*/ 1257300 w 5207793"/>
              <a:gd name="connsiteY66" fmla="*/ 221456 h 3521869"/>
              <a:gd name="connsiteX67" fmla="*/ 1278731 w 5207793"/>
              <a:gd name="connsiteY67" fmla="*/ 235744 h 3521869"/>
              <a:gd name="connsiteX68" fmla="*/ 1350168 w 5207793"/>
              <a:gd name="connsiteY68" fmla="*/ 242888 h 3521869"/>
              <a:gd name="connsiteX69" fmla="*/ 1464468 w 5207793"/>
              <a:gd name="connsiteY69" fmla="*/ 235744 h 3521869"/>
              <a:gd name="connsiteX70" fmla="*/ 1485900 w 5207793"/>
              <a:gd name="connsiteY70" fmla="*/ 228600 h 3521869"/>
              <a:gd name="connsiteX71" fmla="*/ 1528762 w 5207793"/>
              <a:gd name="connsiteY71" fmla="*/ 192881 h 3521869"/>
              <a:gd name="connsiteX72" fmla="*/ 1535906 w 5207793"/>
              <a:gd name="connsiteY72" fmla="*/ 171450 h 3521869"/>
              <a:gd name="connsiteX73" fmla="*/ 1557337 w 5207793"/>
              <a:gd name="connsiteY73" fmla="*/ 164306 h 3521869"/>
              <a:gd name="connsiteX74" fmla="*/ 1585912 w 5207793"/>
              <a:gd name="connsiteY74" fmla="*/ 150019 h 3521869"/>
              <a:gd name="connsiteX75" fmla="*/ 1635918 w 5207793"/>
              <a:gd name="connsiteY75" fmla="*/ 135731 h 3521869"/>
              <a:gd name="connsiteX76" fmla="*/ 1714500 w 5207793"/>
              <a:gd name="connsiteY76" fmla="*/ 128588 h 3521869"/>
              <a:gd name="connsiteX77" fmla="*/ 1807368 w 5207793"/>
              <a:gd name="connsiteY77" fmla="*/ 114300 h 3521869"/>
              <a:gd name="connsiteX78" fmla="*/ 1835943 w 5207793"/>
              <a:gd name="connsiteY78" fmla="*/ 121444 h 3521869"/>
              <a:gd name="connsiteX79" fmla="*/ 1814512 w 5207793"/>
              <a:gd name="connsiteY79" fmla="*/ 142875 h 3521869"/>
              <a:gd name="connsiteX80" fmla="*/ 1807368 w 5207793"/>
              <a:gd name="connsiteY80" fmla="*/ 164306 h 3521869"/>
              <a:gd name="connsiteX81" fmla="*/ 1785937 w 5207793"/>
              <a:gd name="connsiteY81" fmla="*/ 171450 h 3521869"/>
              <a:gd name="connsiteX82" fmla="*/ 1750218 w 5207793"/>
              <a:gd name="connsiteY82" fmla="*/ 214313 h 3521869"/>
              <a:gd name="connsiteX83" fmla="*/ 1743075 w 5207793"/>
              <a:gd name="connsiteY83" fmla="*/ 235744 h 3521869"/>
              <a:gd name="connsiteX84" fmla="*/ 1714500 w 5207793"/>
              <a:gd name="connsiteY84" fmla="*/ 285750 h 3521869"/>
              <a:gd name="connsiteX85" fmla="*/ 1693068 w 5207793"/>
              <a:gd name="connsiteY85" fmla="*/ 314325 h 3521869"/>
              <a:gd name="connsiteX86" fmla="*/ 1664493 w 5207793"/>
              <a:gd name="connsiteY86" fmla="*/ 357188 h 3521869"/>
              <a:gd name="connsiteX87" fmla="*/ 1643062 w 5207793"/>
              <a:gd name="connsiteY87" fmla="*/ 378619 h 3521869"/>
              <a:gd name="connsiteX88" fmla="*/ 1614487 w 5207793"/>
              <a:gd name="connsiteY88" fmla="*/ 421481 h 3521869"/>
              <a:gd name="connsiteX89" fmla="*/ 1578768 w 5207793"/>
              <a:gd name="connsiteY89" fmla="*/ 464344 h 3521869"/>
              <a:gd name="connsiteX90" fmla="*/ 1564481 w 5207793"/>
              <a:gd name="connsiteY90" fmla="*/ 514350 h 3521869"/>
              <a:gd name="connsiteX91" fmla="*/ 1550193 w 5207793"/>
              <a:gd name="connsiteY91" fmla="*/ 578644 h 3521869"/>
              <a:gd name="connsiteX92" fmla="*/ 1557337 w 5207793"/>
              <a:gd name="connsiteY92" fmla="*/ 621506 h 3521869"/>
              <a:gd name="connsiteX93" fmla="*/ 1571625 w 5207793"/>
              <a:gd name="connsiteY93" fmla="*/ 700088 h 3521869"/>
              <a:gd name="connsiteX94" fmla="*/ 1593056 w 5207793"/>
              <a:gd name="connsiteY94" fmla="*/ 742950 h 3521869"/>
              <a:gd name="connsiteX95" fmla="*/ 1600200 w 5207793"/>
              <a:gd name="connsiteY95" fmla="*/ 785813 h 3521869"/>
              <a:gd name="connsiteX96" fmla="*/ 1607343 w 5207793"/>
              <a:gd name="connsiteY96" fmla="*/ 807244 h 3521869"/>
              <a:gd name="connsiteX97" fmla="*/ 1621631 w 5207793"/>
              <a:gd name="connsiteY97" fmla="*/ 871538 h 3521869"/>
              <a:gd name="connsiteX98" fmla="*/ 1635918 w 5207793"/>
              <a:gd name="connsiteY98" fmla="*/ 957263 h 3521869"/>
              <a:gd name="connsiteX99" fmla="*/ 1643062 w 5207793"/>
              <a:gd name="connsiteY99" fmla="*/ 978694 h 3521869"/>
              <a:gd name="connsiteX100" fmla="*/ 1657350 w 5207793"/>
              <a:gd name="connsiteY100" fmla="*/ 1000125 h 3521869"/>
              <a:gd name="connsiteX101" fmla="*/ 1664493 w 5207793"/>
              <a:gd name="connsiteY101" fmla="*/ 1028700 h 3521869"/>
              <a:gd name="connsiteX102" fmla="*/ 1678781 w 5207793"/>
              <a:gd name="connsiteY102" fmla="*/ 1050131 h 3521869"/>
              <a:gd name="connsiteX103" fmla="*/ 1685925 w 5207793"/>
              <a:gd name="connsiteY103" fmla="*/ 1085850 h 3521869"/>
              <a:gd name="connsiteX104" fmla="*/ 1728787 w 5207793"/>
              <a:gd name="connsiteY104" fmla="*/ 1135856 h 3521869"/>
              <a:gd name="connsiteX105" fmla="*/ 1743075 w 5207793"/>
              <a:gd name="connsiteY105" fmla="*/ 1157288 h 3521869"/>
              <a:gd name="connsiteX106" fmla="*/ 1750218 w 5207793"/>
              <a:gd name="connsiteY106" fmla="*/ 1185863 h 3521869"/>
              <a:gd name="connsiteX107" fmla="*/ 1793081 w 5207793"/>
              <a:gd name="connsiteY107" fmla="*/ 1235869 h 3521869"/>
              <a:gd name="connsiteX108" fmla="*/ 1828800 w 5207793"/>
              <a:gd name="connsiteY108" fmla="*/ 1278731 h 3521869"/>
              <a:gd name="connsiteX109" fmla="*/ 1864518 w 5207793"/>
              <a:gd name="connsiteY109" fmla="*/ 1314450 h 3521869"/>
              <a:gd name="connsiteX110" fmla="*/ 1921668 w 5207793"/>
              <a:gd name="connsiteY110" fmla="*/ 1378744 h 3521869"/>
              <a:gd name="connsiteX111" fmla="*/ 1978818 w 5207793"/>
              <a:gd name="connsiteY111" fmla="*/ 1393031 h 3521869"/>
              <a:gd name="connsiteX112" fmla="*/ 2007393 w 5207793"/>
              <a:gd name="connsiteY112" fmla="*/ 1400175 h 3521869"/>
              <a:gd name="connsiteX113" fmla="*/ 2028825 w 5207793"/>
              <a:gd name="connsiteY113" fmla="*/ 1407319 h 3521869"/>
              <a:gd name="connsiteX114" fmla="*/ 2078831 w 5207793"/>
              <a:gd name="connsiteY114" fmla="*/ 1414463 h 3521869"/>
              <a:gd name="connsiteX115" fmla="*/ 2135981 w 5207793"/>
              <a:gd name="connsiteY115" fmla="*/ 1428750 h 3521869"/>
              <a:gd name="connsiteX116" fmla="*/ 2228850 w 5207793"/>
              <a:gd name="connsiteY116" fmla="*/ 1443038 h 3521869"/>
              <a:gd name="connsiteX117" fmla="*/ 2257425 w 5207793"/>
              <a:gd name="connsiteY117" fmla="*/ 1450181 h 3521869"/>
              <a:gd name="connsiteX118" fmla="*/ 2300287 w 5207793"/>
              <a:gd name="connsiteY118" fmla="*/ 1464469 h 3521869"/>
              <a:gd name="connsiteX119" fmla="*/ 2507456 w 5207793"/>
              <a:gd name="connsiteY119" fmla="*/ 1471613 h 3521869"/>
              <a:gd name="connsiteX120" fmla="*/ 2543175 w 5207793"/>
              <a:gd name="connsiteY120" fmla="*/ 1478756 h 3521869"/>
              <a:gd name="connsiteX121" fmla="*/ 2878931 w 5207793"/>
              <a:gd name="connsiteY121" fmla="*/ 1478756 h 3521869"/>
              <a:gd name="connsiteX122" fmla="*/ 2914650 w 5207793"/>
              <a:gd name="connsiteY122" fmla="*/ 1471613 h 3521869"/>
              <a:gd name="connsiteX123" fmla="*/ 2964656 w 5207793"/>
              <a:gd name="connsiteY123" fmla="*/ 1450181 h 3521869"/>
              <a:gd name="connsiteX124" fmla="*/ 2986087 w 5207793"/>
              <a:gd name="connsiteY124" fmla="*/ 1443038 h 3521869"/>
              <a:gd name="connsiteX125" fmla="*/ 3043237 w 5207793"/>
              <a:gd name="connsiteY125" fmla="*/ 1421606 h 3521869"/>
              <a:gd name="connsiteX126" fmla="*/ 3071812 w 5207793"/>
              <a:gd name="connsiteY126" fmla="*/ 1400175 h 3521869"/>
              <a:gd name="connsiteX127" fmla="*/ 3093243 w 5207793"/>
              <a:gd name="connsiteY127" fmla="*/ 1378744 h 3521869"/>
              <a:gd name="connsiteX128" fmla="*/ 3128962 w 5207793"/>
              <a:gd name="connsiteY128" fmla="*/ 1357313 h 3521869"/>
              <a:gd name="connsiteX129" fmla="*/ 3186112 w 5207793"/>
              <a:gd name="connsiteY129" fmla="*/ 1300163 h 3521869"/>
              <a:gd name="connsiteX130" fmla="*/ 3214687 w 5207793"/>
              <a:gd name="connsiteY130" fmla="*/ 1243013 h 3521869"/>
              <a:gd name="connsiteX131" fmla="*/ 3236118 w 5207793"/>
              <a:gd name="connsiteY131" fmla="*/ 1228725 h 3521869"/>
              <a:gd name="connsiteX132" fmla="*/ 3271837 w 5207793"/>
              <a:gd name="connsiteY132" fmla="*/ 1178719 h 3521869"/>
              <a:gd name="connsiteX133" fmla="*/ 3293268 w 5207793"/>
              <a:gd name="connsiteY133" fmla="*/ 1164431 h 3521869"/>
              <a:gd name="connsiteX134" fmla="*/ 3300412 w 5207793"/>
              <a:gd name="connsiteY134" fmla="*/ 1143000 h 3521869"/>
              <a:gd name="connsiteX135" fmla="*/ 3321843 w 5207793"/>
              <a:gd name="connsiteY135" fmla="*/ 1135856 h 3521869"/>
              <a:gd name="connsiteX136" fmla="*/ 3343275 w 5207793"/>
              <a:gd name="connsiteY136" fmla="*/ 1114425 h 3521869"/>
              <a:gd name="connsiteX137" fmla="*/ 3357562 w 5207793"/>
              <a:gd name="connsiteY137" fmla="*/ 1085850 h 3521869"/>
              <a:gd name="connsiteX138" fmla="*/ 3393281 w 5207793"/>
              <a:gd name="connsiteY138" fmla="*/ 1028700 h 3521869"/>
              <a:gd name="connsiteX139" fmla="*/ 3400425 w 5207793"/>
              <a:gd name="connsiteY139" fmla="*/ 1007269 h 3521869"/>
              <a:gd name="connsiteX140" fmla="*/ 3436143 w 5207793"/>
              <a:gd name="connsiteY140" fmla="*/ 928688 h 3521869"/>
              <a:gd name="connsiteX141" fmla="*/ 3450431 w 5207793"/>
              <a:gd name="connsiteY141" fmla="*/ 842963 h 3521869"/>
              <a:gd name="connsiteX142" fmla="*/ 3464718 w 5207793"/>
              <a:gd name="connsiteY142" fmla="*/ 700088 h 3521869"/>
              <a:gd name="connsiteX143" fmla="*/ 3471862 w 5207793"/>
              <a:gd name="connsiteY143" fmla="*/ 664369 h 3521869"/>
              <a:gd name="connsiteX144" fmla="*/ 3479006 w 5207793"/>
              <a:gd name="connsiteY144" fmla="*/ 492919 h 3521869"/>
              <a:gd name="connsiteX145" fmla="*/ 3457575 w 5207793"/>
              <a:gd name="connsiteY145" fmla="*/ 321469 h 3521869"/>
              <a:gd name="connsiteX146" fmla="*/ 3443287 w 5207793"/>
              <a:gd name="connsiteY146" fmla="*/ 300038 h 3521869"/>
              <a:gd name="connsiteX147" fmla="*/ 3414712 w 5207793"/>
              <a:gd name="connsiteY147" fmla="*/ 242888 h 3521869"/>
              <a:gd name="connsiteX148" fmla="*/ 3407568 w 5207793"/>
              <a:gd name="connsiteY148" fmla="*/ 221456 h 3521869"/>
              <a:gd name="connsiteX149" fmla="*/ 3364706 w 5207793"/>
              <a:gd name="connsiteY149" fmla="*/ 192881 h 3521869"/>
              <a:gd name="connsiteX150" fmla="*/ 3328987 w 5207793"/>
              <a:gd name="connsiteY150" fmla="*/ 150019 h 3521869"/>
              <a:gd name="connsiteX151" fmla="*/ 3286125 w 5207793"/>
              <a:gd name="connsiteY151" fmla="*/ 121444 h 3521869"/>
              <a:gd name="connsiteX152" fmla="*/ 3264693 w 5207793"/>
              <a:gd name="connsiteY152" fmla="*/ 92869 h 3521869"/>
              <a:gd name="connsiteX153" fmla="*/ 3236118 w 5207793"/>
              <a:gd name="connsiteY153" fmla="*/ 50006 h 3521869"/>
              <a:gd name="connsiteX154" fmla="*/ 3250406 w 5207793"/>
              <a:gd name="connsiteY154" fmla="*/ 14288 h 3521869"/>
              <a:gd name="connsiteX155" fmla="*/ 3328987 w 5207793"/>
              <a:gd name="connsiteY155" fmla="*/ 7144 h 3521869"/>
              <a:gd name="connsiteX156" fmla="*/ 3350418 w 5207793"/>
              <a:gd name="connsiteY156" fmla="*/ 0 h 3521869"/>
              <a:gd name="connsiteX157" fmla="*/ 3414712 w 5207793"/>
              <a:gd name="connsiteY157" fmla="*/ 21431 h 3521869"/>
              <a:gd name="connsiteX158" fmla="*/ 3457575 w 5207793"/>
              <a:gd name="connsiteY158" fmla="*/ 35719 h 3521869"/>
              <a:gd name="connsiteX159" fmla="*/ 3479006 w 5207793"/>
              <a:gd name="connsiteY159" fmla="*/ 42863 h 3521869"/>
              <a:gd name="connsiteX160" fmla="*/ 3543300 w 5207793"/>
              <a:gd name="connsiteY160" fmla="*/ 57150 h 3521869"/>
              <a:gd name="connsiteX161" fmla="*/ 3579018 w 5207793"/>
              <a:gd name="connsiteY161" fmla="*/ 71438 h 3521869"/>
              <a:gd name="connsiteX162" fmla="*/ 3636168 w 5207793"/>
              <a:gd name="connsiteY162" fmla="*/ 85725 h 3521869"/>
              <a:gd name="connsiteX163" fmla="*/ 3657600 w 5207793"/>
              <a:gd name="connsiteY163" fmla="*/ 100013 h 3521869"/>
              <a:gd name="connsiteX164" fmla="*/ 3686175 w 5207793"/>
              <a:gd name="connsiteY164" fmla="*/ 114300 h 3521869"/>
              <a:gd name="connsiteX165" fmla="*/ 3700462 w 5207793"/>
              <a:gd name="connsiteY165" fmla="*/ 142875 h 3521869"/>
              <a:gd name="connsiteX166" fmla="*/ 3757612 w 5207793"/>
              <a:gd name="connsiteY166" fmla="*/ 171450 h 3521869"/>
              <a:gd name="connsiteX167" fmla="*/ 3807618 w 5207793"/>
              <a:gd name="connsiteY167" fmla="*/ 192881 h 3521869"/>
              <a:gd name="connsiteX168" fmla="*/ 3829050 w 5207793"/>
              <a:gd name="connsiteY168" fmla="*/ 207169 h 3521869"/>
              <a:gd name="connsiteX169" fmla="*/ 3871912 w 5207793"/>
              <a:gd name="connsiteY169" fmla="*/ 214313 h 3521869"/>
              <a:gd name="connsiteX170" fmla="*/ 4150518 w 5207793"/>
              <a:gd name="connsiteY170" fmla="*/ 207169 h 3521869"/>
              <a:gd name="connsiteX171" fmla="*/ 4186237 w 5207793"/>
              <a:gd name="connsiteY171" fmla="*/ 178594 h 3521869"/>
              <a:gd name="connsiteX172" fmla="*/ 4214812 w 5207793"/>
              <a:gd name="connsiteY172" fmla="*/ 171450 h 3521869"/>
              <a:gd name="connsiteX173" fmla="*/ 4236243 w 5207793"/>
              <a:gd name="connsiteY173" fmla="*/ 164306 h 3521869"/>
              <a:gd name="connsiteX174" fmla="*/ 4386262 w 5207793"/>
              <a:gd name="connsiteY174" fmla="*/ 185738 h 3521869"/>
              <a:gd name="connsiteX175" fmla="*/ 4421981 w 5207793"/>
              <a:gd name="connsiteY175" fmla="*/ 221456 h 3521869"/>
              <a:gd name="connsiteX176" fmla="*/ 4457700 w 5207793"/>
              <a:gd name="connsiteY176" fmla="*/ 285750 h 3521869"/>
              <a:gd name="connsiteX177" fmla="*/ 4471987 w 5207793"/>
              <a:gd name="connsiteY177" fmla="*/ 364331 h 3521869"/>
              <a:gd name="connsiteX178" fmla="*/ 4486275 w 5207793"/>
              <a:gd name="connsiteY178" fmla="*/ 428625 h 3521869"/>
              <a:gd name="connsiteX179" fmla="*/ 4514850 w 5207793"/>
              <a:gd name="connsiteY179" fmla="*/ 485775 h 3521869"/>
              <a:gd name="connsiteX180" fmla="*/ 4521993 w 5207793"/>
              <a:gd name="connsiteY180" fmla="*/ 521494 h 3521869"/>
              <a:gd name="connsiteX181" fmla="*/ 4529137 w 5207793"/>
              <a:gd name="connsiteY181" fmla="*/ 550069 h 3521869"/>
              <a:gd name="connsiteX182" fmla="*/ 4543425 w 5207793"/>
              <a:gd name="connsiteY182" fmla="*/ 771525 h 3521869"/>
              <a:gd name="connsiteX183" fmla="*/ 4557712 w 5207793"/>
              <a:gd name="connsiteY183" fmla="*/ 850106 h 3521869"/>
              <a:gd name="connsiteX184" fmla="*/ 4564856 w 5207793"/>
              <a:gd name="connsiteY184" fmla="*/ 892969 h 3521869"/>
              <a:gd name="connsiteX185" fmla="*/ 4593431 w 5207793"/>
              <a:gd name="connsiteY185" fmla="*/ 1021556 h 3521869"/>
              <a:gd name="connsiteX186" fmla="*/ 4600575 w 5207793"/>
              <a:gd name="connsiteY186" fmla="*/ 1078706 h 3521869"/>
              <a:gd name="connsiteX187" fmla="*/ 4607718 w 5207793"/>
              <a:gd name="connsiteY187" fmla="*/ 1321594 h 3521869"/>
              <a:gd name="connsiteX188" fmla="*/ 4614862 w 5207793"/>
              <a:gd name="connsiteY188" fmla="*/ 1357313 h 3521869"/>
              <a:gd name="connsiteX189" fmla="*/ 4636293 w 5207793"/>
              <a:gd name="connsiteY189" fmla="*/ 1378744 h 3521869"/>
              <a:gd name="connsiteX190" fmla="*/ 4643437 w 5207793"/>
              <a:gd name="connsiteY190" fmla="*/ 1421606 h 3521869"/>
              <a:gd name="connsiteX191" fmla="*/ 4650581 w 5207793"/>
              <a:gd name="connsiteY191" fmla="*/ 1471613 h 3521869"/>
              <a:gd name="connsiteX192" fmla="*/ 4657725 w 5207793"/>
              <a:gd name="connsiteY192" fmla="*/ 1493044 h 3521869"/>
              <a:gd name="connsiteX193" fmla="*/ 4664868 w 5207793"/>
              <a:gd name="connsiteY193" fmla="*/ 1585913 h 3521869"/>
              <a:gd name="connsiteX194" fmla="*/ 4672012 w 5207793"/>
              <a:gd name="connsiteY194" fmla="*/ 1650206 h 3521869"/>
              <a:gd name="connsiteX195" fmla="*/ 4686300 w 5207793"/>
              <a:gd name="connsiteY195" fmla="*/ 1778794 h 3521869"/>
              <a:gd name="connsiteX196" fmla="*/ 4700587 w 5207793"/>
              <a:gd name="connsiteY196" fmla="*/ 1921669 h 3521869"/>
              <a:gd name="connsiteX197" fmla="*/ 4714875 w 5207793"/>
              <a:gd name="connsiteY197" fmla="*/ 2000250 h 3521869"/>
              <a:gd name="connsiteX198" fmla="*/ 4722018 w 5207793"/>
              <a:gd name="connsiteY198" fmla="*/ 2050256 h 3521869"/>
              <a:gd name="connsiteX199" fmla="*/ 4736306 w 5207793"/>
              <a:gd name="connsiteY199" fmla="*/ 2071688 h 3521869"/>
              <a:gd name="connsiteX200" fmla="*/ 4764881 w 5207793"/>
              <a:gd name="connsiteY200" fmla="*/ 2121694 h 3521869"/>
              <a:gd name="connsiteX201" fmla="*/ 4779168 w 5207793"/>
              <a:gd name="connsiteY201" fmla="*/ 2164556 h 3521869"/>
              <a:gd name="connsiteX202" fmla="*/ 4793456 w 5207793"/>
              <a:gd name="connsiteY202" fmla="*/ 2235994 h 3521869"/>
              <a:gd name="connsiteX203" fmla="*/ 4800600 w 5207793"/>
              <a:gd name="connsiteY203" fmla="*/ 2257425 h 3521869"/>
              <a:gd name="connsiteX204" fmla="*/ 4807743 w 5207793"/>
              <a:gd name="connsiteY204" fmla="*/ 2286000 h 3521869"/>
              <a:gd name="connsiteX205" fmla="*/ 4814887 w 5207793"/>
              <a:gd name="connsiteY205" fmla="*/ 2307431 h 3521869"/>
              <a:gd name="connsiteX206" fmla="*/ 4836318 w 5207793"/>
              <a:gd name="connsiteY206" fmla="*/ 2407444 h 3521869"/>
              <a:gd name="connsiteX207" fmla="*/ 4864893 w 5207793"/>
              <a:gd name="connsiteY207" fmla="*/ 2514600 h 3521869"/>
              <a:gd name="connsiteX208" fmla="*/ 4872037 w 5207793"/>
              <a:gd name="connsiteY208" fmla="*/ 2543175 h 3521869"/>
              <a:gd name="connsiteX209" fmla="*/ 4886325 w 5207793"/>
              <a:gd name="connsiteY209" fmla="*/ 2614613 h 3521869"/>
              <a:gd name="connsiteX210" fmla="*/ 4900612 w 5207793"/>
              <a:gd name="connsiteY210" fmla="*/ 2657475 h 3521869"/>
              <a:gd name="connsiteX211" fmla="*/ 4922043 w 5207793"/>
              <a:gd name="connsiteY211" fmla="*/ 2678906 h 3521869"/>
              <a:gd name="connsiteX212" fmla="*/ 4929187 w 5207793"/>
              <a:gd name="connsiteY212" fmla="*/ 2728913 h 3521869"/>
              <a:gd name="connsiteX213" fmla="*/ 4936331 w 5207793"/>
              <a:gd name="connsiteY213" fmla="*/ 2757488 h 3521869"/>
              <a:gd name="connsiteX214" fmla="*/ 4943475 w 5207793"/>
              <a:gd name="connsiteY214" fmla="*/ 2914650 h 3521869"/>
              <a:gd name="connsiteX215" fmla="*/ 4950618 w 5207793"/>
              <a:gd name="connsiteY215" fmla="*/ 2943225 h 3521869"/>
              <a:gd name="connsiteX216" fmla="*/ 4936331 w 5207793"/>
              <a:gd name="connsiteY216" fmla="*/ 2986088 h 3521869"/>
              <a:gd name="connsiteX217" fmla="*/ 5000625 w 5207793"/>
              <a:gd name="connsiteY217" fmla="*/ 3021806 h 3521869"/>
              <a:gd name="connsiteX218" fmla="*/ 5064918 w 5207793"/>
              <a:gd name="connsiteY218" fmla="*/ 3043238 h 3521869"/>
              <a:gd name="connsiteX219" fmla="*/ 5093493 w 5207793"/>
              <a:gd name="connsiteY219" fmla="*/ 3064669 h 3521869"/>
              <a:gd name="connsiteX220" fmla="*/ 5114925 w 5207793"/>
              <a:gd name="connsiteY220" fmla="*/ 3114675 h 3521869"/>
              <a:gd name="connsiteX221" fmla="*/ 5129212 w 5207793"/>
              <a:gd name="connsiteY221" fmla="*/ 3143250 h 3521869"/>
              <a:gd name="connsiteX222" fmla="*/ 5143500 w 5207793"/>
              <a:gd name="connsiteY222" fmla="*/ 3207544 h 3521869"/>
              <a:gd name="connsiteX223" fmla="*/ 5157787 w 5207793"/>
              <a:gd name="connsiteY223" fmla="*/ 3250406 h 3521869"/>
              <a:gd name="connsiteX224" fmla="*/ 5172075 w 5207793"/>
              <a:gd name="connsiteY224" fmla="*/ 3307556 h 3521869"/>
              <a:gd name="connsiteX225" fmla="*/ 5179218 w 5207793"/>
              <a:gd name="connsiteY225" fmla="*/ 3386138 h 3521869"/>
              <a:gd name="connsiteX226" fmla="*/ 5200650 w 5207793"/>
              <a:gd name="connsiteY226" fmla="*/ 3464719 h 3521869"/>
              <a:gd name="connsiteX227" fmla="*/ 5207793 w 5207793"/>
              <a:gd name="connsiteY227" fmla="*/ 3521869 h 3521869"/>
              <a:gd name="connsiteX0" fmla="*/ 0 w 5207793"/>
              <a:gd name="connsiteY0" fmla="*/ 3464719 h 3521869"/>
              <a:gd name="connsiteX1" fmla="*/ 7143 w 5207793"/>
              <a:gd name="connsiteY1" fmla="*/ 3386138 h 3521869"/>
              <a:gd name="connsiteX2" fmla="*/ 14287 w 5207793"/>
              <a:gd name="connsiteY2" fmla="*/ 3364706 h 3521869"/>
              <a:gd name="connsiteX3" fmla="*/ 21431 w 5207793"/>
              <a:gd name="connsiteY3" fmla="*/ 3328988 h 3521869"/>
              <a:gd name="connsiteX4" fmla="*/ 28575 w 5207793"/>
              <a:gd name="connsiteY4" fmla="*/ 3300413 h 3521869"/>
              <a:gd name="connsiteX5" fmla="*/ 35718 w 5207793"/>
              <a:gd name="connsiteY5" fmla="*/ 3250406 h 3521869"/>
              <a:gd name="connsiteX6" fmla="*/ 57150 w 5207793"/>
              <a:gd name="connsiteY6" fmla="*/ 3200400 h 3521869"/>
              <a:gd name="connsiteX7" fmla="*/ 64293 w 5207793"/>
              <a:gd name="connsiteY7" fmla="*/ 3178969 h 3521869"/>
              <a:gd name="connsiteX8" fmla="*/ 92868 w 5207793"/>
              <a:gd name="connsiteY8" fmla="*/ 3157538 h 3521869"/>
              <a:gd name="connsiteX9" fmla="*/ 121443 w 5207793"/>
              <a:gd name="connsiteY9" fmla="*/ 3107531 h 3521869"/>
              <a:gd name="connsiteX10" fmla="*/ 150018 w 5207793"/>
              <a:gd name="connsiteY10" fmla="*/ 3086100 h 3521869"/>
              <a:gd name="connsiteX11" fmla="*/ 171450 w 5207793"/>
              <a:gd name="connsiteY11" fmla="*/ 3057525 h 3521869"/>
              <a:gd name="connsiteX12" fmla="*/ 242887 w 5207793"/>
              <a:gd name="connsiteY12" fmla="*/ 3014663 h 3521869"/>
              <a:gd name="connsiteX13" fmla="*/ 264318 w 5207793"/>
              <a:gd name="connsiteY13" fmla="*/ 2957513 h 3521869"/>
              <a:gd name="connsiteX14" fmla="*/ 292893 w 5207793"/>
              <a:gd name="connsiteY14" fmla="*/ 2900363 h 3521869"/>
              <a:gd name="connsiteX15" fmla="*/ 307181 w 5207793"/>
              <a:gd name="connsiteY15" fmla="*/ 2664619 h 3521869"/>
              <a:gd name="connsiteX16" fmla="*/ 328612 w 5207793"/>
              <a:gd name="connsiteY16" fmla="*/ 2564606 h 3521869"/>
              <a:gd name="connsiteX17" fmla="*/ 335756 w 5207793"/>
              <a:gd name="connsiteY17" fmla="*/ 2521744 h 3521869"/>
              <a:gd name="connsiteX18" fmla="*/ 350043 w 5207793"/>
              <a:gd name="connsiteY18" fmla="*/ 2500313 h 3521869"/>
              <a:gd name="connsiteX19" fmla="*/ 364331 w 5207793"/>
              <a:gd name="connsiteY19" fmla="*/ 2450306 h 3521869"/>
              <a:gd name="connsiteX20" fmla="*/ 371475 w 5207793"/>
              <a:gd name="connsiteY20" fmla="*/ 2407444 h 3521869"/>
              <a:gd name="connsiteX21" fmla="*/ 385762 w 5207793"/>
              <a:gd name="connsiteY21" fmla="*/ 2357438 h 3521869"/>
              <a:gd name="connsiteX22" fmla="*/ 392906 w 5207793"/>
              <a:gd name="connsiteY22" fmla="*/ 2328863 h 3521869"/>
              <a:gd name="connsiteX23" fmla="*/ 407193 w 5207793"/>
              <a:gd name="connsiteY23" fmla="*/ 2307431 h 3521869"/>
              <a:gd name="connsiteX24" fmla="*/ 421481 w 5207793"/>
              <a:gd name="connsiteY24" fmla="*/ 2257425 h 3521869"/>
              <a:gd name="connsiteX25" fmla="*/ 428625 w 5207793"/>
              <a:gd name="connsiteY25" fmla="*/ 2228850 h 3521869"/>
              <a:gd name="connsiteX26" fmla="*/ 442912 w 5207793"/>
              <a:gd name="connsiteY26" fmla="*/ 2207419 h 3521869"/>
              <a:gd name="connsiteX27" fmla="*/ 464343 w 5207793"/>
              <a:gd name="connsiteY27" fmla="*/ 2150269 h 3521869"/>
              <a:gd name="connsiteX28" fmla="*/ 478631 w 5207793"/>
              <a:gd name="connsiteY28" fmla="*/ 2078831 h 3521869"/>
              <a:gd name="connsiteX29" fmla="*/ 485775 w 5207793"/>
              <a:gd name="connsiteY29" fmla="*/ 2050256 h 3521869"/>
              <a:gd name="connsiteX30" fmla="*/ 492918 w 5207793"/>
              <a:gd name="connsiteY30" fmla="*/ 2014538 h 3521869"/>
              <a:gd name="connsiteX31" fmla="*/ 500062 w 5207793"/>
              <a:gd name="connsiteY31" fmla="*/ 1993106 h 3521869"/>
              <a:gd name="connsiteX32" fmla="*/ 507206 w 5207793"/>
              <a:gd name="connsiteY32" fmla="*/ 1957388 h 3521869"/>
              <a:gd name="connsiteX33" fmla="*/ 514350 w 5207793"/>
              <a:gd name="connsiteY33" fmla="*/ 1935956 h 3521869"/>
              <a:gd name="connsiteX34" fmla="*/ 528637 w 5207793"/>
              <a:gd name="connsiteY34" fmla="*/ 1878806 h 3521869"/>
              <a:gd name="connsiteX35" fmla="*/ 535781 w 5207793"/>
              <a:gd name="connsiteY35" fmla="*/ 1785938 h 3521869"/>
              <a:gd name="connsiteX36" fmla="*/ 542925 w 5207793"/>
              <a:gd name="connsiteY36" fmla="*/ 1721644 h 3521869"/>
              <a:gd name="connsiteX37" fmla="*/ 535781 w 5207793"/>
              <a:gd name="connsiteY37" fmla="*/ 1578769 h 3521869"/>
              <a:gd name="connsiteX38" fmla="*/ 521493 w 5207793"/>
              <a:gd name="connsiteY38" fmla="*/ 1535906 h 3521869"/>
              <a:gd name="connsiteX39" fmla="*/ 528637 w 5207793"/>
              <a:gd name="connsiteY39" fmla="*/ 1400175 h 3521869"/>
              <a:gd name="connsiteX40" fmla="*/ 542925 w 5207793"/>
              <a:gd name="connsiteY40" fmla="*/ 1371600 h 3521869"/>
              <a:gd name="connsiteX41" fmla="*/ 564356 w 5207793"/>
              <a:gd name="connsiteY41" fmla="*/ 1293019 h 3521869"/>
              <a:gd name="connsiteX42" fmla="*/ 578643 w 5207793"/>
              <a:gd name="connsiteY42" fmla="*/ 964406 h 3521869"/>
              <a:gd name="connsiteX43" fmla="*/ 585787 w 5207793"/>
              <a:gd name="connsiteY43" fmla="*/ 907256 h 3521869"/>
              <a:gd name="connsiteX44" fmla="*/ 578643 w 5207793"/>
              <a:gd name="connsiteY44" fmla="*/ 385763 h 3521869"/>
              <a:gd name="connsiteX45" fmla="*/ 607218 w 5207793"/>
              <a:gd name="connsiteY45" fmla="*/ 278606 h 3521869"/>
              <a:gd name="connsiteX46" fmla="*/ 628650 w 5207793"/>
              <a:gd name="connsiteY46" fmla="*/ 228600 h 3521869"/>
              <a:gd name="connsiteX47" fmla="*/ 650081 w 5207793"/>
              <a:gd name="connsiteY47" fmla="*/ 200025 h 3521869"/>
              <a:gd name="connsiteX48" fmla="*/ 664368 w 5207793"/>
              <a:gd name="connsiteY48" fmla="*/ 171450 h 3521869"/>
              <a:gd name="connsiteX49" fmla="*/ 678656 w 5207793"/>
              <a:gd name="connsiteY49" fmla="*/ 150019 h 3521869"/>
              <a:gd name="connsiteX50" fmla="*/ 685800 w 5207793"/>
              <a:gd name="connsiteY50" fmla="*/ 128588 h 3521869"/>
              <a:gd name="connsiteX51" fmla="*/ 714375 w 5207793"/>
              <a:gd name="connsiteY51" fmla="*/ 100013 h 3521869"/>
              <a:gd name="connsiteX52" fmla="*/ 735806 w 5207793"/>
              <a:gd name="connsiteY52" fmla="*/ 71438 h 3521869"/>
              <a:gd name="connsiteX53" fmla="*/ 757237 w 5207793"/>
              <a:gd name="connsiteY53" fmla="*/ 50006 h 3521869"/>
              <a:gd name="connsiteX54" fmla="*/ 778668 w 5207793"/>
              <a:gd name="connsiteY54" fmla="*/ 21431 h 3521869"/>
              <a:gd name="connsiteX55" fmla="*/ 800100 w 5207793"/>
              <a:gd name="connsiteY55" fmla="*/ 14288 h 3521869"/>
              <a:gd name="connsiteX56" fmla="*/ 935831 w 5207793"/>
              <a:gd name="connsiteY56" fmla="*/ 28575 h 3521869"/>
              <a:gd name="connsiteX57" fmla="*/ 964406 w 5207793"/>
              <a:gd name="connsiteY57" fmla="*/ 50006 h 3521869"/>
              <a:gd name="connsiteX58" fmla="*/ 1014412 w 5207793"/>
              <a:gd name="connsiteY58" fmla="*/ 78581 h 3521869"/>
              <a:gd name="connsiteX59" fmla="*/ 1035843 w 5207793"/>
              <a:gd name="connsiteY59" fmla="*/ 100013 h 3521869"/>
              <a:gd name="connsiteX60" fmla="*/ 1064418 w 5207793"/>
              <a:gd name="connsiteY60" fmla="*/ 114300 h 3521869"/>
              <a:gd name="connsiteX61" fmla="*/ 1085850 w 5207793"/>
              <a:gd name="connsiteY61" fmla="*/ 128588 h 3521869"/>
              <a:gd name="connsiteX62" fmla="*/ 1128712 w 5207793"/>
              <a:gd name="connsiteY62" fmla="*/ 150019 h 3521869"/>
              <a:gd name="connsiteX63" fmla="*/ 1185862 w 5207793"/>
              <a:gd name="connsiteY63" fmla="*/ 178594 h 3521869"/>
              <a:gd name="connsiteX64" fmla="*/ 1207293 w 5207793"/>
              <a:gd name="connsiteY64" fmla="*/ 192881 h 3521869"/>
              <a:gd name="connsiteX65" fmla="*/ 1228725 w 5207793"/>
              <a:gd name="connsiteY65" fmla="*/ 200025 h 3521869"/>
              <a:gd name="connsiteX66" fmla="*/ 1257300 w 5207793"/>
              <a:gd name="connsiteY66" fmla="*/ 221456 h 3521869"/>
              <a:gd name="connsiteX67" fmla="*/ 1278731 w 5207793"/>
              <a:gd name="connsiteY67" fmla="*/ 235744 h 3521869"/>
              <a:gd name="connsiteX68" fmla="*/ 1350168 w 5207793"/>
              <a:gd name="connsiteY68" fmla="*/ 242888 h 3521869"/>
              <a:gd name="connsiteX69" fmla="*/ 1464468 w 5207793"/>
              <a:gd name="connsiteY69" fmla="*/ 235744 h 3521869"/>
              <a:gd name="connsiteX70" fmla="*/ 1485900 w 5207793"/>
              <a:gd name="connsiteY70" fmla="*/ 228600 h 3521869"/>
              <a:gd name="connsiteX71" fmla="*/ 1528762 w 5207793"/>
              <a:gd name="connsiteY71" fmla="*/ 192881 h 3521869"/>
              <a:gd name="connsiteX72" fmla="*/ 1535906 w 5207793"/>
              <a:gd name="connsiteY72" fmla="*/ 171450 h 3521869"/>
              <a:gd name="connsiteX73" fmla="*/ 1557337 w 5207793"/>
              <a:gd name="connsiteY73" fmla="*/ 164306 h 3521869"/>
              <a:gd name="connsiteX74" fmla="*/ 1585912 w 5207793"/>
              <a:gd name="connsiteY74" fmla="*/ 150019 h 3521869"/>
              <a:gd name="connsiteX75" fmla="*/ 1635918 w 5207793"/>
              <a:gd name="connsiteY75" fmla="*/ 135731 h 3521869"/>
              <a:gd name="connsiteX76" fmla="*/ 1714500 w 5207793"/>
              <a:gd name="connsiteY76" fmla="*/ 128588 h 3521869"/>
              <a:gd name="connsiteX77" fmla="*/ 1807368 w 5207793"/>
              <a:gd name="connsiteY77" fmla="*/ 114300 h 3521869"/>
              <a:gd name="connsiteX78" fmla="*/ 1835943 w 5207793"/>
              <a:gd name="connsiteY78" fmla="*/ 121444 h 3521869"/>
              <a:gd name="connsiteX79" fmla="*/ 1814512 w 5207793"/>
              <a:gd name="connsiteY79" fmla="*/ 142875 h 3521869"/>
              <a:gd name="connsiteX80" fmla="*/ 1807368 w 5207793"/>
              <a:gd name="connsiteY80" fmla="*/ 164306 h 3521869"/>
              <a:gd name="connsiteX81" fmla="*/ 1785937 w 5207793"/>
              <a:gd name="connsiteY81" fmla="*/ 171450 h 3521869"/>
              <a:gd name="connsiteX82" fmla="*/ 1750218 w 5207793"/>
              <a:gd name="connsiteY82" fmla="*/ 214313 h 3521869"/>
              <a:gd name="connsiteX83" fmla="*/ 1743075 w 5207793"/>
              <a:gd name="connsiteY83" fmla="*/ 235744 h 3521869"/>
              <a:gd name="connsiteX84" fmla="*/ 1714500 w 5207793"/>
              <a:gd name="connsiteY84" fmla="*/ 285750 h 3521869"/>
              <a:gd name="connsiteX85" fmla="*/ 1693068 w 5207793"/>
              <a:gd name="connsiteY85" fmla="*/ 314325 h 3521869"/>
              <a:gd name="connsiteX86" fmla="*/ 1664493 w 5207793"/>
              <a:gd name="connsiteY86" fmla="*/ 357188 h 3521869"/>
              <a:gd name="connsiteX87" fmla="*/ 1643062 w 5207793"/>
              <a:gd name="connsiteY87" fmla="*/ 378619 h 3521869"/>
              <a:gd name="connsiteX88" fmla="*/ 1614487 w 5207793"/>
              <a:gd name="connsiteY88" fmla="*/ 421481 h 3521869"/>
              <a:gd name="connsiteX89" fmla="*/ 1578768 w 5207793"/>
              <a:gd name="connsiteY89" fmla="*/ 464344 h 3521869"/>
              <a:gd name="connsiteX90" fmla="*/ 1564481 w 5207793"/>
              <a:gd name="connsiteY90" fmla="*/ 514350 h 3521869"/>
              <a:gd name="connsiteX91" fmla="*/ 1550193 w 5207793"/>
              <a:gd name="connsiteY91" fmla="*/ 578644 h 3521869"/>
              <a:gd name="connsiteX92" fmla="*/ 1557337 w 5207793"/>
              <a:gd name="connsiteY92" fmla="*/ 621506 h 3521869"/>
              <a:gd name="connsiteX93" fmla="*/ 1571625 w 5207793"/>
              <a:gd name="connsiteY93" fmla="*/ 700088 h 3521869"/>
              <a:gd name="connsiteX94" fmla="*/ 1593056 w 5207793"/>
              <a:gd name="connsiteY94" fmla="*/ 742950 h 3521869"/>
              <a:gd name="connsiteX95" fmla="*/ 1600200 w 5207793"/>
              <a:gd name="connsiteY95" fmla="*/ 785813 h 3521869"/>
              <a:gd name="connsiteX96" fmla="*/ 1607343 w 5207793"/>
              <a:gd name="connsiteY96" fmla="*/ 807244 h 3521869"/>
              <a:gd name="connsiteX97" fmla="*/ 1621631 w 5207793"/>
              <a:gd name="connsiteY97" fmla="*/ 871538 h 3521869"/>
              <a:gd name="connsiteX98" fmla="*/ 1635918 w 5207793"/>
              <a:gd name="connsiteY98" fmla="*/ 957263 h 3521869"/>
              <a:gd name="connsiteX99" fmla="*/ 1643062 w 5207793"/>
              <a:gd name="connsiteY99" fmla="*/ 978694 h 3521869"/>
              <a:gd name="connsiteX100" fmla="*/ 1657350 w 5207793"/>
              <a:gd name="connsiteY100" fmla="*/ 1000125 h 3521869"/>
              <a:gd name="connsiteX101" fmla="*/ 1664493 w 5207793"/>
              <a:gd name="connsiteY101" fmla="*/ 1028700 h 3521869"/>
              <a:gd name="connsiteX102" fmla="*/ 1678781 w 5207793"/>
              <a:gd name="connsiteY102" fmla="*/ 1050131 h 3521869"/>
              <a:gd name="connsiteX103" fmla="*/ 1685925 w 5207793"/>
              <a:gd name="connsiteY103" fmla="*/ 1085850 h 3521869"/>
              <a:gd name="connsiteX104" fmla="*/ 1728787 w 5207793"/>
              <a:gd name="connsiteY104" fmla="*/ 1135856 h 3521869"/>
              <a:gd name="connsiteX105" fmla="*/ 1743075 w 5207793"/>
              <a:gd name="connsiteY105" fmla="*/ 1157288 h 3521869"/>
              <a:gd name="connsiteX106" fmla="*/ 1750218 w 5207793"/>
              <a:gd name="connsiteY106" fmla="*/ 1185863 h 3521869"/>
              <a:gd name="connsiteX107" fmla="*/ 1793081 w 5207793"/>
              <a:gd name="connsiteY107" fmla="*/ 1235869 h 3521869"/>
              <a:gd name="connsiteX108" fmla="*/ 1828800 w 5207793"/>
              <a:gd name="connsiteY108" fmla="*/ 1278731 h 3521869"/>
              <a:gd name="connsiteX109" fmla="*/ 1864518 w 5207793"/>
              <a:gd name="connsiteY109" fmla="*/ 1314450 h 3521869"/>
              <a:gd name="connsiteX110" fmla="*/ 1921668 w 5207793"/>
              <a:gd name="connsiteY110" fmla="*/ 1378744 h 3521869"/>
              <a:gd name="connsiteX111" fmla="*/ 1978818 w 5207793"/>
              <a:gd name="connsiteY111" fmla="*/ 1393031 h 3521869"/>
              <a:gd name="connsiteX112" fmla="*/ 2007393 w 5207793"/>
              <a:gd name="connsiteY112" fmla="*/ 1400175 h 3521869"/>
              <a:gd name="connsiteX113" fmla="*/ 2028825 w 5207793"/>
              <a:gd name="connsiteY113" fmla="*/ 1407319 h 3521869"/>
              <a:gd name="connsiteX114" fmla="*/ 2078831 w 5207793"/>
              <a:gd name="connsiteY114" fmla="*/ 1414463 h 3521869"/>
              <a:gd name="connsiteX115" fmla="*/ 2135981 w 5207793"/>
              <a:gd name="connsiteY115" fmla="*/ 1428750 h 3521869"/>
              <a:gd name="connsiteX116" fmla="*/ 2228850 w 5207793"/>
              <a:gd name="connsiteY116" fmla="*/ 1443038 h 3521869"/>
              <a:gd name="connsiteX117" fmla="*/ 2257425 w 5207793"/>
              <a:gd name="connsiteY117" fmla="*/ 1450181 h 3521869"/>
              <a:gd name="connsiteX118" fmla="*/ 2300287 w 5207793"/>
              <a:gd name="connsiteY118" fmla="*/ 1464469 h 3521869"/>
              <a:gd name="connsiteX119" fmla="*/ 2507456 w 5207793"/>
              <a:gd name="connsiteY119" fmla="*/ 1471613 h 3521869"/>
              <a:gd name="connsiteX120" fmla="*/ 2543175 w 5207793"/>
              <a:gd name="connsiteY120" fmla="*/ 1478756 h 3521869"/>
              <a:gd name="connsiteX121" fmla="*/ 2878931 w 5207793"/>
              <a:gd name="connsiteY121" fmla="*/ 1478756 h 3521869"/>
              <a:gd name="connsiteX122" fmla="*/ 2914650 w 5207793"/>
              <a:gd name="connsiteY122" fmla="*/ 1471613 h 3521869"/>
              <a:gd name="connsiteX123" fmla="*/ 2964656 w 5207793"/>
              <a:gd name="connsiteY123" fmla="*/ 1450181 h 3521869"/>
              <a:gd name="connsiteX124" fmla="*/ 2986087 w 5207793"/>
              <a:gd name="connsiteY124" fmla="*/ 1443038 h 3521869"/>
              <a:gd name="connsiteX125" fmla="*/ 3043237 w 5207793"/>
              <a:gd name="connsiteY125" fmla="*/ 1421606 h 3521869"/>
              <a:gd name="connsiteX126" fmla="*/ 3071812 w 5207793"/>
              <a:gd name="connsiteY126" fmla="*/ 1400175 h 3521869"/>
              <a:gd name="connsiteX127" fmla="*/ 3093243 w 5207793"/>
              <a:gd name="connsiteY127" fmla="*/ 1378744 h 3521869"/>
              <a:gd name="connsiteX128" fmla="*/ 3128962 w 5207793"/>
              <a:gd name="connsiteY128" fmla="*/ 1357313 h 3521869"/>
              <a:gd name="connsiteX129" fmla="*/ 3186112 w 5207793"/>
              <a:gd name="connsiteY129" fmla="*/ 1300163 h 3521869"/>
              <a:gd name="connsiteX130" fmla="*/ 3214687 w 5207793"/>
              <a:gd name="connsiteY130" fmla="*/ 1243013 h 3521869"/>
              <a:gd name="connsiteX131" fmla="*/ 3236118 w 5207793"/>
              <a:gd name="connsiteY131" fmla="*/ 1228725 h 3521869"/>
              <a:gd name="connsiteX132" fmla="*/ 3271837 w 5207793"/>
              <a:gd name="connsiteY132" fmla="*/ 1178719 h 3521869"/>
              <a:gd name="connsiteX133" fmla="*/ 3293268 w 5207793"/>
              <a:gd name="connsiteY133" fmla="*/ 1164431 h 3521869"/>
              <a:gd name="connsiteX134" fmla="*/ 3300412 w 5207793"/>
              <a:gd name="connsiteY134" fmla="*/ 1143000 h 3521869"/>
              <a:gd name="connsiteX135" fmla="*/ 3321843 w 5207793"/>
              <a:gd name="connsiteY135" fmla="*/ 1135856 h 3521869"/>
              <a:gd name="connsiteX136" fmla="*/ 3343275 w 5207793"/>
              <a:gd name="connsiteY136" fmla="*/ 1114425 h 3521869"/>
              <a:gd name="connsiteX137" fmla="*/ 3357562 w 5207793"/>
              <a:gd name="connsiteY137" fmla="*/ 1085850 h 3521869"/>
              <a:gd name="connsiteX138" fmla="*/ 3393281 w 5207793"/>
              <a:gd name="connsiteY138" fmla="*/ 1028700 h 3521869"/>
              <a:gd name="connsiteX139" fmla="*/ 3400425 w 5207793"/>
              <a:gd name="connsiteY139" fmla="*/ 1007269 h 3521869"/>
              <a:gd name="connsiteX140" fmla="*/ 3436143 w 5207793"/>
              <a:gd name="connsiteY140" fmla="*/ 928688 h 3521869"/>
              <a:gd name="connsiteX141" fmla="*/ 3450431 w 5207793"/>
              <a:gd name="connsiteY141" fmla="*/ 842963 h 3521869"/>
              <a:gd name="connsiteX142" fmla="*/ 3464718 w 5207793"/>
              <a:gd name="connsiteY142" fmla="*/ 700088 h 3521869"/>
              <a:gd name="connsiteX143" fmla="*/ 3471862 w 5207793"/>
              <a:gd name="connsiteY143" fmla="*/ 664369 h 3521869"/>
              <a:gd name="connsiteX144" fmla="*/ 3479006 w 5207793"/>
              <a:gd name="connsiteY144" fmla="*/ 492919 h 3521869"/>
              <a:gd name="connsiteX145" fmla="*/ 3457575 w 5207793"/>
              <a:gd name="connsiteY145" fmla="*/ 321469 h 3521869"/>
              <a:gd name="connsiteX146" fmla="*/ 3443287 w 5207793"/>
              <a:gd name="connsiteY146" fmla="*/ 300038 h 3521869"/>
              <a:gd name="connsiteX147" fmla="*/ 3414712 w 5207793"/>
              <a:gd name="connsiteY147" fmla="*/ 242888 h 3521869"/>
              <a:gd name="connsiteX148" fmla="*/ 3407568 w 5207793"/>
              <a:gd name="connsiteY148" fmla="*/ 221456 h 3521869"/>
              <a:gd name="connsiteX149" fmla="*/ 3364706 w 5207793"/>
              <a:gd name="connsiteY149" fmla="*/ 192881 h 3521869"/>
              <a:gd name="connsiteX150" fmla="*/ 3328987 w 5207793"/>
              <a:gd name="connsiteY150" fmla="*/ 150019 h 3521869"/>
              <a:gd name="connsiteX151" fmla="*/ 3286125 w 5207793"/>
              <a:gd name="connsiteY151" fmla="*/ 121444 h 3521869"/>
              <a:gd name="connsiteX152" fmla="*/ 3264693 w 5207793"/>
              <a:gd name="connsiteY152" fmla="*/ 92869 h 3521869"/>
              <a:gd name="connsiteX153" fmla="*/ 3236118 w 5207793"/>
              <a:gd name="connsiteY153" fmla="*/ 50006 h 3521869"/>
              <a:gd name="connsiteX154" fmla="*/ 3250406 w 5207793"/>
              <a:gd name="connsiteY154" fmla="*/ 14288 h 3521869"/>
              <a:gd name="connsiteX155" fmla="*/ 3328987 w 5207793"/>
              <a:gd name="connsiteY155" fmla="*/ 7144 h 3521869"/>
              <a:gd name="connsiteX156" fmla="*/ 3350418 w 5207793"/>
              <a:gd name="connsiteY156" fmla="*/ 0 h 3521869"/>
              <a:gd name="connsiteX157" fmla="*/ 3414712 w 5207793"/>
              <a:gd name="connsiteY157" fmla="*/ 21431 h 3521869"/>
              <a:gd name="connsiteX158" fmla="*/ 3457575 w 5207793"/>
              <a:gd name="connsiteY158" fmla="*/ 35719 h 3521869"/>
              <a:gd name="connsiteX159" fmla="*/ 3479006 w 5207793"/>
              <a:gd name="connsiteY159" fmla="*/ 42863 h 3521869"/>
              <a:gd name="connsiteX160" fmla="*/ 3543300 w 5207793"/>
              <a:gd name="connsiteY160" fmla="*/ 57150 h 3521869"/>
              <a:gd name="connsiteX161" fmla="*/ 3579018 w 5207793"/>
              <a:gd name="connsiteY161" fmla="*/ 71438 h 3521869"/>
              <a:gd name="connsiteX162" fmla="*/ 3636168 w 5207793"/>
              <a:gd name="connsiteY162" fmla="*/ 85725 h 3521869"/>
              <a:gd name="connsiteX163" fmla="*/ 3657600 w 5207793"/>
              <a:gd name="connsiteY163" fmla="*/ 100013 h 3521869"/>
              <a:gd name="connsiteX164" fmla="*/ 3686175 w 5207793"/>
              <a:gd name="connsiteY164" fmla="*/ 114300 h 3521869"/>
              <a:gd name="connsiteX165" fmla="*/ 3700462 w 5207793"/>
              <a:gd name="connsiteY165" fmla="*/ 142875 h 3521869"/>
              <a:gd name="connsiteX166" fmla="*/ 3757612 w 5207793"/>
              <a:gd name="connsiteY166" fmla="*/ 171450 h 3521869"/>
              <a:gd name="connsiteX167" fmla="*/ 3807618 w 5207793"/>
              <a:gd name="connsiteY167" fmla="*/ 192881 h 3521869"/>
              <a:gd name="connsiteX168" fmla="*/ 3829050 w 5207793"/>
              <a:gd name="connsiteY168" fmla="*/ 207169 h 3521869"/>
              <a:gd name="connsiteX169" fmla="*/ 3871912 w 5207793"/>
              <a:gd name="connsiteY169" fmla="*/ 214313 h 3521869"/>
              <a:gd name="connsiteX170" fmla="*/ 4150518 w 5207793"/>
              <a:gd name="connsiteY170" fmla="*/ 207169 h 3521869"/>
              <a:gd name="connsiteX171" fmla="*/ 4186237 w 5207793"/>
              <a:gd name="connsiteY171" fmla="*/ 178594 h 3521869"/>
              <a:gd name="connsiteX172" fmla="*/ 4214812 w 5207793"/>
              <a:gd name="connsiteY172" fmla="*/ 171450 h 3521869"/>
              <a:gd name="connsiteX173" fmla="*/ 4236243 w 5207793"/>
              <a:gd name="connsiteY173" fmla="*/ 164306 h 3521869"/>
              <a:gd name="connsiteX174" fmla="*/ 4386262 w 5207793"/>
              <a:gd name="connsiteY174" fmla="*/ 185738 h 3521869"/>
              <a:gd name="connsiteX175" fmla="*/ 4421981 w 5207793"/>
              <a:gd name="connsiteY175" fmla="*/ 221456 h 3521869"/>
              <a:gd name="connsiteX176" fmla="*/ 4457700 w 5207793"/>
              <a:gd name="connsiteY176" fmla="*/ 285750 h 3521869"/>
              <a:gd name="connsiteX177" fmla="*/ 4471987 w 5207793"/>
              <a:gd name="connsiteY177" fmla="*/ 364331 h 3521869"/>
              <a:gd name="connsiteX178" fmla="*/ 4486275 w 5207793"/>
              <a:gd name="connsiteY178" fmla="*/ 428625 h 3521869"/>
              <a:gd name="connsiteX179" fmla="*/ 4514850 w 5207793"/>
              <a:gd name="connsiteY179" fmla="*/ 485775 h 3521869"/>
              <a:gd name="connsiteX180" fmla="*/ 4521993 w 5207793"/>
              <a:gd name="connsiteY180" fmla="*/ 521494 h 3521869"/>
              <a:gd name="connsiteX181" fmla="*/ 4529137 w 5207793"/>
              <a:gd name="connsiteY181" fmla="*/ 550069 h 3521869"/>
              <a:gd name="connsiteX182" fmla="*/ 4543425 w 5207793"/>
              <a:gd name="connsiteY182" fmla="*/ 771525 h 3521869"/>
              <a:gd name="connsiteX183" fmla="*/ 4557712 w 5207793"/>
              <a:gd name="connsiteY183" fmla="*/ 850106 h 3521869"/>
              <a:gd name="connsiteX184" fmla="*/ 4564856 w 5207793"/>
              <a:gd name="connsiteY184" fmla="*/ 892969 h 3521869"/>
              <a:gd name="connsiteX185" fmla="*/ 4593431 w 5207793"/>
              <a:gd name="connsiteY185" fmla="*/ 1021556 h 3521869"/>
              <a:gd name="connsiteX186" fmla="*/ 4600575 w 5207793"/>
              <a:gd name="connsiteY186" fmla="*/ 1078706 h 3521869"/>
              <a:gd name="connsiteX187" fmla="*/ 4607718 w 5207793"/>
              <a:gd name="connsiteY187" fmla="*/ 1321594 h 3521869"/>
              <a:gd name="connsiteX188" fmla="*/ 4614862 w 5207793"/>
              <a:gd name="connsiteY188" fmla="*/ 1357313 h 3521869"/>
              <a:gd name="connsiteX189" fmla="*/ 4636293 w 5207793"/>
              <a:gd name="connsiteY189" fmla="*/ 1378744 h 3521869"/>
              <a:gd name="connsiteX190" fmla="*/ 4643437 w 5207793"/>
              <a:gd name="connsiteY190" fmla="*/ 1421606 h 3521869"/>
              <a:gd name="connsiteX191" fmla="*/ 4650581 w 5207793"/>
              <a:gd name="connsiteY191" fmla="*/ 1471613 h 3521869"/>
              <a:gd name="connsiteX192" fmla="*/ 4657725 w 5207793"/>
              <a:gd name="connsiteY192" fmla="*/ 1493044 h 3521869"/>
              <a:gd name="connsiteX193" fmla="*/ 4664868 w 5207793"/>
              <a:gd name="connsiteY193" fmla="*/ 1585913 h 3521869"/>
              <a:gd name="connsiteX194" fmla="*/ 4672012 w 5207793"/>
              <a:gd name="connsiteY194" fmla="*/ 1650206 h 3521869"/>
              <a:gd name="connsiteX195" fmla="*/ 4686300 w 5207793"/>
              <a:gd name="connsiteY195" fmla="*/ 1778794 h 3521869"/>
              <a:gd name="connsiteX196" fmla="*/ 4700587 w 5207793"/>
              <a:gd name="connsiteY196" fmla="*/ 1921669 h 3521869"/>
              <a:gd name="connsiteX197" fmla="*/ 4714875 w 5207793"/>
              <a:gd name="connsiteY197" fmla="*/ 2000250 h 3521869"/>
              <a:gd name="connsiteX198" fmla="*/ 4722018 w 5207793"/>
              <a:gd name="connsiteY198" fmla="*/ 2050256 h 3521869"/>
              <a:gd name="connsiteX199" fmla="*/ 4736306 w 5207793"/>
              <a:gd name="connsiteY199" fmla="*/ 2071688 h 3521869"/>
              <a:gd name="connsiteX200" fmla="*/ 4764881 w 5207793"/>
              <a:gd name="connsiteY200" fmla="*/ 2121694 h 3521869"/>
              <a:gd name="connsiteX201" fmla="*/ 4779168 w 5207793"/>
              <a:gd name="connsiteY201" fmla="*/ 2164556 h 3521869"/>
              <a:gd name="connsiteX202" fmla="*/ 4793456 w 5207793"/>
              <a:gd name="connsiteY202" fmla="*/ 2235994 h 3521869"/>
              <a:gd name="connsiteX203" fmla="*/ 4800600 w 5207793"/>
              <a:gd name="connsiteY203" fmla="*/ 2257425 h 3521869"/>
              <a:gd name="connsiteX204" fmla="*/ 4807743 w 5207793"/>
              <a:gd name="connsiteY204" fmla="*/ 2286000 h 3521869"/>
              <a:gd name="connsiteX205" fmla="*/ 4814887 w 5207793"/>
              <a:gd name="connsiteY205" fmla="*/ 2307431 h 3521869"/>
              <a:gd name="connsiteX206" fmla="*/ 4836318 w 5207793"/>
              <a:gd name="connsiteY206" fmla="*/ 2407444 h 3521869"/>
              <a:gd name="connsiteX207" fmla="*/ 4864893 w 5207793"/>
              <a:gd name="connsiteY207" fmla="*/ 2514600 h 3521869"/>
              <a:gd name="connsiteX208" fmla="*/ 4872037 w 5207793"/>
              <a:gd name="connsiteY208" fmla="*/ 2543175 h 3521869"/>
              <a:gd name="connsiteX209" fmla="*/ 4886325 w 5207793"/>
              <a:gd name="connsiteY209" fmla="*/ 2614613 h 3521869"/>
              <a:gd name="connsiteX210" fmla="*/ 4900612 w 5207793"/>
              <a:gd name="connsiteY210" fmla="*/ 2657475 h 3521869"/>
              <a:gd name="connsiteX211" fmla="*/ 4922043 w 5207793"/>
              <a:gd name="connsiteY211" fmla="*/ 2678906 h 3521869"/>
              <a:gd name="connsiteX212" fmla="*/ 4929187 w 5207793"/>
              <a:gd name="connsiteY212" fmla="*/ 2728913 h 3521869"/>
              <a:gd name="connsiteX213" fmla="*/ 4936331 w 5207793"/>
              <a:gd name="connsiteY213" fmla="*/ 2757488 h 3521869"/>
              <a:gd name="connsiteX214" fmla="*/ 4943475 w 5207793"/>
              <a:gd name="connsiteY214" fmla="*/ 2914650 h 3521869"/>
              <a:gd name="connsiteX215" fmla="*/ 4950618 w 5207793"/>
              <a:gd name="connsiteY215" fmla="*/ 2943225 h 3521869"/>
              <a:gd name="connsiteX216" fmla="*/ 4957762 w 5207793"/>
              <a:gd name="connsiteY216" fmla="*/ 2993232 h 3521869"/>
              <a:gd name="connsiteX217" fmla="*/ 5000625 w 5207793"/>
              <a:gd name="connsiteY217" fmla="*/ 3021806 h 3521869"/>
              <a:gd name="connsiteX218" fmla="*/ 5064918 w 5207793"/>
              <a:gd name="connsiteY218" fmla="*/ 3043238 h 3521869"/>
              <a:gd name="connsiteX219" fmla="*/ 5093493 w 5207793"/>
              <a:gd name="connsiteY219" fmla="*/ 3064669 h 3521869"/>
              <a:gd name="connsiteX220" fmla="*/ 5114925 w 5207793"/>
              <a:gd name="connsiteY220" fmla="*/ 3114675 h 3521869"/>
              <a:gd name="connsiteX221" fmla="*/ 5129212 w 5207793"/>
              <a:gd name="connsiteY221" fmla="*/ 3143250 h 3521869"/>
              <a:gd name="connsiteX222" fmla="*/ 5143500 w 5207793"/>
              <a:gd name="connsiteY222" fmla="*/ 3207544 h 3521869"/>
              <a:gd name="connsiteX223" fmla="*/ 5157787 w 5207793"/>
              <a:gd name="connsiteY223" fmla="*/ 3250406 h 3521869"/>
              <a:gd name="connsiteX224" fmla="*/ 5172075 w 5207793"/>
              <a:gd name="connsiteY224" fmla="*/ 3307556 h 3521869"/>
              <a:gd name="connsiteX225" fmla="*/ 5179218 w 5207793"/>
              <a:gd name="connsiteY225" fmla="*/ 3386138 h 3521869"/>
              <a:gd name="connsiteX226" fmla="*/ 5200650 w 5207793"/>
              <a:gd name="connsiteY226" fmla="*/ 3464719 h 3521869"/>
              <a:gd name="connsiteX227" fmla="*/ 5207793 w 5207793"/>
              <a:gd name="connsiteY227" fmla="*/ 3521869 h 3521869"/>
              <a:gd name="connsiteX0" fmla="*/ 0 w 5207793"/>
              <a:gd name="connsiteY0" fmla="*/ 3464719 h 3521869"/>
              <a:gd name="connsiteX1" fmla="*/ 7143 w 5207793"/>
              <a:gd name="connsiteY1" fmla="*/ 3386138 h 3521869"/>
              <a:gd name="connsiteX2" fmla="*/ 14287 w 5207793"/>
              <a:gd name="connsiteY2" fmla="*/ 3364706 h 3521869"/>
              <a:gd name="connsiteX3" fmla="*/ 21431 w 5207793"/>
              <a:gd name="connsiteY3" fmla="*/ 3328988 h 3521869"/>
              <a:gd name="connsiteX4" fmla="*/ 28575 w 5207793"/>
              <a:gd name="connsiteY4" fmla="*/ 3300413 h 3521869"/>
              <a:gd name="connsiteX5" fmla="*/ 35718 w 5207793"/>
              <a:gd name="connsiteY5" fmla="*/ 3250406 h 3521869"/>
              <a:gd name="connsiteX6" fmla="*/ 57150 w 5207793"/>
              <a:gd name="connsiteY6" fmla="*/ 3200400 h 3521869"/>
              <a:gd name="connsiteX7" fmla="*/ 64293 w 5207793"/>
              <a:gd name="connsiteY7" fmla="*/ 3178969 h 3521869"/>
              <a:gd name="connsiteX8" fmla="*/ 92868 w 5207793"/>
              <a:gd name="connsiteY8" fmla="*/ 3157538 h 3521869"/>
              <a:gd name="connsiteX9" fmla="*/ 121443 w 5207793"/>
              <a:gd name="connsiteY9" fmla="*/ 3107531 h 3521869"/>
              <a:gd name="connsiteX10" fmla="*/ 150018 w 5207793"/>
              <a:gd name="connsiteY10" fmla="*/ 3086100 h 3521869"/>
              <a:gd name="connsiteX11" fmla="*/ 171450 w 5207793"/>
              <a:gd name="connsiteY11" fmla="*/ 3057525 h 3521869"/>
              <a:gd name="connsiteX12" fmla="*/ 242887 w 5207793"/>
              <a:gd name="connsiteY12" fmla="*/ 3014663 h 3521869"/>
              <a:gd name="connsiteX13" fmla="*/ 264318 w 5207793"/>
              <a:gd name="connsiteY13" fmla="*/ 2957513 h 3521869"/>
              <a:gd name="connsiteX14" fmla="*/ 292893 w 5207793"/>
              <a:gd name="connsiteY14" fmla="*/ 2900363 h 3521869"/>
              <a:gd name="connsiteX15" fmla="*/ 307181 w 5207793"/>
              <a:gd name="connsiteY15" fmla="*/ 2664619 h 3521869"/>
              <a:gd name="connsiteX16" fmla="*/ 328612 w 5207793"/>
              <a:gd name="connsiteY16" fmla="*/ 2564606 h 3521869"/>
              <a:gd name="connsiteX17" fmla="*/ 335756 w 5207793"/>
              <a:gd name="connsiteY17" fmla="*/ 2521744 h 3521869"/>
              <a:gd name="connsiteX18" fmla="*/ 350043 w 5207793"/>
              <a:gd name="connsiteY18" fmla="*/ 2500313 h 3521869"/>
              <a:gd name="connsiteX19" fmla="*/ 364331 w 5207793"/>
              <a:gd name="connsiteY19" fmla="*/ 2450306 h 3521869"/>
              <a:gd name="connsiteX20" fmla="*/ 371475 w 5207793"/>
              <a:gd name="connsiteY20" fmla="*/ 2407444 h 3521869"/>
              <a:gd name="connsiteX21" fmla="*/ 385762 w 5207793"/>
              <a:gd name="connsiteY21" fmla="*/ 2357438 h 3521869"/>
              <a:gd name="connsiteX22" fmla="*/ 392906 w 5207793"/>
              <a:gd name="connsiteY22" fmla="*/ 2328863 h 3521869"/>
              <a:gd name="connsiteX23" fmla="*/ 407193 w 5207793"/>
              <a:gd name="connsiteY23" fmla="*/ 2307431 h 3521869"/>
              <a:gd name="connsiteX24" fmla="*/ 421481 w 5207793"/>
              <a:gd name="connsiteY24" fmla="*/ 2257425 h 3521869"/>
              <a:gd name="connsiteX25" fmla="*/ 428625 w 5207793"/>
              <a:gd name="connsiteY25" fmla="*/ 2228850 h 3521869"/>
              <a:gd name="connsiteX26" fmla="*/ 442912 w 5207793"/>
              <a:gd name="connsiteY26" fmla="*/ 2207419 h 3521869"/>
              <a:gd name="connsiteX27" fmla="*/ 464343 w 5207793"/>
              <a:gd name="connsiteY27" fmla="*/ 2150269 h 3521869"/>
              <a:gd name="connsiteX28" fmla="*/ 478631 w 5207793"/>
              <a:gd name="connsiteY28" fmla="*/ 2078831 h 3521869"/>
              <a:gd name="connsiteX29" fmla="*/ 485775 w 5207793"/>
              <a:gd name="connsiteY29" fmla="*/ 2050256 h 3521869"/>
              <a:gd name="connsiteX30" fmla="*/ 492918 w 5207793"/>
              <a:gd name="connsiteY30" fmla="*/ 2014538 h 3521869"/>
              <a:gd name="connsiteX31" fmla="*/ 500062 w 5207793"/>
              <a:gd name="connsiteY31" fmla="*/ 1993106 h 3521869"/>
              <a:gd name="connsiteX32" fmla="*/ 507206 w 5207793"/>
              <a:gd name="connsiteY32" fmla="*/ 1957388 h 3521869"/>
              <a:gd name="connsiteX33" fmla="*/ 514350 w 5207793"/>
              <a:gd name="connsiteY33" fmla="*/ 1935956 h 3521869"/>
              <a:gd name="connsiteX34" fmla="*/ 528637 w 5207793"/>
              <a:gd name="connsiteY34" fmla="*/ 1878806 h 3521869"/>
              <a:gd name="connsiteX35" fmla="*/ 535781 w 5207793"/>
              <a:gd name="connsiteY35" fmla="*/ 1785938 h 3521869"/>
              <a:gd name="connsiteX36" fmla="*/ 542925 w 5207793"/>
              <a:gd name="connsiteY36" fmla="*/ 1721644 h 3521869"/>
              <a:gd name="connsiteX37" fmla="*/ 535781 w 5207793"/>
              <a:gd name="connsiteY37" fmla="*/ 1578769 h 3521869"/>
              <a:gd name="connsiteX38" fmla="*/ 521493 w 5207793"/>
              <a:gd name="connsiteY38" fmla="*/ 1535906 h 3521869"/>
              <a:gd name="connsiteX39" fmla="*/ 528637 w 5207793"/>
              <a:gd name="connsiteY39" fmla="*/ 1400175 h 3521869"/>
              <a:gd name="connsiteX40" fmla="*/ 542925 w 5207793"/>
              <a:gd name="connsiteY40" fmla="*/ 1371600 h 3521869"/>
              <a:gd name="connsiteX41" fmla="*/ 564356 w 5207793"/>
              <a:gd name="connsiteY41" fmla="*/ 1293019 h 3521869"/>
              <a:gd name="connsiteX42" fmla="*/ 578643 w 5207793"/>
              <a:gd name="connsiteY42" fmla="*/ 964406 h 3521869"/>
              <a:gd name="connsiteX43" fmla="*/ 585787 w 5207793"/>
              <a:gd name="connsiteY43" fmla="*/ 907256 h 3521869"/>
              <a:gd name="connsiteX44" fmla="*/ 578643 w 5207793"/>
              <a:gd name="connsiteY44" fmla="*/ 385763 h 3521869"/>
              <a:gd name="connsiteX45" fmla="*/ 607218 w 5207793"/>
              <a:gd name="connsiteY45" fmla="*/ 278606 h 3521869"/>
              <a:gd name="connsiteX46" fmla="*/ 628650 w 5207793"/>
              <a:gd name="connsiteY46" fmla="*/ 228600 h 3521869"/>
              <a:gd name="connsiteX47" fmla="*/ 650081 w 5207793"/>
              <a:gd name="connsiteY47" fmla="*/ 200025 h 3521869"/>
              <a:gd name="connsiteX48" fmla="*/ 664368 w 5207793"/>
              <a:gd name="connsiteY48" fmla="*/ 171450 h 3521869"/>
              <a:gd name="connsiteX49" fmla="*/ 678656 w 5207793"/>
              <a:gd name="connsiteY49" fmla="*/ 150019 h 3521869"/>
              <a:gd name="connsiteX50" fmla="*/ 685800 w 5207793"/>
              <a:gd name="connsiteY50" fmla="*/ 128588 h 3521869"/>
              <a:gd name="connsiteX51" fmla="*/ 714375 w 5207793"/>
              <a:gd name="connsiteY51" fmla="*/ 100013 h 3521869"/>
              <a:gd name="connsiteX52" fmla="*/ 735806 w 5207793"/>
              <a:gd name="connsiteY52" fmla="*/ 71438 h 3521869"/>
              <a:gd name="connsiteX53" fmla="*/ 757237 w 5207793"/>
              <a:gd name="connsiteY53" fmla="*/ 50006 h 3521869"/>
              <a:gd name="connsiteX54" fmla="*/ 778668 w 5207793"/>
              <a:gd name="connsiteY54" fmla="*/ 21431 h 3521869"/>
              <a:gd name="connsiteX55" fmla="*/ 800100 w 5207793"/>
              <a:gd name="connsiteY55" fmla="*/ 14288 h 3521869"/>
              <a:gd name="connsiteX56" fmla="*/ 935831 w 5207793"/>
              <a:gd name="connsiteY56" fmla="*/ 28575 h 3521869"/>
              <a:gd name="connsiteX57" fmla="*/ 964406 w 5207793"/>
              <a:gd name="connsiteY57" fmla="*/ 50006 h 3521869"/>
              <a:gd name="connsiteX58" fmla="*/ 1014412 w 5207793"/>
              <a:gd name="connsiteY58" fmla="*/ 78581 h 3521869"/>
              <a:gd name="connsiteX59" fmla="*/ 1035843 w 5207793"/>
              <a:gd name="connsiteY59" fmla="*/ 100013 h 3521869"/>
              <a:gd name="connsiteX60" fmla="*/ 1064418 w 5207793"/>
              <a:gd name="connsiteY60" fmla="*/ 114300 h 3521869"/>
              <a:gd name="connsiteX61" fmla="*/ 1085850 w 5207793"/>
              <a:gd name="connsiteY61" fmla="*/ 128588 h 3521869"/>
              <a:gd name="connsiteX62" fmla="*/ 1128712 w 5207793"/>
              <a:gd name="connsiteY62" fmla="*/ 150019 h 3521869"/>
              <a:gd name="connsiteX63" fmla="*/ 1185862 w 5207793"/>
              <a:gd name="connsiteY63" fmla="*/ 178594 h 3521869"/>
              <a:gd name="connsiteX64" fmla="*/ 1207293 w 5207793"/>
              <a:gd name="connsiteY64" fmla="*/ 192881 h 3521869"/>
              <a:gd name="connsiteX65" fmla="*/ 1228725 w 5207793"/>
              <a:gd name="connsiteY65" fmla="*/ 200025 h 3521869"/>
              <a:gd name="connsiteX66" fmla="*/ 1257300 w 5207793"/>
              <a:gd name="connsiteY66" fmla="*/ 221456 h 3521869"/>
              <a:gd name="connsiteX67" fmla="*/ 1278731 w 5207793"/>
              <a:gd name="connsiteY67" fmla="*/ 235744 h 3521869"/>
              <a:gd name="connsiteX68" fmla="*/ 1350168 w 5207793"/>
              <a:gd name="connsiteY68" fmla="*/ 242888 h 3521869"/>
              <a:gd name="connsiteX69" fmla="*/ 1464468 w 5207793"/>
              <a:gd name="connsiteY69" fmla="*/ 235744 h 3521869"/>
              <a:gd name="connsiteX70" fmla="*/ 1485900 w 5207793"/>
              <a:gd name="connsiteY70" fmla="*/ 228600 h 3521869"/>
              <a:gd name="connsiteX71" fmla="*/ 1528762 w 5207793"/>
              <a:gd name="connsiteY71" fmla="*/ 192881 h 3521869"/>
              <a:gd name="connsiteX72" fmla="*/ 1535906 w 5207793"/>
              <a:gd name="connsiteY72" fmla="*/ 171450 h 3521869"/>
              <a:gd name="connsiteX73" fmla="*/ 1557337 w 5207793"/>
              <a:gd name="connsiteY73" fmla="*/ 164306 h 3521869"/>
              <a:gd name="connsiteX74" fmla="*/ 1585912 w 5207793"/>
              <a:gd name="connsiteY74" fmla="*/ 150019 h 3521869"/>
              <a:gd name="connsiteX75" fmla="*/ 1635918 w 5207793"/>
              <a:gd name="connsiteY75" fmla="*/ 135731 h 3521869"/>
              <a:gd name="connsiteX76" fmla="*/ 1714500 w 5207793"/>
              <a:gd name="connsiteY76" fmla="*/ 128588 h 3521869"/>
              <a:gd name="connsiteX77" fmla="*/ 1807368 w 5207793"/>
              <a:gd name="connsiteY77" fmla="*/ 114300 h 3521869"/>
              <a:gd name="connsiteX78" fmla="*/ 1835943 w 5207793"/>
              <a:gd name="connsiteY78" fmla="*/ 121444 h 3521869"/>
              <a:gd name="connsiteX79" fmla="*/ 1814512 w 5207793"/>
              <a:gd name="connsiteY79" fmla="*/ 142875 h 3521869"/>
              <a:gd name="connsiteX80" fmla="*/ 1807368 w 5207793"/>
              <a:gd name="connsiteY80" fmla="*/ 164306 h 3521869"/>
              <a:gd name="connsiteX81" fmla="*/ 1785937 w 5207793"/>
              <a:gd name="connsiteY81" fmla="*/ 171450 h 3521869"/>
              <a:gd name="connsiteX82" fmla="*/ 1750218 w 5207793"/>
              <a:gd name="connsiteY82" fmla="*/ 214313 h 3521869"/>
              <a:gd name="connsiteX83" fmla="*/ 1743075 w 5207793"/>
              <a:gd name="connsiteY83" fmla="*/ 235744 h 3521869"/>
              <a:gd name="connsiteX84" fmla="*/ 1714500 w 5207793"/>
              <a:gd name="connsiteY84" fmla="*/ 285750 h 3521869"/>
              <a:gd name="connsiteX85" fmla="*/ 1693068 w 5207793"/>
              <a:gd name="connsiteY85" fmla="*/ 314325 h 3521869"/>
              <a:gd name="connsiteX86" fmla="*/ 1664493 w 5207793"/>
              <a:gd name="connsiteY86" fmla="*/ 357188 h 3521869"/>
              <a:gd name="connsiteX87" fmla="*/ 1643062 w 5207793"/>
              <a:gd name="connsiteY87" fmla="*/ 378619 h 3521869"/>
              <a:gd name="connsiteX88" fmla="*/ 1614487 w 5207793"/>
              <a:gd name="connsiteY88" fmla="*/ 421481 h 3521869"/>
              <a:gd name="connsiteX89" fmla="*/ 1578768 w 5207793"/>
              <a:gd name="connsiteY89" fmla="*/ 464344 h 3521869"/>
              <a:gd name="connsiteX90" fmla="*/ 1564481 w 5207793"/>
              <a:gd name="connsiteY90" fmla="*/ 514350 h 3521869"/>
              <a:gd name="connsiteX91" fmla="*/ 1550193 w 5207793"/>
              <a:gd name="connsiteY91" fmla="*/ 578644 h 3521869"/>
              <a:gd name="connsiteX92" fmla="*/ 1557337 w 5207793"/>
              <a:gd name="connsiteY92" fmla="*/ 621506 h 3521869"/>
              <a:gd name="connsiteX93" fmla="*/ 1571625 w 5207793"/>
              <a:gd name="connsiteY93" fmla="*/ 700088 h 3521869"/>
              <a:gd name="connsiteX94" fmla="*/ 1593056 w 5207793"/>
              <a:gd name="connsiteY94" fmla="*/ 742950 h 3521869"/>
              <a:gd name="connsiteX95" fmla="*/ 1600200 w 5207793"/>
              <a:gd name="connsiteY95" fmla="*/ 785813 h 3521869"/>
              <a:gd name="connsiteX96" fmla="*/ 1607343 w 5207793"/>
              <a:gd name="connsiteY96" fmla="*/ 807244 h 3521869"/>
              <a:gd name="connsiteX97" fmla="*/ 1621631 w 5207793"/>
              <a:gd name="connsiteY97" fmla="*/ 871538 h 3521869"/>
              <a:gd name="connsiteX98" fmla="*/ 1635918 w 5207793"/>
              <a:gd name="connsiteY98" fmla="*/ 957263 h 3521869"/>
              <a:gd name="connsiteX99" fmla="*/ 1643062 w 5207793"/>
              <a:gd name="connsiteY99" fmla="*/ 978694 h 3521869"/>
              <a:gd name="connsiteX100" fmla="*/ 1657350 w 5207793"/>
              <a:gd name="connsiteY100" fmla="*/ 1000125 h 3521869"/>
              <a:gd name="connsiteX101" fmla="*/ 1664493 w 5207793"/>
              <a:gd name="connsiteY101" fmla="*/ 1028700 h 3521869"/>
              <a:gd name="connsiteX102" fmla="*/ 1678781 w 5207793"/>
              <a:gd name="connsiteY102" fmla="*/ 1050131 h 3521869"/>
              <a:gd name="connsiteX103" fmla="*/ 1685925 w 5207793"/>
              <a:gd name="connsiteY103" fmla="*/ 1085850 h 3521869"/>
              <a:gd name="connsiteX104" fmla="*/ 1728787 w 5207793"/>
              <a:gd name="connsiteY104" fmla="*/ 1135856 h 3521869"/>
              <a:gd name="connsiteX105" fmla="*/ 1743075 w 5207793"/>
              <a:gd name="connsiteY105" fmla="*/ 1157288 h 3521869"/>
              <a:gd name="connsiteX106" fmla="*/ 1750218 w 5207793"/>
              <a:gd name="connsiteY106" fmla="*/ 1185863 h 3521869"/>
              <a:gd name="connsiteX107" fmla="*/ 1793081 w 5207793"/>
              <a:gd name="connsiteY107" fmla="*/ 1235869 h 3521869"/>
              <a:gd name="connsiteX108" fmla="*/ 1828800 w 5207793"/>
              <a:gd name="connsiteY108" fmla="*/ 1278731 h 3521869"/>
              <a:gd name="connsiteX109" fmla="*/ 1864518 w 5207793"/>
              <a:gd name="connsiteY109" fmla="*/ 1314450 h 3521869"/>
              <a:gd name="connsiteX110" fmla="*/ 1921668 w 5207793"/>
              <a:gd name="connsiteY110" fmla="*/ 1378744 h 3521869"/>
              <a:gd name="connsiteX111" fmla="*/ 1978818 w 5207793"/>
              <a:gd name="connsiteY111" fmla="*/ 1393031 h 3521869"/>
              <a:gd name="connsiteX112" fmla="*/ 2007393 w 5207793"/>
              <a:gd name="connsiteY112" fmla="*/ 1400175 h 3521869"/>
              <a:gd name="connsiteX113" fmla="*/ 2028825 w 5207793"/>
              <a:gd name="connsiteY113" fmla="*/ 1407319 h 3521869"/>
              <a:gd name="connsiteX114" fmla="*/ 2078831 w 5207793"/>
              <a:gd name="connsiteY114" fmla="*/ 1414463 h 3521869"/>
              <a:gd name="connsiteX115" fmla="*/ 2135981 w 5207793"/>
              <a:gd name="connsiteY115" fmla="*/ 1428750 h 3521869"/>
              <a:gd name="connsiteX116" fmla="*/ 2228850 w 5207793"/>
              <a:gd name="connsiteY116" fmla="*/ 1443038 h 3521869"/>
              <a:gd name="connsiteX117" fmla="*/ 2257425 w 5207793"/>
              <a:gd name="connsiteY117" fmla="*/ 1450181 h 3521869"/>
              <a:gd name="connsiteX118" fmla="*/ 2300287 w 5207793"/>
              <a:gd name="connsiteY118" fmla="*/ 1464469 h 3521869"/>
              <a:gd name="connsiteX119" fmla="*/ 2507456 w 5207793"/>
              <a:gd name="connsiteY119" fmla="*/ 1471613 h 3521869"/>
              <a:gd name="connsiteX120" fmla="*/ 2543175 w 5207793"/>
              <a:gd name="connsiteY120" fmla="*/ 1478756 h 3521869"/>
              <a:gd name="connsiteX121" fmla="*/ 2878931 w 5207793"/>
              <a:gd name="connsiteY121" fmla="*/ 1478756 h 3521869"/>
              <a:gd name="connsiteX122" fmla="*/ 2914650 w 5207793"/>
              <a:gd name="connsiteY122" fmla="*/ 1471613 h 3521869"/>
              <a:gd name="connsiteX123" fmla="*/ 2964656 w 5207793"/>
              <a:gd name="connsiteY123" fmla="*/ 1450181 h 3521869"/>
              <a:gd name="connsiteX124" fmla="*/ 2986087 w 5207793"/>
              <a:gd name="connsiteY124" fmla="*/ 1443038 h 3521869"/>
              <a:gd name="connsiteX125" fmla="*/ 3043237 w 5207793"/>
              <a:gd name="connsiteY125" fmla="*/ 1421606 h 3521869"/>
              <a:gd name="connsiteX126" fmla="*/ 3071812 w 5207793"/>
              <a:gd name="connsiteY126" fmla="*/ 1400175 h 3521869"/>
              <a:gd name="connsiteX127" fmla="*/ 3093243 w 5207793"/>
              <a:gd name="connsiteY127" fmla="*/ 1378744 h 3521869"/>
              <a:gd name="connsiteX128" fmla="*/ 3128962 w 5207793"/>
              <a:gd name="connsiteY128" fmla="*/ 1357313 h 3521869"/>
              <a:gd name="connsiteX129" fmla="*/ 3186112 w 5207793"/>
              <a:gd name="connsiteY129" fmla="*/ 1300163 h 3521869"/>
              <a:gd name="connsiteX130" fmla="*/ 3214687 w 5207793"/>
              <a:gd name="connsiteY130" fmla="*/ 1243013 h 3521869"/>
              <a:gd name="connsiteX131" fmla="*/ 3236118 w 5207793"/>
              <a:gd name="connsiteY131" fmla="*/ 1228725 h 3521869"/>
              <a:gd name="connsiteX132" fmla="*/ 3271837 w 5207793"/>
              <a:gd name="connsiteY132" fmla="*/ 1178719 h 3521869"/>
              <a:gd name="connsiteX133" fmla="*/ 3293268 w 5207793"/>
              <a:gd name="connsiteY133" fmla="*/ 1164431 h 3521869"/>
              <a:gd name="connsiteX134" fmla="*/ 3300412 w 5207793"/>
              <a:gd name="connsiteY134" fmla="*/ 1143000 h 3521869"/>
              <a:gd name="connsiteX135" fmla="*/ 3321843 w 5207793"/>
              <a:gd name="connsiteY135" fmla="*/ 1135856 h 3521869"/>
              <a:gd name="connsiteX136" fmla="*/ 3343275 w 5207793"/>
              <a:gd name="connsiteY136" fmla="*/ 1114425 h 3521869"/>
              <a:gd name="connsiteX137" fmla="*/ 3357562 w 5207793"/>
              <a:gd name="connsiteY137" fmla="*/ 1085850 h 3521869"/>
              <a:gd name="connsiteX138" fmla="*/ 3393281 w 5207793"/>
              <a:gd name="connsiteY138" fmla="*/ 1028700 h 3521869"/>
              <a:gd name="connsiteX139" fmla="*/ 3400425 w 5207793"/>
              <a:gd name="connsiteY139" fmla="*/ 1007269 h 3521869"/>
              <a:gd name="connsiteX140" fmla="*/ 3436143 w 5207793"/>
              <a:gd name="connsiteY140" fmla="*/ 928688 h 3521869"/>
              <a:gd name="connsiteX141" fmla="*/ 3450431 w 5207793"/>
              <a:gd name="connsiteY141" fmla="*/ 842963 h 3521869"/>
              <a:gd name="connsiteX142" fmla="*/ 3464718 w 5207793"/>
              <a:gd name="connsiteY142" fmla="*/ 700088 h 3521869"/>
              <a:gd name="connsiteX143" fmla="*/ 3471862 w 5207793"/>
              <a:gd name="connsiteY143" fmla="*/ 664369 h 3521869"/>
              <a:gd name="connsiteX144" fmla="*/ 3479006 w 5207793"/>
              <a:gd name="connsiteY144" fmla="*/ 492919 h 3521869"/>
              <a:gd name="connsiteX145" fmla="*/ 3457575 w 5207793"/>
              <a:gd name="connsiteY145" fmla="*/ 321469 h 3521869"/>
              <a:gd name="connsiteX146" fmla="*/ 3443287 w 5207793"/>
              <a:gd name="connsiteY146" fmla="*/ 300038 h 3521869"/>
              <a:gd name="connsiteX147" fmla="*/ 3414712 w 5207793"/>
              <a:gd name="connsiteY147" fmla="*/ 242888 h 3521869"/>
              <a:gd name="connsiteX148" fmla="*/ 3407568 w 5207793"/>
              <a:gd name="connsiteY148" fmla="*/ 221456 h 3521869"/>
              <a:gd name="connsiteX149" fmla="*/ 3364706 w 5207793"/>
              <a:gd name="connsiteY149" fmla="*/ 192881 h 3521869"/>
              <a:gd name="connsiteX150" fmla="*/ 3328987 w 5207793"/>
              <a:gd name="connsiteY150" fmla="*/ 150019 h 3521869"/>
              <a:gd name="connsiteX151" fmla="*/ 3286125 w 5207793"/>
              <a:gd name="connsiteY151" fmla="*/ 121444 h 3521869"/>
              <a:gd name="connsiteX152" fmla="*/ 3264693 w 5207793"/>
              <a:gd name="connsiteY152" fmla="*/ 92869 h 3521869"/>
              <a:gd name="connsiteX153" fmla="*/ 3236118 w 5207793"/>
              <a:gd name="connsiteY153" fmla="*/ 50006 h 3521869"/>
              <a:gd name="connsiteX154" fmla="*/ 3250406 w 5207793"/>
              <a:gd name="connsiteY154" fmla="*/ 14288 h 3521869"/>
              <a:gd name="connsiteX155" fmla="*/ 3328987 w 5207793"/>
              <a:gd name="connsiteY155" fmla="*/ 7144 h 3521869"/>
              <a:gd name="connsiteX156" fmla="*/ 3350418 w 5207793"/>
              <a:gd name="connsiteY156" fmla="*/ 0 h 3521869"/>
              <a:gd name="connsiteX157" fmla="*/ 3414712 w 5207793"/>
              <a:gd name="connsiteY157" fmla="*/ 21431 h 3521869"/>
              <a:gd name="connsiteX158" fmla="*/ 3457575 w 5207793"/>
              <a:gd name="connsiteY158" fmla="*/ 35719 h 3521869"/>
              <a:gd name="connsiteX159" fmla="*/ 3479006 w 5207793"/>
              <a:gd name="connsiteY159" fmla="*/ 42863 h 3521869"/>
              <a:gd name="connsiteX160" fmla="*/ 3543300 w 5207793"/>
              <a:gd name="connsiteY160" fmla="*/ 57150 h 3521869"/>
              <a:gd name="connsiteX161" fmla="*/ 3579018 w 5207793"/>
              <a:gd name="connsiteY161" fmla="*/ 71438 h 3521869"/>
              <a:gd name="connsiteX162" fmla="*/ 3636168 w 5207793"/>
              <a:gd name="connsiteY162" fmla="*/ 85725 h 3521869"/>
              <a:gd name="connsiteX163" fmla="*/ 3657600 w 5207793"/>
              <a:gd name="connsiteY163" fmla="*/ 100013 h 3521869"/>
              <a:gd name="connsiteX164" fmla="*/ 3686175 w 5207793"/>
              <a:gd name="connsiteY164" fmla="*/ 114300 h 3521869"/>
              <a:gd name="connsiteX165" fmla="*/ 3700462 w 5207793"/>
              <a:gd name="connsiteY165" fmla="*/ 142875 h 3521869"/>
              <a:gd name="connsiteX166" fmla="*/ 3757612 w 5207793"/>
              <a:gd name="connsiteY166" fmla="*/ 171450 h 3521869"/>
              <a:gd name="connsiteX167" fmla="*/ 3807618 w 5207793"/>
              <a:gd name="connsiteY167" fmla="*/ 192881 h 3521869"/>
              <a:gd name="connsiteX168" fmla="*/ 3829050 w 5207793"/>
              <a:gd name="connsiteY168" fmla="*/ 207169 h 3521869"/>
              <a:gd name="connsiteX169" fmla="*/ 3871912 w 5207793"/>
              <a:gd name="connsiteY169" fmla="*/ 214313 h 3521869"/>
              <a:gd name="connsiteX170" fmla="*/ 4150518 w 5207793"/>
              <a:gd name="connsiteY170" fmla="*/ 207169 h 3521869"/>
              <a:gd name="connsiteX171" fmla="*/ 4186237 w 5207793"/>
              <a:gd name="connsiteY171" fmla="*/ 178594 h 3521869"/>
              <a:gd name="connsiteX172" fmla="*/ 4214812 w 5207793"/>
              <a:gd name="connsiteY172" fmla="*/ 171450 h 3521869"/>
              <a:gd name="connsiteX173" fmla="*/ 4236243 w 5207793"/>
              <a:gd name="connsiteY173" fmla="*/ 164306 h 3521869"/>
              <a:gd name="connsiteX174" fmla="*/ 4386262 w 5207793"/>
              <a:gd name="connsiteY174" fmla="*/ 185738 h 3521869"/>
              <a:gd name="connsiteX175" fmla="*/ 4421981 w 5207793"/>
              <a:gd name="connsiteY175" fmla="*/ 221456 h 3521869"/>
              <a:gd name="connsiteX176" fmla="*/ 4457700 w 5207793"/>
              <a:gd name="connsiteY176" fmla="*/ 285750 h 3521869"/>
              <a:gd name="connsiteX177" fmla="*/ 4471987 w 5207793"/>
              <a:gd name="connsiteY177" fmla="*/ 364331 h 3521869"/>
              <a:gd name="connsiteX178" fmla="*/ 4486275 w 5207793"/>
              <a:gd name="connsiteY178" fmla="*/ 428625 h 3521869"/>
              <a:gd name="connsiteX179" fmla="*/ 4514850 w 5207793"/>
              <a:gd name="connsiteY179" fmla="*/ 485775 h 3521869"/>
              <a:gd name="connsiteX180" fmla="*/ 4521993 w 5207793"/>
              <a:gd name="connsiteY180" fmla="*/ 521494 h 3521869"/>
              <a:gd name="connsiteX181" fmla="*/ 4529137 w 5207793"/>
              <a:gd name="connsiteY181" fmla="*/ 550069 h 3521869"/>
              <a:gd name="connsiteX182" fmla="*/ 4543425 w 5207793"/>
              <a:gd name="connsiteY182" fmla="*/ 771525 h 3521869"/>
              <a:gd name="connsiteX183" fmla="*/ 4557712 w 5207793"/>
              <a:gd name="connsiteY183" fmla="*/ 850106 h 3521869"/>
              <a:gd name="connsiteX184" fmla="*/ 4564856 w 5207793"/>
              <a:gd name="connsiteY184" fmla="*/ 892969 h 3521869"/>
              <a:gd name="connsiteX185" fmla="*/ 4593431 w 5207793"/>
              <a:gd name="connsiteY185" fmla="*/ 1021556 h 3521869"/>
              <a:gd name="connsiteX186" fmla="*/ 4600575 w 5207793"/>
              <a:gd name="connsiteY186" fmla="*/ 1078706 h 3521869"/>
              <a:gd name="connsiteX187" fmla="*/ 4607718 w 5207793"/>
              <a:gd name="connsiteY187" fmla="*/ 1321594 h 3521869"/>
              <a:gd name="connsiteX188" fmla="*/ 4614862 w 5207793"/>
              <a:gd name="connsiteY188" fmla="*/ 1357313 h 3521869"/>
              <a:gd name="connsiteX189" fmla="*/ 4636293 w 5207793"/>
              <a:gd name="connsiteY189" fmla="*/ 1378744 h 3521869"/>
              <a:gd name="connsiteX190" fmla="*/ 4643437 w 5207793"/>
              <a:gd name="connsiteY190" fmla="*/ 1421606 h 3521869"/>
              <a:gd name="connsiteX191" fmla="*/ 4650581 w 5207793"/>
              <a:gd name="connsiteY191" fmla="*/ 1471613 h 3521869"/>
              <a:gd name="connsiteX192" fmla="*/ 4657725 w 5207793"/>
              <a:gd name="connsiteY192" fmla="*/ 1493044 h 3521869"/>
              <a:gd name="connsiteX193" fmla="*/ 4664868 w 5207793"/>
              <a:gd name="connsiteY193" fmla="*/ 1585913 h 3521869"/>
              <a:gd name="connsiteX194" fmla="*/ 4672012 w 5207793"/>
              <a:gd name="connsiteY194" fmla="*/ 1650206 h 3521869"/>
              <a:gd name="connsiteX195" fmla="*/ 4686300 w 5207793"/>
              <a:gd name="connsiteY195" fmla="*/ 1778794 h 3521869"/>
              <a:gd name="connsiteX196" fmla="*/ 4700587 w 5207793"/>
              <a:gd name="connsiteY196" fmla="*/ 1921669 h 3521869"/>
              <a:gd name="connsiteX197" fmla="*/ 4714875 w 5207793"/>
              <a:gd name="connsiteY197" fmla="*/ 2000250 h 3521869"/>
              <a:gd name="connsiteX198" fmla="*/ 4722018 w 5207793"/>
              <a:gd name="connsiteY198" fmla="*/ 2050256 h 3521869"/>
              <a:gd name="connsiteX199" fmla="*/ 4736306 w 5207793"/>
              <a:gd name="connsiteY199" fmla="*/ 2071688 h 3521869"/>
              <a:gd name="connsiteX200" fmla="*/ 4764881 w 5207793"/>
              <a:gd name="connsiteY200" fmla="*/ 2121694 h 3521869"/>
              <a:gd name="connsiteX201" fmla="*/ 4779168 w 5207793"/>
              <a:gd name="connsiteY201" fmla="*/ 2164556 h 3521869"/>
              <a:gd name="connsiteX202" fmla="*/ 4793456 w 5207793"/>
              <a:gd name="connsiteY202" fmla="*/ 2235994 h 3521869"/>
              <a:gd name="connsiteX203" fmla="*/ 4800600 w 5207793"/>
              <a:gd name="connsiteY203" fmla="*/ 2257425 h 3521869"/>
              <a:gd name="connsiteX204" fmla="*/ 4807743 w 5207793"/>
              <a:gd name="connsiteY204" fmla="*/ 2286000 h 3521869"/>
              <a:gd name="connsiteX205" fmla="*/ 4814887 w 5207793"/>
              <a:gd name="connsiteY205" fmla="*/ 2307431 h 3521869"/>
              <a:gd name="connsiteX206" fmla="*/ 4836318 w 5207793"/>
              <a:gd name="connsiteY206" fmla="*/ 2407444 h 3521869"/>
              <a:gd name="connsiteX207" fmla="*/ 4864893 w 5207793"/>
              <a:gd name="connsiteY207" fmla="*/ 2514600 h 3521869"/>
              <a:gd name="connsiteX208" fmla="*/ 4872037 w 5207793"/>
              <a:gd name="connsiteY208" fmla="*/ 2543175 h 3521869"/>
              <a:gd name="connsiteX209" fmla="*/ 4886325 w 5207793"/>
              <a:gd name="connsiteY209" fmla="*/ 2614613 h 3521869"/>
              <a:gd name="connsiteX210" fmla="*/ 4900612 w 5207793"/>
              <a:gd name="connsiteY210" fmla="*/ 2657475 h 3521869"/>
              <a:gd name="connsiteX211" fmla="*/ 4922043 w 5207793"/>
              <a:gd name="connsiteY211" fmla="*/ 2678906 h 3521869"/>
              <a:gd name="connsiteX212" fmla="*/ 4929187 w 5207793"/>
              <a:gd name="connsiteY212" fmla="*/ 2728913 h 3521869"/>
              <a:gd name="connsiteX213" fmla="*/ 4936331 w 5207793"/>
              <a:gd name="connsiteY213" fmla="*/ 2757488 h 3521869"/>
              <a:gd name="connsiteX214" fmla="*/ 4943475 w 5207793"/>
              <a:gd name="connsiteY214" fmla="*/ 2914650 h 3521869"/>
              <a:gd name="connsiteX215" fmla="*/ 4943475 w 5207793"/>
              <a:gd name="connsiteY215" fmla="*/ 2943225 h 3521869"/>
              <a:gd name="connsiteX216" fmla="*/ 4957762 w 5207793"/>
              <a:gd name="connsiteY216" fmla="*/ 2993232 h 3521869"/>
              <a:gd name="connsiteX217" fmla="*/ 5000625 w 5207793"/>
              <a:gd name="connsiteY217" fmla="*/ 3021806 h 3521869"/>
              <a:gd name="connsiteX218" fmla="*/ 5064918 w 5207793"/>
              <a:gd name="connsiteY218" fmla="*/ 3043238 h 3521869"/>
              <a:gd name="connsiteX219" fmla="*/ 5093493 w 5207793"/>
              <a:gd name="connsiteY219" fmla="*/ 3064669 h 3521869"/>
              <a:gd name="connsiteX220" fmla="*/ 5114925 w 5207793"/>
              <a:gd name="connsiteY220" fmla="*/ 3114675 h 3521869"/>
              <a:gd name="connsiteX221" fmla="*/ 5129212 w 5207793"/>
              <a:gd name="connsiteY221" fmla="*/ 3143250 h 3521869"/>
              <a:gd name="connsiteX222" fmla="*/ 5143500 w 5207793"/>
              <a:gd name="connsiteY222" fmla="*/ 3207544 h 3521869"/>
              <a:gd name="connsiteX223" fmla="*/ 5157787 w 5207793"/>
              <a:gd name="connsiteY223" fmla="*/ 3250406 h 3521869"/>
              <a:gd name="connsiteX224" fmla="*/ 5172075 w 5207793"/>
              <a:gd name="connsiteY224" fmla="*/ 3307556 h 3521869"/>
              <a:gd name="connsiteX225" fmla="*/ 5179218 w 5207793"/>
              <a:gd name="connsiteY225" fmla="*/ 3386138 h 3521869"/>
              <a:gd name="connsiteX226" fmla="*/ 5200650 w 5207793"/>
              <a:gd name="connsiteY226" fmla="*/ 3464719 h 3521869"/>
              <a:gd name="connsiteX227" fmla="*/ 5207793 w 5207793"/>
              <a:gd name="connsiteY227" fmla="*/ 3521869 h 3521869"/>
              <a:gd name="connsiteX0" fmla="*/ 0 w 5207793"/>
              <a:gd name="connsiteY0" fmla="*/ 3464719 h 3521869"/>
              <a:gd name="connsiteX1" fmla="*/ 7143 w 5207793"/>
              <a:gd name="connsiteY1" fmla="*/ 3386138 h 3521869"/>
              <a:gd name="connsiteX2" fmla="*/ 14287 w 5207793"/>
              <a:gd name="connsiteY2" fmla="*/ 3364706 h 3521869"/>
              <a:gd name="connsiteX3" fmla="*/ 21431 w 5207793"/>
              <a:gd name="connsiteY3" fmla="*/ 3328988 h 3521869"/>
              <a:gd name="connsiteX4" fmla="*/ 28575 w 5207793"/>
              <a:gd name="connsiteY4" fmla="*/ 3300413 h 3521869"/>
              <a:gd name="connsiteX5" fmla="*/ 35718 w 5207793"/>
              <a:gd name="connsiteY5" fmla="*/ 3250406 h 3521869"/>
              <a:gd name="connsiteX6" fmla="*/ 57150 w 5207793"/>
              <a:gd name="connsiteY6" fmla="*/ 3200400 h 3521869"/>
              <a:gd name="connsiteX7" fmla="*/ 64293 w 5207793"/>
              <a:gd name="connsiteY7" fmla="*/ 3178969 h 3521869"/>
              <a:gd name="connsiteX8" fmla="*/ 92868 w 5207793"/>
              <a:gd name="connsiteY8" fmla="*/ 3157538 h 3521869"/>
              <a:gd name="connsiteX9" fmla="*/ 121443 w 5207793"/>
              <a:gd name="connsiteY9" fmla="*/ 3107531 h 3521869"/>
              <a:gd name="connsiteX10" fmla="*/ 150018 w 5207793"/>
              <a:gd name="connsiteY10" fmla="*/ 3086100 h 3521869"/>
              <a:gd name="connsiteX11" fmla="*/ 171450 w 5207793"/>
              <a:gd name="connsiteY11" fmla="*/ 3057525 h 3521869"/>
              <a:gd name="connsiteX12" fmla="*/ 242887 w 5207793"/>
              <a:gd name="connsiteY12" fmla="*/ 3014663 h 3521869"/>
              <a:gd name="connsiteX13" fmla="*/ 264318 w 5207793"/>
              <a:gd name="connsiteY13" fmla="*/ 2957513 h 3521869"/>
              <a:gd name="connsiteX14" fmla="*/ 292893 w 5207793"/>
              <a:gd name="connsiteY14" fmla="*/ 2900363 h 3521869"/>
              <a:gd name="connsiteX15" fmla="*/ 307181 w 5207793"/>
              <a:gd name="connsiteY15" fmla="*/ 2664619 h 3521869"/>
              <a:gd name="connsiteX16" fmla="*/ 328612 w 5207793"/>
              <a:gd name="connsiteY16" fmla="*/ 2564606 h 3521869"/>
              <a:gd name="connsiteX17" fmla="*/ 335756 w 5207793"/>
              <a:gd name="connsiteY17" fmla="*/ 2521744 h 3521869"/>
              <a:gd name="connsiteX18" fmla="*/ 350043 w 5207793"/>
              <a:gd name="connsiteY18" fmla="*/ 2500313 h 3521869"/>
              <a:gd name="connsiteX19" fmla="*/ 364331 w 5207793"/>
              <a:gd name="connsiteY19" fmla="*/ 2450306 h 3521869"/>
              <a:gd name="connsiteX20" fmla="*/ 371475 w 5207793"/>
              <a:gd name="connsiteY20" fmla="*/ 2407444 h 3521869"/>
              <a:gd name="connsiteX21" fmla="*/ 385762 w 5207793"/>
              <a:gd name="connsiteY21" fmla="*/ 2357438 h 3521869"/>
              <a:gd name="connsiteX22" fmla="*/ 392906 w 5207793"/>
              <a:gd name="connsiteY22" fmla="*/ 2328863 h 3521869"/>
              <a:gd name="connsiteX23" fmla="*/ 407193 w 5207793"/>
              <a:gd name="connsiteY23" fmla="*/ 2307431 h 3521869"/>
              <a:gd name="connsiteX24" fmla="*/ 421481 w 5207793"/>
              <a:gd name="connsiteY24" fmla="*/ 2257425 h 3521869"/>
              <a:gd name="connsiteX25" fmla="*/ 428625 w 5207793"/>
              <a:gd name="connsiteY25" fmla="*/ 2228850 h 3521869"/>
              <a:gd name="connsiteX26" fmla="*/ 442912 w 5207793"/>
              <a:gd name="connsiteY26" fmla="*/ 2207419 h 3521869"/>
              <a:gd name="connsiteX27" fmla="*/ 464343 w 5207793"/>
              <a:gd name="connsiteY27" fmla="*/ 2150269 h 3521869"/>
              <a:gd name="connsiteX28" fmla="*/ 478631 w 5207793"/>
              <a:gd name="connsiteY28" fmla="*/ 2078831 h 3521869"/>
              <a:gd name="connsiteX29" fmla="*/ 485775 w 5207793"/>
              <a:gd name="connsiteY29" fmla="*/ 2050256 h 3521869"/>
              <a:gd name="connsiteX30" fmla="*/ 492918 w 5207793"/>
              <a:gd name="connsiteY30" fmla="*/ 2014538 h 3521869"/>
              <a:gd name="connsiteX31" fmla="*/ 500062 w 5207793"/>
              <a:gd name="connsiteY31" fmla="*/ 1993106 h 3521869"/>
              <a:gd name="connsiteX32" fmla="*/ 507206 w 5207793"/>
              <a:gd name="connsiteY32" fmla="*/ 1957388 h 3521869"/>
              <a:gd name="connsiteX33" fmla="*/ 514350 w 5207793"/>
              <a:gd name="connsiteY33" fmla="*/ 1935956 h 3521869"/>
              <a:gd name="connsiteX34" fmla="*/ 528637 w 5207793"/>
              <a:gd name="connsiteY34" fmla="*/ 1878806 h 3521869"/>
              <a:gd name="connsiteX35" fmla="*/ 535781 w 5207793"/>
              <a:gd name="connsiteY35" fmla="*/ 1785938 h 3521869"/>
              <a:gd name="connsiteX36" fmla="*/ 542925 w 5207793"/>
              <a:gd name="connsiteY36" fmla="*/ 1721644 h 3521869"/>
              <a:gd name="connsiteX37" fmla="*/ 535781 w 5207793"/>
              <a:gd name="connsiteY37" fmla="*/ 1578769 h 3521869"/>
              <a:gd name="connsiteX38" fmla="*/ 521493 w 5207793"/>
              <a:gd name="connsiteY38" fmla="*/ 1535906 h 3521869"/>
              <a:gd name="connsiteX39" fmla="*/ 528637 w 5207793"/>
              <a:gd name="connsiteY39" fmla="*/ 1400175 h 3521869"/>
              <a:gd name="connsiteX40" fmla="*/ 550068 w 5207793"/>
              <a:gd name="connsiteY40" fmla="*/ 1371600 h 3521869"/>
              <a:gd name="connsiteX41" fmla="*/ 564356 w 5207793"/>
              <a:gd name="connsiteY41" fmla="*/ 1293019 h 3521869"/>
              <a:gd name="connsiteX42" fmla="*/ 578643 w 5207793"/>
              <a:gd name="connsiteY42" fmla="*/ 964406 h 3521869"/>
              <a:gd name="connsiteX43" fmla="*/ 585787 w 5207793"/>
              <a:gd name="connsiteY43" fmla="*/ 907256 h 3521869"/>
              <a:gd name="connsiteX44" fmla="*/ 578643 w 5207793"/>
              <a:gd name="connsiteY44" fmla="*/ 385763 h 3521869"/>
              <a:gd name="connsiteX45" fmla="*/ 607218 w 5207793"/>
              <a:gd name="connsiteY45" fmla="*/ 278606 h 3521869"/>
              <a:gd name="connsiteX46" fmla="*/ 628650 w 5207793"/>
              <a:gd name="connsiteY46" fmla="*/ 228600 h 3521869"/>
              <a:gd name="connsiteX47" fmla="*/ 650081 w 5207793"/>
              <a:gd name="connsiteY47" fmla="*/ 200025 h 3521869"/>
              <a:gd name="connsiteX48" fmla="*/ 664368 w 5207793"/>
              <a:gd name="connsiteY48" fmla="*/ 171450 h 3521869"/>
              <a:gd name="connsiteX49" fmla="*/ 678656 w 5207793"/>
              <a:gd name="connsiteY49" fmla="*/ 150019 h 3521869"/>
              <a:gd name="connsiteX50" fmla="*/ 685800 w 5207793"/>
              <a:gd name="connsiteY50" fmla="*/ 128588 h 3521869"/>
              <a:gd name="connsiteX51" fmla="*/ 714375 w 5207793"/>
              <a:gd name="connsiteY51" fmla="*/ 100013 h 3521869"/>
              <a:gd name="connsiteX52" fmla="*/ 735806 w 5207793"/>
              <a:gd name="connsiteY52" fmla="*/ 71438 h 3521869"/>
              <a:gd name="connsiteX53" fmla="*/ 757237 w 5207793"/>
              <a:gd name="connsiteY53" fmla="*/ 50006 h 3521869"/>
              <a:gd name="connsiteX54" fmla="*/ 778668 w 5207793"/>
              <a:gd name="connsiteY54" fmla="*/ 21431 h 3521869"/>
              <a:gd name="connsiteX55" fmla="*/ 800100 w 5207793"/>
              <a:gd name="connsiteY55" fmla="*/ 14288 h 3521869"/>
              <a:gd name="connsiteX56" fmla="*/ 935831 w 5207793"/>
              <a:gd name="connsiteY56" fmla="*/ 28575 h 3521869"/>
              <a:gd name="connsiteX57" fmla="*/ 964406 w 5207793"/>
              <a:gd name="connsiteY57" fmla="*/ 50006 h 3521869"/>
              <a:gd name="connsiteX58" fmla="*/ 1014412 w 5207793"/>
              <a:gd name="connsiteY58" fmla="*/ 78581 h 3521869"/>
              <a:gd name="connsiteX59" fmla="*/ 1035843 w 5207793"/>
              <a:gd name="connsiteY59" fmla="*/ 100013 h 3521869"/>
              <a:gd name="connsiteX60" fmla="*/ 1064418 w 5207793"/>
              <a:gd name="connsiteY60" fmla="*/ 114300 h 3521869"/>
              <a:gd name="connsiteX61" fmla="*/ 1085850 w 5207793"/>
              <a:gd name="connsiteY61" fmla="*/ 128588 h 3521869"/>
              <a:gd name="connsiteX62" fmla="*/ 1128712 w 5207793"/>
              <a:gd name="connsiteY62" fmla="*/ 150019 h 3521869"/>
              <a:gd name="connsiteX63" fmla="*/ 1185862 w 5207793"/>
              <a:gd name="connsiteY63" fmla="*/ 178594 h 3521869"/>
              <a:gd name="connsiteX64" fmla="*/ 1207293 w 5207793"/>
              <a:gd name="connsiteY64" fmla="*/ 192881 h 3521869"/>
              <a:gd name="connsiteX65" fmla="*/ 1228725 w 5207793"/>
              <a:gd name="connsiteY65" fmla="*/ 200025 h 3521869"/>
              <a:gd name="connsiteX66" fmla="*/ 1257300 w 5207793"/>
              <a:gd name="connsiteY66" fmla="*/ 221456 h 3521869"/>
              <a:gd name="connsiteX67" fmla="*/ 1278731 w 5207793"/>
              <a:gd name="connsiteY67" fmla="*/ 235744 h 3521869"/>
              <a:gd name="connsiteX68" fmla="*/ 1350168 w 5207793"/>
              <a:gd name="connsiteY68" fmla="*/ 242888 h 3521869"/>
              <a:gd name="connsiteX69" fmla="*/ 1464468 w 5207793"/>
              <a:gd name="connsiteY69" fmla="*/ 235744 h 3521869"/>
              <a:gd name="connsiteX70" fmla="*/ 1485900 w 5207793"/>
              <a:gd name="connsiteY70" fmla="*/ 228600 h 3521869"/>
              <a:gd name="connsiteX71" fmla="*/ 1528762 w 5207793"/>
              <a:gd name="connsiteY71" fmla="*/ 192881 h 3521869"/>
              <a:gd name="connsiteX72" fmla="*/ 1535906 w 5207793"/>
              <a:gd name="connsiteY72" fmla="*/ 171450 h 3521869"/>
              <a:gd name="connsiteX73" fmla="*/ 1557337 w 5207793"/>
              <a:gd name="connsiteY73" fmla="*/ 164306 h 3521869"/>
              <a:gd name="connsiteX74" fmla="*/ 1585912 w 5207793"/>
              <a:gd name="connsiteY74" fmla="*/ 150019 h 3521869"/>
              <a:gd name="connsiteX75" fmla="*/ 1635918 w 5207793"/>
              <a:gd name="connsiteY75" fmla="*/ 135731 h 3521869"/>
              <a:gd name="connsiteX76" fmla="*/ 1714500 w 5207793"/>
              <a:gd name="connsiteY76" fmla="*/ 128588 h 3521869"/>
              <a:gd name="connsiteX77" fmla="*/ 1807368 w 5207793"/>
              <a:gd name="connsiteY77" fmla="*/ 114300 h 3521869"/>
              <a:gd name="connsiteX78" fmla="*/ 1835943 w 5207793"/>
              <a:gd name="connsiteY78" fmla="*/ 121444 h 3521869"/>
              <a:gd name="connsiteX79" fmla="*/ 1814512 w 5207793"/>
              <a:gd name="connsiteY79" fmla="*/ 142875 h 3521869"/>
              <a:gd name="connsiteX80" fmla="*/ 1807368 w 5207793"/>
              <a:gd name="connsiteY80" fmla="*/ 164306 h 3521869"/>
              <a:gd name="connsiteX81" fmla="*/ 1785937 w 5207793"/>
              <a:gd name="connsiteY81" fmla="*/ 171450 h 3521869"/>
              <a:gd name="connsiteX82" fmla="*/ 1750218 w 5207793"/>
              <a:gd name="connsiteY82" fmla="*/ 214313 h 3521869"/>
              <a:gd name="connsiteX83" fmla="*/ 1743075 w 5207793"/>
              <a:gd name="connsiteY83" fmla="*/ 235744 h 3521869"/>
              <a:gd name="connsiteX84" fmla="*/ 1714500 w 5207793"/>
              <a:gd name="connsiteY84" fmla="*/ 285750 h 3521869"/>
              <a:gd name="connsiteX85" fmla="*/ 1693068 w 5207793"/>
              <a:gd name="connsiteY85" fmla="*/ 314325 h 3521869"/>
              <a:gd name="connsiteX86" fmla="*/ 1664493 w 5207793"/>
              <a:gd name="connsiteY86" fmla="*/ 357188 h 3521869"/>
              <a:gd name="connsiteX87" fmla="*/ 1643062 w 5207793"/>
              <a:gd name="connsiteY87" fmla="*/ 378619 h 3521869"/>
              <a:gd name="connsiteX88" fmla="*/ 1614487 w 5207793"/>
              <a:gd name="connsiteY88" fmla="*/ 421481 h 3521869"/>
              <a:gd name="connsiteX89" fmla="*/ 1578768 w 5207793"/>
              <a:gd name="connsiteY89" fmla="*/ 464344 h 3521869"/>
              <a:gd name="connsiteX90" fmla="*/ 1564481 w 5207793"/>
              <a:gd name="connsiteY90" fmla="*/ 514350 h 3521869"/>
              <a:gd name="connsiteX91" fmla="*/ 1550193 w 5207793"/>
              <a:gd name="connsiteY91" fmla="*/ 578644 h 3521869"/>
              <a:gd name="connsiteX92" fmla="*/ 1557337 w 5207793"/>
              <a:gd name="connsiteY92" fmla="*/ 621506 h 3521869"/>
              <a:gd name="connsiteX93" fmla="*/ 1571625 w 5207793"/>
              <a:gd name="connsiteY93" fmla="*/ 700088 h 3521869"/>
              <a:gd name="connsiteX94" fmla="*/ 1593056 w 5207793"/>
              <a:gd name="connsiteY94" fmla="*/ 742950 h 3521869"/>
              <a:gd name="connsiteX95" fmla="*/ 1600200 w 5207793"/>
              <a:gd name="connsiteY95" fmla="*/ 785813 h 3521869"/>
              <a:gd name="connsiteX96" fmla="*/ 1607343 w 5207793"/>
              <a:gd name="connsiteY96" fmla="*/ 807244 h 3521869"/>
              <a:gd name="connsiteX97" fmla="*/ 1621631 w 5207793"/>
              <a:gd name="connsiteY97" fmla="*/ 871538 h 3521869"/>
              <a:gd name="connsiteX98" fmla="*/ 1635918 w 5207793"/>
              <a:gd name="connsiteY98" fmla="*/ 957263 h 3521869"/>
              <a:gd name="connsiteX99" fmla="*/ 1643062 w 5207793"/>
              <a:gd name="connsiteY99" fmla="*/ 978694 h 3521869"/>
              <a:gd name="connsiteX100" fmla="*/ 1657350 w 5207793"/>
              <a:gd name="connsiteY100" fmla="*/ 1000125 h 3521869"/>
              <a:gd name="connsiteX101" fmla="*/ 1664493 w 5207793"/>
              <a:gd name="connsiteY101" fmla="*/ 1028700 h 3521869"/>
              <a:gd name="connsiteX102" fmla="*/ 1678781 w 5207793"/>
              <a:gd name="connsiteY102" fmla="*/ 1050131 h 3521869"/>
              <a:gd name="connsiteX103" fmla="*/ 1685925 w 5207793"/>
              <a:gd name="connsiteY103" fmla="*/ 1085850 h 3521869"/>
              <a:gd name="connsiteX104" fmla="*/ 1728787 w 5207793"/>
              <a:gd name="connsiteY104" fmla="*/ 1135856 h 3521869"/>
              <a:gd name="connsiteX105" fmla="*/ 1743075 w 5207793"/>
              <a:gd name="connsiteY105" fmla="*/ 1157288 h 3521869"/>
              <a:gd name="connsiteX106" fmla="*/ 1750218 w 5207793"/>
              <a:gd name="connsiteY106" fmla="*/ 1185863 h 3521869"/>
              <a:gd name="connsiteX107" fmla="*/ 1793081 w 5207793"/>
              <a:gd name="connsiteY107" fmla="*/ 1235869 h 3521869"/>
              <a:gd name="connsiteX108" fmla="*/ 1828800 w 5207793"/>
              <a:gd name="connsiteY108" fmla="*/ 1278731 h 3521869"/>
              <a:gd name="connsiteX109" fmla="*/ 1864518 w 5207793"/>
              <a:gd name="connsiteY109" fmla="*/ 1314450 h 3521869"/>
              <a:gd name="connsiteX110" fmla="*/ 1921668 w 5207793"/>
              <a:gd name="connsiteY110" fmla="*/ 1378744 h 3521869"/>
              <a:gd name="connsiteX111" fmla="*/ 1978818 w 5207793"/>
              <a:gd name="connsiteY111" fmla="*/ 1393031 h 3521869"/>
              <a:gd name="connsiteX112" fmla="*/ 2007393 w 5207793"/>
              <a:gd name="connsiteY112" fmla="*/ 1400175 h 3521869"/>
              <a:gd name="connsiteX113" fmla="*/ 2028825 w 5207793"/>
              <a:gd name="connsiteY113" fmla="*/ 1407319 h 3521869"/>
              <a:gd name="connsiteX114" fmla="*/ 2078831 w 5207793"/>
              <a:gd name="connsiteY114" fmla="*/ 1414463 h 3521869"/>
              <a:gd name="connsiteX115" fmla="*/ 2135981 w 5207793"/>
              <a:gd name="connsiteY115" fmla="*/ 1428750 h 3521869"/>
              <a:gd name="connsiteX116" fmla="*/ 2228850 w 5207793"/>
              <a:gd name="connsiteY116" fmla="*/ 1443038 h 3521869"/>
              <a:gd name="connsiteX117" fmla="*/ 2257425 w 5207793"/>
              <a:gd name="connsiteY117" fmla="*/ 1450181 h 3521869"/>
              <a:gd name="connsiteX118" fmla="*/ 2300287 w 5207793"/>
              <a:gd name="connsiteY118" fmla="*/ 1464469 h 3521869"/>
              <a:gd name="connsiteX119" fmla="*/ 2507456 w 5207793"/>
              <a:gd name="connsiteY119" fmla="*/ 1471613 h 3521869"/>
              <a:gd name="connsiteX120" fmla="*/ 2543175 w 5207793"/>
              <a:gd name="connsiteY120" fmla="*/ 1478756 h 3521869"/>
              <a:gd name="connsiteX121" fmla="*/ 2878931 w 5207793"/>
              <a:gd name="connsiteY121" fmla="*/ 1478756 h 3521869"/>
              <a:gd name="connsiteX122" fmla="*/ 2914650 w 5207793"/>
              <a:gd name="connsiteY122" fmla="*/ 1471613 h 3521869"/>
              <a:gd name="connsiteX123" fmla="*/ 2964656 w 5207793"/>
              <a:gd name="connsiteY123" fmla="*/ 1450181 h 3521869"/>
              <a:gd name="connsiteX124" fmla="*/ 2986087 w 5207793"/>
              <a:gd name="connsiteY124" fmla="*/ 1443038 h 3521869"/>
              <a:gd name="connsiteX125" fmla="*/ 3043237 w 5207793"/>
              <a:gd name="connsiteY125" fmla="*/ 1421606 h 3521869"/>
              <a:gd name="connsiteX126" fmla="*/ 3071812 w 5207793"/>
              <a:gd name="connsiteY126" fmla="*/ 1400175 h 3521869"/>
              <a:gd name="connsiteX127" fmla="*/ 3093243 w 5207793"/>
              <a:gd name="connsiteY127" fmla="*/ 1378744 h 3521869"/>
              <a:gd name="connsiteX128" fmla="*/ 3128962 w 5207793"/>
              <a:gd name="connsiteY128" fmla="*/ 1357313 h 3521869"/>
              <a:gd name="connsiteX129" fmla="*/ 3186112 w 5207793"/>
              <a:gd name="connsiteY129" fmla="*/ 1300163 h 3521869"/>
              <a:gd name="connsiteX130" fmla="*/ 3214687 w 5207793"/>
              <a:gd name="connsiteY130" fmla="*/ 1243013 h 3521869"/>
              <a:gd name="connsiteX131" fmla="*/ 3236118 w 5207793"/>
              <a:gd name="connsiteY131" fmla="*/ 1228725 h 3521869"/>
              <a:gd name="connsiteX132" fmla="*/ 3271837 w 5207793"/>
              <a:gd name="connsiteY132" fmla="*/ 1178719 h 3521869"/>
              <a:gd name="connsiteX133" fmla="*/ 3293268 w 5207793"/>
              <a:gd name="connsiteY133" fmla="*/ 1164431 h 3521869"/>
              <a:gd name="connsiteX134" fmla="*/ 3300412 w 5207793"/>
              <a:gd name="connsiteY134" fmla="*/ 1143000 h 3521869"/>
              <a:gd name="connsiteX135" fmla="*/ 3321843 w 5207793"/>
              <a:gd name="connsiteY135" fmla="*/ 1135856 h 3521869"/>
              <a:gd name="connsiteX136" fmla="*/ 3343275 w 5207793"/>
              <a:gd name="connsiteY136" fmla="*/ 1114425 h 3521869"/>
              <a:gd name="connsiteX137" fmla="*/ 3357562 w 5207793"/>
              <a:gd name="connsiteY137" fmla="*/ 1085850 h 3521869"/>
              <a:gd name="connsiteX138" fmla="*/ 3393281 w 5207793"/>
              <a:gd name="connsiteY138" fmla="*/ 1028700 h 3521869"/>
              <a:gd name="connsiteX139" fmla="*/ 3400425 w 5207793"/>
              <a:gd name="connsiteY139" fmla="*/ 1007269 h 3521869"/>
              <a:gd name="connsiteX140" fmla="*/ 3436143 w 5207793"/>
              <a:gd name="connsiteY140" fmla="*/ 928688 h 3521869"/>
              <a:gd name="connsiteX141" fmla="*/ 3450431 w 5207793"/>
              <a:gd name="connsiteY141" fmla="*/ 842963 h 3521869"/>
              <a:gd name="connsiteX142" fmla="*/ 3464718 w 5207793"/>
              <a:gd name="connsiteY142" fmla="*/ 700088 h 3521869"/>
              <a:gd name="connsiteX143" fmla="*/ 3471862 w 5207793"/>
              <a:gd name="connsiteY143" fmla="*/ 664369 h 3521869"/>
              <a:gd name="connsiteX144" fmla="*/ 3479006 w 5207793"/>
              <a:gd name="connsiteY144" fmla="*/ 492919 h 3521869"/>
              <a:gd name="connsiteX145" fmla="*/ 3457575 w 5207793"/>
              <a:gd name="connsiteY145" fmla="*/ 321469 h 3521869"/>
              <a:gd name="connsiteX146" fmla="*/ 3443287 w 5207793"/>
              <a:gd name="connsiteY146" fmla="*/ 300038 h 3521869"/>
              <a:gd name="connsiteX147" fmla="*/ 3414712 w 5207793"/>
              <a:gd name="connsiteY147" fmla="*/ 242888 h 3521869"/>
              <a:gd name="connsiteX148" fmla="*/ 3407568 w 5207793"/>
              <a:gd name="connsiteY148" fmla="*/ 221456 h 3521869"/>
              <a:gd name="connsiteX149" fmla="*/ 3364706 w 5207793"/>
              <a:gd name="connsiteY149" fmla="*/ 192881 h 3521869"/>
              <a:gd name="connsiteX150" fmla="*/ 3328987 w 5207793"/>
              <a:gd name="connsiteY150" fmla="*/ 150019 h 3521869"/>
              <a:gd name="connsiteX151" fmla="*/ 3286125 w 5207793"/>
              <a:gd name="connsiteY151" fmla="*/ 121444 h 3521869"/>
              <a:gd name="connsiteX152" fmla="*/ 3264693 w 5207793"/>
              <a:gd name="connsiteY152" fmla="*/ 92869 h 3521869"/>
              <a:gd name="connsiteX153" fmla="*/ 3236118 w 5207793"/>
              <a:gd name="connsiteY153" fmla="*/ 50006 h 3521869"/>
              <a:gd name="connsiteX154" fmla="*/ 3250406 w 5207793"/>
              <a:gd name="connsiteY154" fmla="*/ 14288 h 3521869"/>
              <a:gd name="connsiteX155" fmla="*/ 3328987 w 5207793"/>
              <a:gd name="connsiteY155" fmla="*/ 7144 h 3521869"/>
              <a:gd name="connsiteX156" fmla="*/ 3350418 w 5207793"/>
              <a:gd name="connsiteY156" fmla="*/ 0 h 3521869"/>
              <a:gd name="connsiteX157" fmla="*/ 3414712 w 5207793"/>
              <a:gd name="connsiteY157" fmla="*/ 21431 h 3521869"/>
              <a:gd name="connsiteX158" fmla="*/ 3457575 w 5207793"/>
              <a:gd name="connsiteY158" fmla="*/ 35719 h 3521869"/>
              <a:gd name="connsiteX159" fmla="*/ 3479006 w 5207793"/>
              <a:gd name="connsiteY159" fmla="*/ 42863 h 3521869"/>
              <a:gd name="connsiteX160" fmla="*/ 3543300 w 5207793"/>
              <a:gd name="connsiteY160" fmla="*/ 57150 h 3521869"/>
              <a:gd name="connsiteX161" fmla="*/ 3579018 w 5207793"/>
              <a:gd name="connsiteY161" fmla="*/ 71438 h 3521869"/>
              <a:gd name="connsiteX162" fmla="*/ 3636168 w 5207793"/>
              <a:gd name="connsiteY162" fmla="*/ 85725 h 3521869"/>
              <a:gd name="connsiteX163" fmla="*/ 3657600 w 5207793"/>
              <a:gd name="connsiteY163" fmla="*/ 100013 h 3521869"/>
              <a:gd name="connsiteX164" fmla="*/ 3686175 w 5207793"/>
              <a:gd name="connsiteY164" fmla="*/ 114300 h 3521869"/>
              <a:gd name="connsiteX165" fmla="*/ 3700462 w 5207793"/>
              <a:gd name="connsiteY165" fmla="*/ 142875 h 3521869"/>
              <a:gd name="connsiteX166" fmla="*/ 3757612 w 5207793"/>
              <a:gd name="connsiteY166" fmla="*/ 171450 h 3521869"/>
              <a:gd name="connsiteX167" fmla="*/ 3807618 w 5207793"/>
              <a:gd name="connsiteY167" fmla="*/ 192881 h 3521869"/>
              <a:gd name="connsiteX168" fmla="*/ 3829050 w 5207793"/>
              <a:gd name="connsiteY168" fmla="*/ 207169 h 3521869"/>
              <a:gd name="connsiteX169" fmla="*/ 3871912 w 5207793"/>
              <a:gd name="connsiteY169" fmla="*/ 214313 h 3521869"/>
              <a:gd name="connsiteX170" fmla="*/ 4150518 w 5207793"/>
              <a:gd name="connsiteY170" fmla="*/ 207169 h 3521869"/>
              <a:gd name="connsiteX171" fmla="*/ 4186237 w 5207793"/>
              <a:gd name="connsiteY171" fmla="*/ 178594 h 3521869"/>
              <a:gd name="connsiteX172" fmla="*/ 4214812 w 5207793"/>
              <a:gd name="connsiteY172" fmla="*/ 171450 h 3521869"/>
              <a:gd name="connsiteX173" fmla="*/ 4236243 w 5207793"/>
              <a:gd name="connsiteY173" fmla="*/ 164306 h 3521869"/>
              <a:gd name="connsiteX174" fmla="*/ 4386262 w 5207793"/>
              <a:gd name="connsiteY174" fmla="*/ 185738 h 3521869"/>
              <a:gd name="connsiteX175" fmla="*/ 4421981 w 5207793"/>
              <a:gd name="connsiteY175" fmla="*/ 221456 h 3521869"/>
              <a:gd name="connsiteX176" fmla="*/ 4457700 w 5207793"/>
              <a:gd name="connsiteY176" fmla="*/ 285750 h 3521869"/>
              <a:gd name="connsiteX177" fmla="*/ 4471987 w 5207793"/>
              <a:gd name="connsiteY177" fmla="*/ 364331 h 3521869"/>
              <a:gd name="connsiteX178" fmla="*/ 4486275 w 5207793"/>
              <a:gd name="connsiteY178" fmla="*/ 428625 h 3521869"/>
              <a:gd name="connsiteX179" fmla="*/ 4514850 w 5207793"/>
              <a:gd name="connsiteY179" fmla="*/ 485775 h 3521869"/>
              <a:gd name="connsiteX180" fmla="*/ 4521993 w 5207793"/>
              <a:gd name="connsiteY180" fmla="*/ 521494 h 3521869"/>
              <a:gd name="connsiteX181" fmla="*/ 4529137 w 5207793"/>
              <a:gd name="connsiteY181" fmla="*/ 550069 h 3521869"/>
              <a:gd name="connsiteX182" fmla="*/ 4543425 w 5207793"/>
              <a:gd name="connsiteY182" fmla="*/ 771525 h 3521869"/>
              <a:gd name="connsiteX183" fmla="*/ 4557712 w 5207793"/>
              <a:gd name="connsiteY183" fmla="*/ 850106 h 3521869"/>
              <a:gd name="connsiteX184" fmla="*/ 4564856 w 5207793"/>
              <a:gd name="connsiteY184" fmla="*/ 892969 h 3521869"/>
              <a:gd name="connsiteX185" fmla="*/ 4593431 w 5207793"/>
              <a:gd name="connsiteY185" fmla="*/ 1021556 h 3521869"/>
              <a:gd name="connsiteX186" fmla="*/ 4600575 w 5207793"/>
              <a:gd name="connsiteY186" fmla="*/ 1078706 h 3521869"/>
              <a:gd name="connsiteX187" fmla="*/ 4607718 w 5207793"/>
              <a:gd name="connsiteY187" fmla="*/ 1321594 h 3521869"/>
              <a:gd name="connsiteX188" fmla="*/ 4614862 w 5207793"/>
              <a:gd name="connsiteY188" fmla="*/ 1357313 h 3521869"/>
              <a:gd name="connsiteX189" fmla="*/ 4636293 w 5207793"/>
              <a:gd name="connsiteY189" fmla="*/ 1378744 h 3521869"/>
              <a:gd name="connsiteX190" fmla="*/ 4643437 w 5207793"/>
              <a:gd name="connsiteY190" fmla="*/ 1421606 h 3521869"/>
              <a:gd name="connsiteX191" fmla="*/ 4650581 w 5207793"/>
              <a:gd name="connsiteY191" fmla="*/ 1471613 h 3521869"/>
              <a:gd name="connsiteX192" fmla="*/ 4657725 w 5207793"/>
              <a:gd name="connsiteY192" fmla="*/ 1493044 h 3521869"/>
              <a:gd name="connsiteX193" fmla="*/ 4664868 w 5207793"/>
              <a:gd name="connsiteY193" fmla="*/ 1585913 h 3521869"/>
              <a:gd name="connsiteX194" fmla="*/ 4672012 w 5207793"/>
              <a:gd name="connsiteY194" fmla="*/ 1650206 h 3521869"/>
              <a:gd name="connsiteX195" fmla="*/ 4686300 w 5207793"/>
              <a:gd name="connsiteY195" fmla="*/ 1778794 h 3521869"/>
              <a:gd name="connsiteX196" fmla="*/ 4700587 w 5207793"/>
              <a:gd name="connsiteY196" fmla="*/ 1921669 h 3521869"/>
              <a:gd name="connsiteX197" fmla="*/ 4714875 w 5207793"/>
              <a:gd name="connsiteY197" fmla="*/ 2000250 h 3521869"/>
              <a:gd name="connsiteX198" fmla="*/ 4722018 w 5207793"/>
              <a:gd name="connsiteY198" fmla="*/ 2050256 h 3521869"/>
              <a:gd name="connsiteX199" fmla="*/ 4736306 w 5207793"/>
              <a:gd name="connsiteY199" fmla="*/ 2071688 h 3521869"/>
              <a:gd name="connsiteX200" fmla="*/ 4764881 w 5207793"/>
              <a:gd name="connsiteY200" fmla="*/ 2121694 h 3521869"/>
              <a:gd name="connsiteX201" fmla="*/ 4779168 w 5207793"/>
              <a:gd name="connsiteY201" fmla="*/ 2164556 h 3521869"/>
              <a:gd name="connsiteX202" fmla="*/ 4793456 w 5207793"/>
              <a:gd name="connsiteY202" fmla="*/ 2235994 h 3521869"/>
              <a:gd name="connsiteX203" fmla="*/ 4800600 w 5207793"/>
              <a:gd name="connsiteY203" fmla="*/ 2257425 h 3521869"/>
              <a:gd name="connsiteX204" fmla="*/ 4807743 w 5207793"/>
              <a:gd name="connsiteY204" fmla="*/ 2286000 h 3521869"/>
              <a:gd name="connsiteX205" fmla="*/ 4814887 w 5207793"/>
              <a:gd name="connsiteY205" fmla="*/ 2307431 h 3521869"/>
              <a:gd name="connsiteX206" fmla="*/ 4836318 w 5207793"/>
              <a:gd name="connsiteY206" fmla="*/ 2407444 h 3521869"/>
              <a:gd name="connsiteX207" fmla="*/ 4864893 w 5207793"/>
              <a:gd name="connsiteY207" fmla="*/ 2514600 h 3521869"/>
              <a:gd name="connsiteX208" fmla="*/ 4872037 w 5207793"/>
              <a:gd name="connsiteY208" fmla="*/ 2543175 h 3521869"/>
              <a:gd name="connsiteX209" fmla="*/ 4886325 w 5207793"/>
              <a:gd name="connsiteY209" fmla="*/ 2614613 h 3521869"/>
              <a:gd name="connsiteX210" fmla="*/ 4900612 w 5207793"/>
              <a:gd name="connsiteY210" fmla="*/ 2657475 h 3521869"/>
              <a:gd name="connsiteX211" fmla="*/ 4922043 w 5207793"/>
              <a:gd name="connsiteY211" fmla="*/ 2678906 h 3521869"/>
              <a:gd name="connsiteX212" fmla="*/ 4929187 w 5207793"/>
              <a:gd name="connsiteY212" fmla="*/ 2728913 h 3521869"/>
              <a:gd name="connsiteX213" fmla="*/ 4936331 w 5207793"/>
              <a:gd name="connsiteY213" fmla="*/ 2757488 h 3521869"/>
              <a:gd name="connsiteX214" fmla="*/ 4943475 w 5207793"/>
              <a:gd name="connsiteY214" fmla="*/ 2914650 h 3521869"/>
              <a:gd name="connsiteX215" fmla="*/ 4943475 w 5207793"/>
              <a:gd name="connsiteY215" fmla="*/ 2943225 h 3521869"/>
              <a:gd name="connsiteX216" fmla="*/ 4957762 w 5207793"/>
              <a:gd name="connsiteY216" fmla="*/ 2993232 h 3521869"/>
              <a:gd name="connsiteX217" fmla="*/ 5000625 w 5207793"/>
              <a:gd name="connsiteY217" fmla="*/ 3021806 h 3521869"/>
              <a:gd name="connsiteX218" fmla="*/ 5064918 w 5207793"/>
              <a:gd name="connsiteY218" fmla="*/ 3043238 h 3521869"/>
              <a:gd name="connsiteX219" fmla="*/ 5093493 w 5207793"/>
              <a:gd name="connsiteY219" fmla="*/ 3064669 h 3521869"/>
              <a:gd name="connsiteX220" fmla="*/ 5114925 w 5207793"/>
              <a:gd name="connsiteY220" fmla="*/ 3114675 h 3521869"/>
              <a:gd name="connsiteX221" fmla="*/ 5129212 w 5207793"/>
              <a:gd name="connsiteY221" fmla="*/ 3143250 h 3521869"/>
              <a:gd name="connsiteX222" fmla="*/ 5143500 w 5207793"/>
              <a:gd name="connsiteY222" fmla="*/ 3207544 h 3521869"/>
              <a:gd name="connsiteX223" fmla="*/ 5157787 w 5207793"/>
              <a:gd name="connsiteY223" fmla="*/ 3250406 h 3521869"/>
              <a:gd name="connsiteX224" fmla="*/ 5172075 w 5207793"/>
              <a:gd name="connsiteY224" fmla="*/ 3307556 h 3521869"/>
              <a:gd name="connsiteX225" fmla="*/ 5179218 w 5207793"/>
              <a:gd name="connsiteY225" fmla="*/ 3386138 h 3521869"/>
              <a:gd name="connsiteX226" fmla="*/ 5200650 w 5207793"/>
              <a:gd name="connsiteY226" fmla="*/ 3464719 h 3521869"/>
              <a:gd name="connsiteX227" fmla="*/ 5207793 w 5207793"/>
              <a:gd name="connsiteY227" fmla="*/ 3521869 h 3521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Lst>
            <a:rect l="l" t="t" r="r" b="b"/>
            <a:pathLst>
              <a:path w="5207793" h="3521869">
                <a:moveTo>
                  <a:pt x="0" y="3464719"/>
                </a:moveTo>
                <a:cubicBezTo>
                  <a:pt x="2381" y="3438525"/>
                  <a:pt x="3424" y="3412175"/>
                  <a:pt x="7143" y="3386138"/>
                </a:cubicBezTo>
                <a:cubicBezTo>
                  <a:pt x="8208" y="3378683"/>
                  <a:pt x="12461" y="3372012"/>
                  <a:pt x="14287" y="3364706"/>
                </a:cubicBezTo>
                <a:cubicBezTo>
                  <a:pt x="17232" y="3352927"/>
                  <a:pt x="18797" y="3340841"/>
                  <a:pt x="21431" y="3328988"/>
                </a:cubicBezTo>
                <a:cubicBezTo>
                  <a:pt x="23561" y="3319404"/>
                  <a:pt x="26819" y="3310073"/>
                  <a:pt x="28575" y="3300413"/>
                </a:cubicBezTo>
                <a:cubicBezTo>
                  <a:pt x="31587" y="3283846"/>
                  <a:pt x="32416" y="3266917"/>
                  <a:pt x="35718" y="3250406"/>
                </a:cubicBezTo>
                <a:cubicBezTo>
                  <a:pt x="39906" y="3229465"/>
                  <a:pt x="48438" y="3220729"/>
                  <a:pt x="57150" y="3200400"/>
                </a:cubicBezTo>
                <a:cubicBezTo>
                  <a:pt x="60116" y="3193479"/>
                  <a:pt x="59472" y="3184754"/>
                  <a:pt x="64293" y="3178969"/>
                </a:cubicBezTo>
                <a:cubicBezTo>
                  <a:pt x="71915" y="3169822"/>
                  <a:pt x="83343" y="3164682"/>
                  <a:pt x="92868" y="3157538"/>
                </a:cubicBezTo>
                <a:cubicBezTo>
                  <a:pt x="101042" y="3133017"/>
                  <a:pt x="99819" y="3129155"/>
                  <a:pt x="121443" y="3107531"/>
                </a:cubicBezTo>
                <a:cubicBezTo>
                  <a:pt x="129862" y="3099112"/>
                  <a:pt x="141599" y="3094519"/>
                  <a:pt x="150018" y="3086100"/>
                </a:cubicBezTo>
                <a:cubicBezTo>
                  <a:pt x="158437" y="3077681"/>
                  <a:pt x="162551" y="3065435"/>
                  <a:pt x="171450" y="3057525"/>
                </a:cubicBezTo>
                <a:cubicBezTo>
                  <a:pt x="193619" y="3037819"/>
                  <a:pt x="217282" y="3027465"/>
                  <a:pt x="242887" y="3014663"/>
                </a:cubicBezTo>
                <a:cubicBezTo>
                  <a:pt x="250073" y="2993106"/>
                  <a:pt x="254068" y="2979721"/>
                  <a:pt x="264318" y="2957513"/>
                </a:cubicBezTo>
                <a:cubicBezTo>
                  <a:pt x="273243" y="2938175"/>
                  <a:pt x="292893" y="2900363"/>
                  <a:pt x="292893" y="2900363"/>
                </a:cubicBezTo>
                <a:cubicBezTo>
                  <a:pt x="299514" y="2767952"/>
                  <a:pt x="297730" y="2778029"/>
                  <a:pt x="307181" y="2664619"/>
                </a:cubicBezTo>
                <a:cubicBezTo>
                  <a:pt x="314348" y="2578619"/>
                  <a:pt x="299982" y="2607553"/>
                  <a:pt x="328612" y="2564606"/>
                </a:cubicBezTo>
                <a:cubicBezTo>
                  <a:pt x="330993" y="2550319"/>
                  <a:pt x="331176" y="2535485"/>
                  <a:pt x="335756" y="2521744"/>
                </a:cubicBezTo>
                <a:cubicBezTo>
                  <a:pt x="338471" y="2513599"/>
                  <a:pt x="346854" y="2508284"/>
                  <a:pt x="350043" y="2500313"/>
                </a:cubicBezTo>
                <a:cubicBezTo>
                  <a:pt x="356481" y="2484217"/>
                  <a:pt x="360433" y="2467198"/>
                  <a:pt x="364331" y="2450306"/>
                </a:cubicBezTo>
                <a:cubicBezTo>
                  <a:pt x="367588" y="2436193"/>
                  <a:pt x="368634" y="2421647"/>
                  <a:pt x="371475" y="2407444"/>
                </a:cubicBezTo>
                <a:cubicBezTo>
                  <a:pt x="378921" y="2370213"/>
                  <a:pt x="376681" y="2389219"/>
                  <a:pt x="385762" y="2357438"/>
                </a:cubicBezTo>
                <a:cubicBezTo>
                  <a:pt x="388459" y="2347998"/>
                  <a:pt x="389039" y="2337887"/>
                  <a:pt x="392906" y="2328863"/>
                </a:cubicBezTo>
                <a:cubicBezTo>
                  <a:pt x="396288" y="2320971"/>
                  <a:pt x="402431" y="2314575"/>
                  <a:pt x="407193" y="2307431"/>
                </a:cubicBezTo>
                <a:cubicBezTo>
                  <a:pt x="429526" y="2218100"/>
                  <a:pt x="400983" y="2329164"/>
                  <a:pt x="421481" y="2257425"/>
                </a:cubicBezTo>
                <a:cubicBezTo>
                  <a:pt x="424178" y="2247985"/>
                  <a:pt x="424757" y="2237874"/>
                  <a:pt x="428625" y="2228850"/>
                </a:cubicBezTo>
                <a:cubicBezTo>
                  <a:pt x="432007" y="2220959"/>
                  <a:pt x="439072" y="2215098"/>
                  <a:pt x="442912" y="2207419"/>
                </a:cubicBezTo>
                <a:cubicBezTo>
                  <a:pt x="445441" y="2202360"/>
                  <a:pt x="461692" y="2161756"/>
                  <a:pt x="464343" y="2150269"/>
                </a:cubicBezTo>
                <a:cubicBezTo>
                  <a:pt x="469803" y="2126607"/>
                  <a:pt x="472741" y="2102390"/>
                  <a:pt x="478631" y="2078831"/>
                </a:cubicBezTo>
                <a:cubicBezTo>
                  <a:pt x="481012" y="2069306"/>
                  <a:pt x="483645" y="2059840"/>
                  <a:pt x="485775" y="2050256"/>
                </a:cubicBezTo>
                <a:cubicBezTo>
                  <a:pt x="488409" y="2038403"/>
                  <a:pt x="489973" y="2026317"/>
                  <a:pt x="492918" y="2014538"/>
                </a:cubicBezTo>
                <a:cubicBezTo>
                  <a:pt x="494744" y="2007232"/>
                  <a:pt x="498236" y="2000412"/>
                  <a:pt x="500062" y="1993106"/>
                </a:cubicBezTo>
                <a:cubicBezTo>
                  <a:pt x="503007" y="1981327"/>
                  <a:pt x="504261" y="1969167"/>
                  <a:pt x="507206" y="1957388"/>
                </a:cubicBezTo>
                <a:cubicBezTo>
                  <a:pt x="509032" y="1950082"/>
                  <a:pt x="512369" y="1943221"/>
                  <a:pt x="514350" y="1935956"/>
                </a:cubicBezTo>
                <a:cubicBezTo>
                  <a:pt x="519517" y="1917012"/>
                  <a:pt x="528637" y="1878806"/>
                  <a:pt x="528637" y="1878806"/>
                </a:cubicBezTo>
                <a:cubicBezTo>
                  <a:pt x="531018" y="1847850"/>
                  <a:pt x="532970" y="1816858"/>
                  <a:pt x="535781" y="1785938"/>
                </a:cubicBezTo>
                <a:cubicBezTo>
                  <a:pt x="537733" y="1764463"/>
                  <a:pt x="542925" y="1743207"/>
                  <a:pt x="542925" y="1721644"/>
                </a:cubicBezTo>
                <a:cubicBezTo>
                  <a:pt x="542925" y="1673960"/>
                  <a:pt x="541247" y="1626139"/>
                  <a:pt x="535781" y="1578769"/>
                </a:cubicBezTo>
                <a:cubicBezTo>
                  <a:pt x="534055" y="1563808"/>
                  <a:pt x="526256" y="1550194"/>
                  <a:pt x="521493" y="1535906"/>
                </a:cubicBezTo>
                <a:cubicBezTo>
                  <a:pt x="523874" y="1490662"/>
                  <a:pt x="523874" y="1427559"/>
                  <a:pt x="528637" y="1400175"/>
                </a:cubicBezTo>
                <a:cubicBezTo>
                  <a:pt x="533400" y="1372791"/>
                  <a:pt x="547485" y="1381931"/>
                  <a:pt x="550068" y="1371600"/>
                </a:cubicBezTo>
                <a:cubicBezTo>
                  <a:pt x="571410" y="1286230"/>
                  <a:pt x="533544" y="1339234"/>
                  <a:pt x="564356" y="1293019"/>
                </a:cubicBezTo>
                <a:cubicBezTo>
                  <a:pt x="585928" y="1142019"/>
                  <a:pt x="563952" y="1309659"/>
                  <a:pt x="578643" y="964406"/>
                </a:cubicBezTo>
                <a:cubicBezTo>
                  <a:pt x="579459" y="945225"/>
                  <a:pt x="583406" y="926306"/>
                  <a:pt x="585787" y="907256"/>
                </a:cubicBezTo>
                <a:cubicBezTo>
                  <a:pt x="583406" y="733425"/>
                  <a:pt x="578643" y="559610"/>
                  <a:pt x="578643" y="385763"/>
                </a:cubicBezTo>
                <a:cubicBezTo>
                  <a:pt x="578643" y="289535"/>
                  <a:pt x="562112" y="308678"/>
                  <a:pt x="607218" y="278606"/>
                </a:cubicBezTo>
                <a:cubicBezTo>
                  <a:pt x="614163" y="257772"/>
                  <a:pt x="616039" y="248778"/>
                  <a:pt x="628650" y="228600"/>
                </a:cubicBezTo>
                <a:cubicBezTo>
                  <a:pt x="634960" y="218504"/>
                  <a:pt x="643771" y="210121"/>
                  <a:pt x="650081" y="200025"/>
                </a:cubicBezTo>
                <a:cubicBezTo>
                  <a:pt x="655725" y="190994"/>
                  <a:pt x="659084" y="180696"/>
                  <a:pt x="664368" y="171450"/>
                </a:cubicBezTo>
                <a:cubicBezTo>
                  <a:pt x="668628" y="163995"/>
                  <a:pt x="674816" y="157698"/>
                  <a:pt x="678656" y="150019"/>
                </a:cubicBezTo>
                <a:cubicBezTo>
                  <a:pt x="682024" y="143284"/>
                  <a:pt x="681423" y="134715"/>
                  <a:pt x="685800" y="128588"/>
                </a:cubicBezTo>
                <a:cubicBezTo>
                  <a:pt x="693630" y="117627"/>
                  <a:pt x="705505" y="110151"/>
                  <a:pt x="714375" y="100013"/>
                </a:cubicBezTo>
                <a:cubicBezTo>
                  <a:pt x="722215" y="91053"/>
                  <a:pt x="728058" y="80478"/>
                  <a:pt x="735806" y="71438"/>
                </a:cubicBezTo>
                <a:cubicBezTo>
                  <a:pt x="742381" y="63767"/>
                  <a:pt x="750662" y="57677"/>
                  <a:pt x="757237" y="50006"/>
                </a:cubicBezTo>
                <a:cubicBezTo>
                  <a:pt x="764985" y="40966"/>
                  <a:pt x="769521" y="29053"/>
                  <a:pt x="778668" y="21431"/>
                </a:cubicBezTo>
                <a:cubicBezTo>
                  <a:pt x="784453" y="16610"/>
                  <a:pt x="792956" y="16669"/>
                  <a:pt x="800100" y="14288"/>
                </a:cubicBezTo>
                <a:cubicBezTo>
                  <a:pt x="845344" y="19050"/>
                  <a:pt x="891376" y="18911"/>
                  <a:pt x="935831" y="28575"/>
                </a:cubicBezTo>
                <a:cubicBezTo>
                  <a:pt x="947465" y="31104"/>
                  <a:pt x="954310" y="43696"/>
                  <a:pt x="964406" y="50006"/>
                </a:cubicBezTo>
                <a:cubicBezTo>
                  <a:pt x="992346" y="67469"/>
                  <a:pt x="990823" y="58923"/>
                  <a:pt x="1014412" y="78581"/>
                </a:cubicBezTo>
                <a:cubicBezTo>
                  <a:pt x="1022173" y="85049"/>
                  <a:pt x="1027622" y="94141"/>
                  <a:pt x="1035843" y="100013"/>
                </a:cubicBezTo>
                <a:cubicBezTo>
                  <a:pt x="1044509" y="106203"/>
                  <a:pt x="1055172" y="109017"/>
                  <a:pt x="1064418" y="114300"/>
                </a:cubicBezTo>
                <a:cubicBezTo>
                  <a:pt x="1071873" y="118560"/>
                  <a:pt x="1078344" y="124418"/>
                  <a:pt x="1085850" y="128588"/>
                </a:cubicBezTo>
                <a:cubicBezTo>
                  <a:pt x="1099814" y="136346"/>
                  <a:pt x="1115015" y="141801"/>
                  <a:pt x="1128712" y="150019"/>
                </a:cubicBezTo>
                <a:cubicBezTo>
                  <a:pt x="1180754" y="181244"/>
                  <a:pt x="1132862" y="165343"/>
                  <a:pt x="1185862" y="178594"/>
                </a:cubicBezTo>
                <a:cubicBezTo>
                  <a:pt x="1193006" y="183356"/>
                  <a:pt x="1199614" y="189041"/>
                  <a:pt x="1207293" y="192881"/>
                </a:cubicBezTo>
                <a:cubicBezTo>
                  <a:pt x="1214028" y="196249"/>
                  <a:pt x="1222187" y="196289"/>
                  <a:pt x="1228725" y="200025"/>
                </a:cubicBezTo>
                <a:cubicBezTo>
                  <a:pt x="1239063" y="205932"/>
                  <a:pt x="1247612" y="214536"/>
                  <a:pt x="1257300" y="221456"/>
                </a:cubicBezTo>
                <a:cubicBezTo>
                  <a:pt x="1264286" y="226446"/>
                  <a:pt x="1270365" y="233813"/>
                  <a:pt x="1278731" y="235744"/>
                </a:cubicBezTo>
                <a:cubicBezTo>
                  <a:pt x="1302049" y="241125"/>
                  <a:pt x="1326356" y="240507"/>
                  <a:pt x="1350168" y="242888"/>
                </a:cubicBezTo>
                <a:cubicBezTo>
                  <a:pt x="1388268" y="240507"/>
                  <a:pt x="1426503" y="239740"/>
                  <a:pt x="1464468" y="235744"/>
                </a:cubicBezTo>
                <a:cubicBezTo>
                  <a:pt x="1471957" y="234956"/>
                  <a:pt x="1480020" y="233304"/>
                  <a:pt x="1485900" y="228600"/>
                </a:cubicBezTo>
                <a:cubicBezTo>
                  <a:pt x="1553220" y="174744"/>
                  <a:pt x="1434054" y="240237"/>
                  <a:pt x="1528762" y="192881"/>
                </a:cubicBezTo>
                <a:cubicBezTo>
                  <a:pt x="1531143" y="185737"/>
                  <a:pt x="1530581" y="176775"/>
                  <a:pt x="1535906" y="171450"/>
                </a:cubicBezTo>
                <a:cubicBezTo>
                  <a:pt x="1541231" y="166125"/>
                  <a:pt x="1550416" y="167272"/>
                  <a:pt x="1557337" y="164306"/>
                </a:cubicBezTo>
                <a:cubicBezTo>
                  <a:pt x="1567125" y="160111"/>
                  <a:pt x="1576124" y="154214"/>
                  <a:pt x="1585912" y="150019"/>
                </a:cubicBezTo>
                <a:cubicBezTo>
                  <a:pt x="1595866" y="145753"/>
                  <a:pt x="1627147" y="136900"/>
                  <a:pt x="1635918" y="135731"/>
                </a:cubicBezTo>
                <a:cubicBezTo>
                  <a:pt x="1661989" y="132255"/>
                  <a:pt x="1688306" y="130969"/>
                  <a:pt x="1714500" y="128588"/>
                </a:cubicBezTo>
                <a:cubicBezTo>
                  <a:pt x="1751183" y="116360"/>
                  <a:pt x="1752117" y="114300"/>
                  <a:pt x="1807368" y="114300"/>
                </a:cubicBezTo>
                <a:cubicBezTo>
                  <a:pt x="1817186" y="114300"/>
                  <a:pt x="1826418" y="119063"/>
                  <a:pt x="1835943" y="121444"/>
                </a:cubicBezTo>
                <a:cubicBezTo>
                  <a:pt x="1828799" y="128588"/>
                  <a:pt x="1820116" y="134469"/>
                  <a:pt x="1814512" y="142875"/>
                </a:cubicBezTo>
                <a:cubicBezTo>
                  <a:pt x="1810335" y="149140"/>
                  <a:pt x="1812693" y="158981"/>
                  <a:pt x="1807368" y="164306"/>
                </a:cubicBezTo>
                <a:cubicBezTo>
                  <a:pt x="1802043" y="169631"/>
                  <a:pt x="1793081" y="169069"/>
                  <a:pt x="1785937" y="171450"/>
                </a:cubicBezTo>
                <a:cubicBezTo>
                  <a:pt x="1738590" y="266148"/>
                  <a:pt x="1804070" y="146997"/>
                  <a:pt x="1750218" y="214313"/>
                </a:cubicBezTo>
                <a:cubicBezTo>
                  <a:pt x="1745514" y="220193"/>
                  <a:pt x="1746041" y="228823"/>
                  <a:pt x="1743075" y="235744"/>
                </a:cubicBezTo>
                <a:cubicBezTo>
                  <a:pt x="1734108" y="256667"/>
                  <a:pt x="1727309" y="267818"/>
                  <a:pt x="1714500" y="285750"/>
                </a:cubicBezTo>
                <a:cubicBezTo>
                  <a:pt x="1707579" y="295439"/>
                  <a:pt x="1699896" y="304571"/>
                  <a:pt x="1693068" y="314325"/>
                </a:cubicBezTo>
                <a:cubicBezTo>
                  <a:pt x="1683221" y="328392"/>
                  <a:pt x="1676635" y="345046"/>
                  <a:pt x="1664493" y="357188"/>
                </a:cubicBezTo>
                <a:cubicBezTo>
                  <a:pt x="1657349" y="364332"/>
                  <a:pt x="1649264" y="370644"/>
                  <a:pt x="1643062" y="378619"/>
                </a:cubicBezTo>
                <a:cubicBezTo>
                  <a:pt x="1632520" y="392173"/>
                  <a:pt x="1626629" y="409339"/>
                  <a:pt x="1614487" y="421481"/>
                </a:cubicBezTo>
                <a:cubicBezTo>
                  <a:pt x="1586985" y="448984"/>
                  <a:pt x="1598660" y="434507"/>
                  <a:pt x="1578768" y="464344"/>
                </a:cubicBezTo>
                <a:cubicBezTo>
                  <a:pt x="1556451" y="553622"/>
                  <a:pt x="1584967" y="442651"/>
                  <a:pt x="1564481" y="514350"/>
                </a:cubicBezTo>
                <a:cubicBezTo>
                  <a:pt x="1557755" y="537890"/>
                  <a:pt x="1555104" y="554092"/>
                  <a:pt x="1550193" y="578644"/>
                </a:cubicBezTo>
                <a:cubicBezTo>
                  <a:pt x="1552574" y="592931"/>
                  <a:pt x="1555134" y="607190"/>
                  <a:pt x="1557337" y="621506"/>
                </a:cubicBezTo>
                <a:cubicBezTo>
                  <a:pt x="1559191" y="633560"/>
                  <a:pt x="1564291" y="682975"/>
                  <a:pt x="1571625" y="700088"/>
                </a:cubicBezTo>
                <a:cubicBezTo>
                  <a:pt x="1613174" y="797035"/>
                  <a:pt x="1562950" y="652636"/>
                  <a:pt x="1593056" y="742950"/>
                </a:cubicBezTo>
                <a:cubicBezTo>
                  <a:pt x="1595437" y="757238"/>
                  <a:pt x="1597058" y="771673"/>
                  <a:pt x="1600200" y="785813"/>
                </a:cubicBezTo>
                <a:cubicBezTo>
                  <a:pt x="1601833" y="793164"/>
                  <a:pt x="1605710" y="799893"/>
                  <a:pt x="1607343" y="807244"/>
                </a:cubicBezTo>
                <a:cubicBezTo>
                  <a:pt x="1624104" y="882672"/>
                  <a:pt x="1605550" y="823296"/>
                  <a:pt x="1621631" y="871538"/>
                </a:cubicBezTo>
                <a:cubicBezTo>
                  <a:pt x="1627428" y="917908"/>
                  <a:pt x="1625431" y="920558"/>
                  <a:pt x="1635918" y="957263"/>
                </a:cubicBezTo>
                <a:cubicBezTo>
                  <a:pt x="1637987" y="964503"/>
                  <a:pt x="1639694" y="971959"/>
                  <a:pt x="1643062" y="978694"/>
                </a:cubicBezTo>
                <a:cubicBezTo>
                  <a:pt x="1646902" y="986373"/>
                  <a:pt x="1652587" y="992981"/>
                  <a:pt x="1657350" y="1000125"/>
                </a:cubicBezTo>
                <a:cubicBezTo>
                  <a:pt x="1659731" y="1009650"/>
                  <a:pt x="1660625" y="1019676"/>
                  <a:pt x="1664493" y="1028700"/>
                </a:cubicBezTo>
                <a:cubicBezTo>
                  <a:pt x="1667875" y="1036592"/>
                  <a:pt x="1675766" y="1042092"/>
                  <a:pt x="1678781" y="1050131"/>
                </a:cubicBezTo>
                <a:cubicBezTo>
                  <a:pt x="1683045" y="1061500"/>
                  <a:pt x="1681662" y="1074481"/>
                  <a:pt x="1685925" y="1085850"/>
                </a:cubicBezTo>
                <a:cubicBezTo>
                  <a:pt x="1693214" y="1105288"/>
                  <a:pt x="1716843" y="1121922"/>
                  <a:pt x="1728787" y="1135856"/>
                </a:cubicBezTo>
                <a:cubicBezTo>
                  <a:pt x="1734375" y="1142375"/>
                  <a:pt x="1738312" y="1150144"/>
                  <a:pt x="1743075" y="1157288"/>
                </a:cubicBezTo>
                <a:cubicBezTo>
                  <a:pt x="1745456" y="1166813"/>
                  <a:pt x="1746350" y="1176839"/>
                  <a:pt x="1750218" y="1185863"/>
                </a:cubicBezTo>
                <a:cubicBezTo>
                  <a:pt x="1758377" y="1204900"/>
                  <a:pt x="1779775" y="1222563"/>
                  <a:pt x="1793081" y="1235869"/>
                </a:cubicBezTo>
                <a:cubicBezTo>
                  <a:pt x="1806726" y="1276802"/>
                  <a:pt x="1789875" y="1239805"/>
                  <a:pt x="1828800" y="1278731"/>
                </a:cubicBezTo>
                <a:cubicBezTo>
                  <a:pt x="1876424" y="1326356"/>
                  <a:pt x="1807369" y="1276352"/>
                  <a:pt x="1864518" y="1314450"/>
                </a:cubicBezTo>
                <a:cubicBezTo>
                  <a:pt x="1878132" y="1334870"/>
                  <a:pt x="1900699" y="1371754"/>
                  <a:pt x="1921668" y="1378744"/>
                </a:cubicBezTo>
                <a:cubicBezTo>
                  <a:pt x="1959968" y="1391511"/>
                  <a:pt x="1927091" y="1381536"/>
                  <a:pt x="1978818" y="1393031"/>
                </a:cubicBezTo>
                <a:cubicBezTo>
                  <a:pt x="1988402" y="1395161"/>
                  <a:pt x="1997953" y="1397478"/>
                  <a:pt x="2007393" y="1400175"/>
                </a:cubicBezTo>
                <a:cubicBezTo>
                  <a:pt x="2014634" y="1402244"/>
                  <a:pt x="2021441" y="1405842"/>
                  <a:pt x="2028825" y="1407319"/>
                </a:cubicBezTo>
                <a:cubicBezTo>
                  <a:pt x="2045336" y="1410621"/>
                  <a:pt x="2062320" y="1411161"/>
                  <a:pt x="2078831" y="1414463"/>
                </a:cubicBezTo>
                <a:cubicBezTo>
                  <a:pt x="2098086" y="1418314"/>
                  <a:pt x="2116496" y="1426314"/>
                  <a:pt x="2135981" y="1428750"/>
                </a:cubicBezTo>
                <a:cubicBezTo>
                  <a:pt x="2185477" y="1434937"/>
                  <a:pt x="2186767" y="1433686"/>
                  <a:pt x="2228850" y="1443038"/>
                </a:cubicBezTo>
                <a:cubicBezTo>
                  <a:pt x="2238434" y="1445168"/>
                  <a:pt x="2248021" y="1447360"/>
                  <a:pt x="2257425" y="1450181"/>
                </a:cubicBezTo>
                <a:cubicBezTo>
                  <a:pt x="2271850" y="1454509"/>
                  <a:pt x="2285236" y="1463950"/>
                  <a:pt x="2300287" y="1464469"/>
                </a:cubicBezTo>
                <a:lnTo>
                  <a:pt x="2507456" y="1471613"/>
                </a:lnTo>
                <a:cubicBezTo>
                  <a:pt x="2519362" y="1473994"/>
                  <a:pt x="2531058" y="1477974"/>
                  <a:pt x="2543175" y="1478756"/>
                </a:cubicBezTo>
                <a:cubicBezTo>
                  <a:pt x="2724166" y="1490432"/>
                  <a:pt x="2711281" y="1486740"/>
                  <a:pt x="2878931" y="1478756"/>
                </a:cubicBezTo>
                <a:cubicBezTo>
                  <a:pt x="2890837" y="1476375"/>
                  <a:pt x="2902870" y="1474558"/>
                  <a:pt x="2914650" y="1471613"/>
                </a:cubicBezTo>
                <a:cubicBezTo>
                  <a:pt x="2941454" y="1464912"/>
                  <a:pt x="2936035" y="1462447"/>
                  <a:pt x="2964656" y="1450181"/>
                </a:cubicBezTo>
                <a:cubicBezTo>
                  <a:pt x="2971577" y="1447215"/>
                  <a:pt x="2979036" y="1445682"/>
                  <a:pt x="2986087" y="1443038"/>
                </a:cubicBezTo>
                <a:cubicBezTo>
                  <a:pt x="3054452" y="1417401"/>
                  <a:pt x="2994576" y="1437827"/>
                  <a:pt x="3043237" y="1421606"/>
                </a:cubicBezTo>
                <a:cubicBezTo>
                  <a:pt x="3052762" y="1414462"/>
                  <a:pt x="3062772" y="1407923"/>
                  <a:pt x="3071812" y="1400175"/>
                </a:cubicBezTo>
                <a:cubicBezTo>
                  <a:pt x="3079483" y="1393600"/>
                  <a:pt x="3085161" y="1384806"/>
                  <a:pt x="3093243" y="1378744"/>
                </a:cubicBezTo>
                <a:cubicBezTo>
                  <a:pt x="3104351" y="1370413"/>
                  <a:pt x="3118362" y="1366282"/>
                  <a:pt x="3128962" y="1357313"/>
                </a:cubicBezTo>
                <a:cubicBezTo>
                  <a:pt x="3149528" y="1339911"/>
                  <a:pt x="3186112" y="1300163"/>
                  <a:pt x="3186112" y="1300163"/>
                </a:cubicBezTo>
                <a:cubicBezTo>
                  <a:pt x="3193904" y="1276787"/>
                  <a:pt x="3196283" y="1264485"/>
                  <a:pt x="3214687" y="1243013"/>
                </a:cubicBezTo>
                <a:cubicBezTo>
                  <a:pt x="3220275" y="1236494"/>
                  <a:pt x="3228974" y="1233488"/>
                  <a:pt x="3236118" y="1228725"/>
                </a:cubicBezTo>
                <a:cubicBezTo>
                  <a:pt x="3244229" y="1216559"/>
                  <a:pt x="3262979" y="1187577"/>
                  <a:pt x="3271837" y="1178719"/>
                </a:cubicBezTo>
                <a:cubicBezTo>
                  <a:pt x="3277908" y="1172648"/>
                  <a:pt x="3286124" y="1169194"/>
                  <a:pt x="3293268" y="1164431"/>
                </a:cubicBezTo>
                <a:cubicBezTo>
                  <a:pt x="3295649" y="1157287"/>
                  <a:pt x="3295087" y="1148325"/>
                  <a:pt x="3300412" y="1143000"/>
                </a:cubicBezTo>
                <a:cubicBezTo>
                  <a:pt x="3305737" y="1137675"/>
                  <a:pt x="3315578" y="1140033"/>
                  <a:pt x="3321843" y="1135856"/>
                </a:cubicBezTo>
                <a:cubicBezTo>
                  <a:pt x="3330249" y="1130252"/>
                  <a:pt x="3336131" y="1121569"/>
                  <a:pt x="3343275" y="1114425"/>
                </a:cubicBezTo>
                <a:cubicBezTo>
                  <a:pt x="3348037" y="1104900"/>
                  <a:pt x="3352278" y="1095096"/>
                  <a:pt x="3357562" y="1085850"/>
                </a:cubicBezTo>
                <a:cubicBezTo>
                  <a:pt x="3380239" y="1046166"/>
                  <a:pt x="3366322" y="1082617"/>
                  <a:pt x="3393281" y="1028700"/>
                </a:cubicBezTo>
                <a:cubicBezTo>
                  <a:pt x="3396649" y="1021965"/>
                  <a:pt x="3397057" y="1014004"/>
                  <a:pt x="3400425" y="1007269"/>
                </a:cubicBezTo>
                <a:cubicBezTo>
                  <a:pt x="3419121" y="969877"/>
                  <a:pt x="3428836" y="972530"/>
                  <a:pt x="3436143" y="928688"/>
                </a:cubicBezTo>
                <a:lnTo>
                  <a:pt x="3450431" y="842963"/>
                </a:lnTo>
                <a:cubicBezTo>
                  <a:pt x="3454809" y="790430"/>
                  <a:pt x="3456938" y="750658"/>
                  <a:pt x="3464718" y="700088"/>
                </a:cubicBezTo>
                <a:cubicBezTo>
                  <a:pt x="3466564" y="688087"/>
                  <a:pt x="3469481" y="676275"/>
                  <a:pt x="3471862" y="664369"/>
                </a:cubicBezTo>
                <a:cubicBezTo>
                  <a:pt x="3474243" y="607219"/>
                  <a:pt x="3479006" y="550119"/>
                  <a:pt x="3479006" y="492919"/>
                </a:cubicBezTo>
                <a:cubicBezTo>
                  <a:pt x="3479006" y="486018"/>
                  <a:pt x="3476816" y="350328"/>
                  <a:pt x="3457575" y="321469"/>
                </a:cubicBezTo>
                <a:lnTo>
                  <a:pt x="3443287" y="300038"/>
                </a:lnTo>
                <a:cubicBezTo>
                  <a:pt x="3429083" y="243222"/>
                  <a:pt x="3447094" y="299557"/>
                  <a:pt x="3414712" y="242888"/>
                </a:cubicBezTo>
                <a:cubicBezTo>
                  <a:pt x="3410976" y="236350"/>
                  <a:pt x="3412893" y="226781"/>
                  <a:pt x="3407568" y="221456"/>
                </a:cubicBezTo>
                <a:cubicBezTo>
                  <a:pt x="3395426" y="209314"/>
                  <a:pt x="3364706" y="192881"/>
                  <a:pt x="3364706" y="192881"/>
                </a:cubicBezTo>
                <a:cubicBezTo>
                  <a:pt x="3352006" y="173832"/>
                  <a:pt x="3348026" y="164827"/>
                  <a:pt x="3328987" y="150019"/>
                </a:cubicBezTo>
                <a:cubicBezTo>
                  <a:pt x="3315433" y="139477"/>
                  <a:pt x="3296428" y="135181"/>
                  <a:pt x="3286125" y="121444"/>
                </a:cubicBezTo>
                <a:cubicBezTo>
                  <a:pt x="3278981" y="111919"/>
                  <a:pt x="3271521" y="102623"/>
                  <a:pt x="3264693" y="92869"/>
                </a:cubicBezTo>
                <a:cubicBezTo>
                  <a:pt x="3254846" y="78802"/>
                  <a:pt x="3236118" y="50006"/>
                  <a:pt x="3236118" y="50006"/>
                </a:cubicBezTo>
                <a:cubicBezTo>
                  <a:pt x="3240881" y="38100"/>
                  <a:pt x="3238763" y="19662"/>
                  <a:pt x="3250406" y="14288"/>
                </a:cubicBezTo>
                <a:cubicBezTo>
                  <a:pt x="3274287" y="3266"/>
                  <a:pt x="3302950" y="10864"/>
                  <a:pt x="3328987" y="7144"/>
                </a:cubicBezTo>
                <a:cubicBezTo>
                  <a:pt x="3336441" y="6079"/>
                  <a:pt x="3343274" y="2381"/>
                  <a:pt x="3350418" y="0"/>
                </a:cubicBezTo>
                <a:cubicBezTo>
                  <a:pt x="3419059" y="13729"/>
                  <a:pt x="3355561" y="-2229"/>
                  <a:pt x="3414712" y="21431"/>
                </a:cubicBezTo>
                <a:cubicBezTo>
                  <a:pt x="3428695" y="27024"/>
                  <a:pt x="3443287" y="30956"/>
                  <a:pt x="3457575" y="35719"/>
                </a:cubicBezTo>
                <a:cubicBezTo>
                  <a:pt x="3464719" y="38100"/>
                  <a:pt x="3471701" y="41037"/>
                  <a:pt x="3479006" y="42863"/>
                </a:cubicBezTo>
                <a:cubicBezTo>
                  <a:pt x="3519361" y="52951"/>
                  <a:pt x="3497954" y="48080"/>
                  <a:pt x="3543300" y="57150"/>
                </a:cubicBezTo>
                <a:cubicBezTo>
                  <a:pt x="3555206" y="61913"/>
                  <a:pt x="3566762" y="67667"/>
                  <a:pt x="3579018" y="71438"/>
                </a:cubicBezTo>
                <a:cubicBezTo>
                  <a:pt x="3597786" y="77213"/>
                  <a:pt x="3636168" y="85725"/>
                  <a:pt x="3636168" y="85725"/>
                </a:cubicBezTo>
                <a:cubicBezTo>
                  <a:pt x="3643312" y="90488"/>
                  <a:pt x="3650145" y="95753"/>
                  <a:pt x="3657600" y="100013"/>
                </a:cubicBezTo>
                <a:cubicBezTo>
                  <a:pt x="3666846" y="105296"/>
                  <a:pt x="3678645" y="106770"/>
                  <a:pt x="3686175" y="114300"/>
                </a:cubicBezTo>
                <a:cubicBezTo>
                  <a:pt x="3693705" y="121830"/>
                  <a:pt x="3693645" y="134694"/>
                  <a:pt x="3700462" y="142875"/>
                </a:cubicBezTo>
                <a:cubicBezTo>
                  <a:pt x="3711625" y="156272"/>
                  <a:pt x="3745192" y="165930"/>
                  <a:pt x="3757612" y="171450"/>
                </a:cubicBezTo>
                <a:cubicBezTo>
                  <a:pt x="3810578" y="194991"/>
                  <a:pt x="3763599" y="178210"/>
                  <a:pt x="3807618" y="192881"/>
                </a:cubicBezTo>
                <a:cubicBezTo>
                  <a:pt x="3814762" y="197644"/>
                  <a:pt x="3820905" y="204454"/>
                  <a:pt x="3829050" y="207169"/>
                </a:cubicBezTo>
                <a:cubicBezTo>
                  <a:pt x="3842791" y="211750"/>
                  <a:pt x="3857428" y="214313"/>
                  <a:pt x="3871912" y="214313"/>
                </a:cubicBezTo>
                <a:cubicBezTo>
                  <a:pt x="3964811" y="214313"/>
                  <a:pt x="4057649" y="209550"/>
                  <a:pt x="4150518" y="207169"/>
                </a:cubicBezTo>
                <a:cubicBezTo>
                  <a:pt x="4220583" y="183814"/>
                  <a:pt x="4121612" y="221678"/>
                  <a:pt x="4186237" y="178594"/>
                </a:cubicBezTo>
                <a:cubicBezTo>
                  <a:pt x="4194406" y="173148"/>
                  <a:pt x="4205372" y="174147"/>
                  <a:pt x="4214812" y="171450"/>
                </a:cubicBezTo>
                <a:cubicBezTo>
                  <a:pt x="4222052" y="169381"/>
                  <a:pt x="4229099" y="166687"/>
                  <a:pt x="4236243" y="164306"/>
                </a:cubicBezTo>
                <a:cubicBezTo>
                  <a:pt x="4262054" y="165824"/>
                  <a:pt x="4349323" y="154956"/>
                  <a:pt x="4386262" y="185738"/>
                </a:cubicBezTo>
                <a:cubicBezTo>
                  <a:pt x="4481502" y="265104"/>
                  <a:pt x="4317218" y="151616"/>
                  <a:pt x="4421981" y="221456"/>
                </a:cubicBezTo>
                <a:cubicBezTo>
                  <a:pt x="4454733" y="270584"/>
                  <a:pt x="4445126" y="248029"/>
                  <a:pt x="4457700" y="285750"/>
                </a:cubicBezTo>
                <a:cubicBezTo>
                  <a:pt x="4474198" y="417748"/>
                  <a:pt x="4455469" y="298260"/>
                  <a:pt x="4471987" y="364331"/>
                </a:cubicBezTo>
                <a:cubicBezTo>
                  <a:pt x="4474248" y="373376"/>
                  <a:pt x="4481691" y="417624"/>
                  <a:pt x="4486275" y="428625"/>
                </a:cubicBezTo>
                <a:cubicBezTo>
                  <a:pt x="4494467" y="448285"/>
                  <a:pt x="4514850" y="485775"/>
                  <a:pt x="4514850" y="485775"/>
                </a:cubicBezTo>
                <a:cubicBezTo>
                  <a:pt x="4517231" y="497681"/>
                  <a:pt x="4519359" y="509641"/>
                  <a:pt x="4521993" y="521494"/>
                </a:cubicBezTo>
                <a:cubicBezTo>
                  <a:pt x="4524123" y="531078"/>
                  <a:pt x="4528525" y="540270"/>
                  <a:pt x="4529137" y="550069"/>
                </a:cubicBezTo>
                <a:cubicBezTo>
                  <a:pt x="4543392" y="778146"/>
                  <a:pt x="4514410" y="684484"/>
                  <a:pt x="4543425" y="771525"/>
                </a:cubicBezTo>
                <a:cubicBezTo>
                  <a:pt x="4561580" y="898623"/>
                  <a:pt x="4540872" y="765911"/>
                  <a:pt x="4557712" y="850106"/>
                </a:cubicBezTo>
                <a:cubicBezTo>
                  <a:pt x="4560553" y="864309"/>
                  <a:pt x="4561821" y="878806"/>
                  <a:pt x="4564856" y="892969"/>
                </a:cubicBezTo>
                <a:cubicBezTo>
                  <a:pt x="4575866" y="944350"/>
                  <a:pt x="4586628" y="967134"/>
                  <a:pt x="4593431" y="1021556"/>
                </a:cubicBezTo>
                <a:lnTo>
                  <a:pt x="4600575" y="1078706"/>
                </a:lnTo>
                <a:cubicBezTo>
                  <a:pt x="4602956" y="1159669"/>
                  <a:pt x="4603570" y="1240703"/>
                  <a:pt x="4607718" y="1321594"/>
                </a:cubicBezTo>
                <a:cubicBezTo>
                  <a:pt x="4608340" y="1333720"/>
                  <a:pt x="4609432" y="1346453"/>
                  <a:pt x="4614862" y="1357313"/>
                </a:cubicBezTo>
                <a:cubicBezTo>
                  <a:pt x="4619380" y="1366349"/>
                  <a:pt x="4629149" y="1371600"/>
                  <a:pt x="4636293" y="1378744"/>
                </a:cubicBezTo>
                <a:cubicBezTo>
                  <a:pt x="4638674" y="1393031"/>
                  <a:pt x="4641234" y="1407290"/>
                  <a:pt x="4643437" y="1421606"/>
                </a:cubicBezTo>
                <a:cubicBezTo>
                  <a:pt x="4645997" y="1438248"/>
                  <a:pt x="4647279" y="1455102"/>
                  <a:pt x="4650581" y="1471613"/>
                </a:cubicBezTo>
                <a:cubicBezTo>
                  <a:pt x="4652058" y="1478997"/>
                  <a:pt x="4655344" y="1485900"/>
                  <a:pt x="4657725" y="1493044"/>
                </a:cubicBezTo>
                <a:cubicBezTo>
                  <a:pt x="4660106" y="1524000"/>
                  <a:pt x="4662057" y="1554993"/>
                  <a:pt x="4664868" y="1585913"/>
                </a:cubicBezTo>
                <a:cubicBezTo>
                  <a:pt x="4666820" y="1607387"/>
                  <a:pt x="4670144" y="1628724"/>
                  <a:pt x="4672012" y="1650206"/>
                </a:cubicBezTo>
                <a:cubicBezTo>
                  <a:pt x="4682470" y="1770470"/>
                  <a:pt x="4670281" y="1714722"/>
                  <a:pt x="4686300" y="1778794"/>
                </a:cubicBezTo>
                <a:cubicBezTo>
                  <a:pt x="4690338" y="1827253"/>
                  <a:pt x="4693033" y="1873827"/>
                  <a:pt x="4700587" y="1921669"/>
                </a:cubicBezTo>
                <a:cubicBezTo>
                  <a:pt x="4704739" y="1947966"/>
                  <a:pt x="4710498" y="1973989"/>
                  <a:pt x="4714875" y="2000250"/>
                </a:cubicBezTo>
                <a:cubicBezTo>
                  <a:pt x="4717643" y="2016859"/>
                  <a:pt x="4717180" y="2034128"/>
                  <a:pt x="4722018" y="2050256"/>
                </a:cubicBezTo>
                <a:cubicBezTo>
                  <a:pt x="4724485" y="2058480"/>
                  <a:pt x="4732046" y="2064233"/>
                  <a:pt x="4736306" y="2071688"/>
                </a:cubicBezTo>
                <a:cubicBezTo>
                  <a:pt x="4772555" y="2135125"/>
                  <a:pt x="4730075" y="2069487"/>
                  <a:pt x="4764881" y="2121694"/>
                </a:cubicBezTo>
                <a:cubicBezTo>
                  <a:pt x="4769643" y="2135981"/>
                  <a:pt x="4775515" y="2149946"/>
                  <a:pt x="4779168" y="2164556"/>
                </a:cubicBezTo>
                <a:cubicBezTo>
                  <a:pt x="4807226" y="2276788"/>
                  <a:pt x="4769717" y="2152911"/>
                  <a:pt x="4793456" y="2235994"/>
                </a:cubicBezTo>
                <a:cubicBezTo>
                  <a:pt x="4795525" y="2243234"/>
                  <a:pt x="4798531" y="2250185"/>
                  <a:pt x="4800600" y="2257425"/>
                </a:cubicBezTo>
                <a:cubicBezTo>
                  <a:pt x="4803297" y="2266865"/>
                  <a:pt x="4805046" y="2276560"/>
                  <a:pt x="4807743" y="2286000"/>
                </a:cubicBezTo>
                <a:cubicBezTo>
                  <a:pt x="4809812" y="2293240"/>
                  <a:pt x="4812818" y="2300191"/>
                  <a:pt x="4814887" y="2307431"/>
                </a:cubicBezTo>
                <a:cubicBezTo>
                  <a:pt x="4822693" y="2334752"/>
                  <a:pt x="4833036" y="2387752"/>
                  <a:pt x="4836318" y="2407444"/>
                </a:cubicBezTo>
                <a:cubicBezTo>
                  <a:pt x="4852018" y="2501638"/>
                  <a:pt x="4834537" y="2469065"/>
                  <a:pt x="4864893" y="2514600"/>
                </a:cubicBezTo>
                <a:cubicBezTo>
                  <a:pt x="4867274" y="2524125"/>
                  <a:pt x="4869980" y="2533575"/>
                  <a:pt x="4872037" y="2543175"/>
                </a:cubicBezTo>
                <a:cubicBezTo>
                  <a:pt x="4877125" y="2566920"/>
                  <a:pt x="4878646" y="2591575"/>
                  <a:pt x="4886325" y="2614613"/>
                </a:cubicBezTo>
                <a:cubicBezTo>
                  <a:pt x="4891087" y="2628900"/>
                  <a:pt x="4889963" y="2646826"/>
                  <a:pt x="4900612" y="2657475"/>
                </a:cubicBezTo>
                <a:lnTo>
                  <a:pt x="4922043" y="2678906"/>
                </a:lnTo>
                <a:cubicBezTo>
                  <a:pt x="4924424" y="2695575"/>
                  <a:pt x="4926175" y="2712346"/>
                  <a:pt x="4929187" y="2728913"/>
                </a:cubicBezTo>
                <a:cubicBezTo>
                  <a:pt x="4930943" y="2738573"/>
                  <a:pt x="4935578" y="2747699"/>
                  <a:pt x="4936331" y="2757488"/>
                </a:cubicBezTo>
                <a:cubicBezTo>
                  <a:pt x="4940353" y="2809775"/>
                  <a:pt x="4942284" y="2883694"/>
                  <a:pt x="4943475" y="2914650"/>
                </a:cubicBezTo>
                <a:cubicBezTo>
                  <a:pt x="4944666" y="2945606"/>
                  <a:pt x="4941094" y="2930128"/>
                  <a:pt x="4943475" y="2943225"/>
                </a:cubicBezTo>
                <a:cubicBezTo>
                  <a:pt x="4945856" y="2956322"/>
                  <a:pt x="4948237" y="2980135"/>
                  <a:pt x="4957762" y="2993232"/>
                </a:cubicBezTo>
                <a:cubicBezTo>
                  <a:pt x="4967287" y="3006329"/>
                  <a:pt x="4982766" y="3013472"/>
                  <a:pt x="5000625" y="3021806"/>
                </a:cubicBezTo>
                <a:cubicBezTo>
                  <a:pt x="5018484" y="3030140"/>
                  <a:pt x="5064918" y="3043238"/>
                  <a:pt x="5064918" y="3043238"/>
                </a:cubicBezTo>
                <a:cubicBezTo>
                  <a:pt x="5074443" y="3050382"/>
                  <a:pt x="5085744" y="3055629"/>
                  <a:pt x="5093493" y="3064669"/>
                </a:cubicBezTo>
                <a:cubicBezTo>
                  <a:pt x="5107031" y="3080463"/>
                  <a:pt x="5107325" y="3096941"/>
                  <a:pt x="5114925" y="3114675"/>
                </a:cubicBezTo>
                <a:cubicBezTo>
                  <a:pt x="5119120" y="3124463"/>
                  <a:pt x="5124450" y="3133725"/>
                  <a:pt x="5129212" y="3143250"/>
                </a:cubicBezTo>
                <a:cubicBezTo>
                  <a:pt x="5133291" y="3163647"/>
                  <a:pt x="5137446" y="3187364"/>
                  <a:pt x="5143500" y="3207544"/>
                </a:cubicBezTo>
                <a:cubicBezTo>
                  <a:pt x="5147827" y="3221969"/>
                  <a:pt x="5154134" y="3235796"/>
                  <a:pt x="5157787" y="3250406"/>
                </a:cubicBezTo>
                <a:lnTo>
                  <a:pt x="5172075" y="3307556"/>
                </a:lnTo>
                <a:cubicBezTo>
                  <a:pt x="5174456" y="3333750"/>
                  <a:pt x="5175116" y="3360158"/>
                  <a:pt x="5179218" y="3386138"/>
                </a:cubicBezTo>
                <a:cubicBezTo>
                  <a:pt x="5184052" y="3416754"/>
                  <a:pt x="5191622" y="3437636"/>
                  <a:pt x="5200650" y="3464719"/>
                </a:cubicBezTo>
                <a:lnTo>
                  <a:pt x="5207793" y="3521869"/>
                </a:lnTo>
              </a:path>
            </a:pathLst>
          </a:custGeom>
          <a:no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B2CEC32-0CDA-497A-8A8B-FFBEC25C585D}"/>
              </a:ext>
            </a:extLst>
          </p:cNvPr>
          <p:cNvSpPr/>
          <p:nvPr/>
        </p:nvSpPr>
        <p:spPr>
          <a:xfrm>
            <a:off x="8292701" y="2345530"/>
            <a:ext cx="83345" cy="10953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A377BB15-5BC0-4E61-B0C4-41D79824C928}"/>
              </a:ext>
            </a:extLst>
          </p:cNvPr>
          <p:cNvSpPr/>
          <p:nvPr/>
        </p:nvSpPr>
        <p:spPr>
          <a:xfrm>
            <a:off x="4495800" y="2290761"/>
            <a:ext cx="83345" cy="10953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570B7D02-E009-4087-B742-BD58A330DBFA}"/>
              </a:ext>
            </a:extLst>
          </p:cNvPr>
          <p:cNvSpPr/>
          <p:nvPr/>
        </p:nvSpPr>
        <p:spPr>
          <a:xfrm rot="589166">
            <a:off x="4432712" y="2857239"/>
            <a:ext cx="199601" cy="31262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AB7D247-0AAF-4EAB-8477-BDDB657FA185}"/>
              </a:ext>
            </a:extLst>
          </p:cNvPr>
          <p:cNvSpPr/>
          <p:nvPr/>
        </p:nvSpPr>
        <p:spPr>
          <a:xfrm rot="21160738">
            <a:off x="8296909" y="2759292"/>
            <a:ext cx="159986" cy="305636"/>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3241746-EC81-4519-A6E1-6E2734C21932}"/>
              </a:ext>
            </a:extLst>
          </p:cNvPr>
          <p:cNvSpPr/>
          <p:nvPr/>
        </p:nvSpPr>
        <p:spPr>
          <a:xfrm rot="20501162">
            <a:off x="8594313" y="4058161"/>
            <a:ext cx="168788" cy="33854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6E3ABA7-5813-41C6-931A-C7AFA0B90B9D}"/>
              </a:ext>
            </a:extLst>
          </p:cNvPr>
          <p:cNvSpPr/>
          <p:nvPr/>
        </p:nvSpPr>
        <p:spPr>
          <a:xfrm rot="20238734">
            <a:off x="8767620" y="4515755"/>
            <a:ext cx="171518" cy="357964"/>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22CDE42-CD0A-4499-9C52-71A5AF44E65C}"/>
              </a:ext>
            </a:extLst>
          </p:cNvPr>
          <p:cNvSpPr/>
          <p:nvPr/>
        </p:nvSpPr>
        <p:spPr>
          <a:xfrm rot="1350933">
            <a:off x="4225042" y="4117715"/>
            <a:ext cx="142474" cy="35255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7927707-8ADE-4199-92CB-A6D6F7BC1CC0}"/>
              </a:ext>
            </a:extLst>
          </p:cNvPr>
          <p:cNvSpPr/>
          <p:nvPr/>
        </p:nvSpPr>
        <p:spPr>
          <a:xfrm rot="1350933">
            <a:off x="3989809" y="4554616"/>
            <a:ext cx="142825" cy="333265"/>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539E20B9-44FA-48E1-B907-8F8CB73954F1}"/>
              </a:ext>
            </a:extLst>
          </p:cNvPr>
          <p:cNvSpPr/>
          <p:nvPr/>
        </p:nvSpPr>
        <p:spPr>
          <a:xfrm>
            <a:off x="5536406" y="1026223"/>
            <a:ext cx="1693069" cy="1882430"/>
          </a:xfrm>
          <a:custGeom>
            <a:avLst/>
            <a:gdLst>
              <a:gd name="connsiteX0" fmla="*/ 792957 w 1693069"/>
              <a:gd name="connsiteY0" fmla="*/ 2477 h 1882430"/>
              <a:gd name="connsiteX1" fmla="*/ 800100 w 1693069"/>
              <a:gd name="connsiteY1" fmla="*/ 52483 h 1882430"/>
              <a:gd name="connsiteX2" fmla="*/ 785813 w 1693069"/>
              <a:gd name="connsiteY2" fmla="*/ 252508 h 1882430"/>
              <a:gd name="connsiteX3" fmla="*/ 778669 w 1693069"/>
              <a:gd name="connsiteY3" fmla="*/ 273940 h 1882430"/>
              <a:gd name="connsiteX4" fmla="*/ 764382 w 1693069"/>
              <a:gd name="connsiteY4" fmla="*/ 545402 h 1882430"/>
              <a:gd name="connsiteX5" fmla="*/ 742950 w 1693069"/>
              <a:gd name="connsiteY5" fmla="*/ 631127 h 1882430"/>
              <a:gd name="connsiteX6" fmla="*/ 728663 w 1693069"/>
              <a:gd name="connsiteY6" fmla="*/ 659702 h 1882430"/>
              <a:gd name="connsiteX7" fmla="*/ 707232 w 1693069"/>
              <a:gd name="connsiteY7" fmla="*/ 673990 h 1882430"/>
              <a:gd name="connsiteX8" fmla="*/ 692944 w 1693069"/>
              <a:gd name="connsiteY8" fmla="*/ 702565 h 1882430"/>
              <a:gd name="connsiteX9" fmla="*/ 635794 w 1693069"/>
              <a:gd name="connsiteY9" fmla="*/ 731140 h 1882430"/>
              <a:gd name="connsiteX10" fmla="*/ 614363 w 1693069"/>
              <a:gd name="connsiteY10" fmla="*/ 745427 h 1882430"/>
              <a:gd name="connsiteX11" fmla="*/ 471488 w 1693069"/>
              <a:gd name="connsiteY11" fmla="*/ 731140 h 1882430"/>
              <a:gd name="connsiteX12" fmla="*/ 442913 w 1693069"/>
              <a:gd name="connsiteY12" fmla="*/ 723996 h 1882430"/>
              <a:gd name="connsiteX13" fmla="*/ 392907 w 1693069"/>
              <a:gd name="connsiteY13" fmla="*/ 716852 h 1882430"/>
              <a:gd name="connsiteX14" fmla="*/ 357188 w 1693069"/>
              <a:gd name="connsiteY14" fmla="*/ 709708 h 1882430"/>
              <a:gd name="connsiteX15" fmla="*/ 207169 w 1693069"/>
              <a:gd name="connsiteY15" fmla="*/ 716852 h 1882430"/>
              <a:gd name="connsiteX16" fmla="*/ 178594 w 1693069"/>
              <a:gd name="connsiteY16" fmla="*/ 731140 h 1882430"/>
              <a:gd name="connsiteX17" fmla="*/ 128588 w 1693069"/>
              <a:gd name="connsiteY17" fmla="*/ 781146 h 1882430"/>
              <a:gd name="connsiteX18" fmla="*/ 85725 w 1693069"/>
              <a:gd name="connsiteY18" fmla="*/ 816865 h 1882430"/>
              <a:gd name="connsiteX19" fmla="*/ 64294 w 1693069"/>
              <a:gd name="connsiteY19" fmla="*/ 874015 h 1882430"/>
              <a:gd name="connsiteX20" fmla="*/ 50007 w 1693069"/>
              <a:gd name="connsiteY20" fmla="*/ 902590 h 1882430"/>
              <a:gd name="connsiteX21" fmla="*/ 42863 w 1693069"/>
              <a:gd name="connsiteY21" fmla="*/ 931165 h 1882430"/>
              <a:gd name="connsiteX22" fmla="*/ 28575 w 1693069"/>
              <a:gd name="connsiteY22" fmla="*/ 966883 h 1882430"/>
              <a:gd name="connsiteX23" fmla="*/ 21432 w 1693069"/>
              <a:gd name="connsiteY23" fmla="*/ 1024033 h 1882430"/>
              <a:gd name="connsiteX24" fmla="*/ 7144 w 1693069"/>
              <a:gd name="connsiteY24" fmla="*/ 1066896 h 1882430"/>
              <a:gd name="connsiteX25" fmla="*/ 0 w 1693069"/>
              <a:gd name="connsiteY25" fmla="*/ 1109758 h 1882430"/>
              <a:gd name="connsiteX26" fmla="*/ 7144 w 1693069"/>
              <a:gd name="connsiteY26" fmla="*/ 1216915 h 1882430"/>
              <a:gd name="connsiteX27" fmla="*/ 21432 w 1693069"/>
              <a:gd name="connsiteY27" fmla="*/ 1259777 h 1882430"/>
              <a:gd name="connsiteX28" fmla="*/ 28575 w 1693069"/>
              <a:gd name="connsiteY28" fmla="*/ 1295496 h 1882430"/>
              <a:gd name="connsiteX29" fmla="*/ 42863 w 1693069"/>
              <a:gd name="connsiteY29" fmla="*/ 1316927 h 1882430"/>
              <a:gd name="connsiteX30" fmla="*/ 57150 w 1693069"/>
              <a:gd name="connsiteY30" fmla="*/ 1359790 h 1882430"/>
              <a:gd name="connsiteX31" fmla="*/ 64294 w 1693069"/>
              <a:gd name="connsiteY31" fmla="*/ 1381221 h 1882430"/>
              <a:gd name="connsiteX32" fmla="*/ 71438 w 1693069"/>
              <a:gd name="connsiteY32" fmla="*/ 1402652 h 1882430"/>
              <a:gd name="connsiteX33" fmla="*/ 92869 w 1693069"/>
              <a:gd name="connsiteY33" fmla="*/ 1459802 h 1882430"/>
              <a:gd name="connsiteX34" fmla="*/ 107157 w 1693069"/>
              <a:gd name="connsiteY34" fmla="*/ 1488377 h 1882430"/>
              <a:gd name="connsiteX35" fmla="*/ 135732 w 1693069"/>
              <a:gd name="connsiteY35" fmla="*/ 1552671 h 1882430"/>
              <a:gd name="connsiteX36" fmla="*/ 157163 w 1693069"/>
              <a:gd name="connsiteY36" fmla="*/ 1581246 h 1882430"/>
              <a:gd name="connsiteX37" fmla="*/ 200025 w 1693069"/>
              <a:gd name="connsiteY37" fmla="*/ 1652683 h 1882430"/>
              <a:gd name="connsiteX38" fmla="*/ 214313 w 1693069"/>
              <a:gd name="connsiteY38" fmla="*/ 1681258 h 1882430"/>
              <a:gd name="connsiteX39" fmla="*/ 235744 w 1693069"/>
              <a:gd name="connsiteY39" fmla="*/ 1695546 h 1882430"/>
              <a:gd name="connsiteX40" fmla="*/ 285750 w 1693069"/>
              <a:gd name="connsiteY40" fmla="*/ 1759840 h 1882430"/>
              <a:gd name="connsiteX41" fmla="*/ 342900 w 1693069"/>
              <a:gd name="connsiteY41" fmla="*/ 1781271 h 1882430"/>
              <a:gd name="connsiteX42" fmla="*/ 421482 w 1693069"/>
              <a:gd name="connsiteY42" fmla="*/ 1809846 h 1882430"/>
              <a:gd name="connsiteX43" fmla="*/ 457200 w 1693069"/>
              <a:gd name="connsiteY43" fmla="*/ 1816990 h 1882430"/>
              <a:gd name="connsiteX44" fmla="*/ 478632 w 1693069"/>
              <a:gd name="connsiteY44" fmla="*/ 1824133 h 1882430"/>
              <a:gd name="connsiteX45" fmla="*/ 507207 w 1693069"/>
              <a:gd name="connsiteY45" fmla="*/ 1838421 h 1882430"/>
              <a:gd name="connsiteX46" fmla="*/ 564357 w 1693069"/>
              <a:gd name="connsiteY46" fmla="*/ 1845565 h 1882430"/>
              <a:gd name="connsiteX47" fmla="*/ 607219 w 1693069"/>
              <a:gd name="connsiteY47" fmla="*/ 1852708 h 1882430"/>
              <a:gd name="connsiteX48" fmla="*/ 792957 w 1693069"/>
              <a:gd name="connsiteY48" fmla="*/ 1866996 h 1882430"/>
              <a:gd name="connsiteX49" fmla="*/ 1135857 w 1693069"/>
              <a:gd name="connsiteY49" fmla="*/ 1859852 h 1882430"/>
              <a:gd name="connsiteX50" fmla="*/ 1178719 w 1693069"/>
              <a:gd name="connsiteY50" fmla="*/ 1845565 h 1882430"/>
              <a:gd name="connsiteX51" fmla="*/ 1200150 w 1693069"/>
              <a:gd name="connsiteY51" fmla="*/ 1824133 h 1882430"/>
              <a:gd name="connsiteX52" fmla="*/ 1221582 w 1693069"/>
              <a:gd name="connsiteY52" fmla="*/ 1816990 h 1882430"/>
              <a:gd name="connsiteX53" fmla="*/ 1250157 w 1693069"/>
              <a:gd name="connsiteY53" fmla="*/ 1802702 h 1882430"/>
              <a:gd name="connsiteX54" fmla="*/ 1300163 w 1693069"/>
              <a:gd name="connsiteY54" fmla="*/ 1788415 h 1882430"/>
              <a:gd name="connsiteX55" fmla="*/ 1328738 w 1693069"/>
              <a:gd name="connsiteY55" fmla="*/ 1774127 h 1882430"/>
              <a:gd name="connsiteX56" fmla="*/ 1350169 w 1693069"/>
              <a:gd name="connsiteY56" fmla="*/ 1752696 h 1882430"/>
              <a:gd name="connsiteX57" fmla="*/ 1371600 w 1693069"/>
              <a:gd name="connsiteY57" fmla="*/ 1738408 h 1882430"/>
              <a:gd name="connsiteX58" fmla="*/ 1414463 w 1693069"/>
              <a:gd name="connsiteY58" fmla="*/ 1702690 h 1882430"/>
              <a:gd name="connsiteX59" fmla="*/ 1435894 w 1693069"/>
              <a:gd name="connsiteY59" fmla="*/ 1674115 h 1882430"/>
              <a:gd name="connsiteX60" fmla="*/ 1457325 w 1693069"/>
              <a:gd name="connsiteY60" fmla="*/ 1659827 h 1882430"/>
              <a:gd name="connsiteX61" fmla="*/ 1500188 w 1693069"/>
              <a:gd name="connsiteY61" fmla="*/ 1602677 h 1882430"/>
              <a:gd name="connsiteX62" fmla="*/ 1528763 w 1693069"/>
              <a:gd name="connsiteY62" fmla="*/ 1581246 h 1882430"/>
              <a:gd name="connsiteX63" fmla="*/ 1550194 w 1693069"/>
              <a:gd name="connsiteY63" fmla="*/ 1552671 h 1882430"/>
              <a:gd name="connsiteX64" fmla="*/ 1578769 w 1693069"/>
              <a:gd name="connsiteY64" fmla="*/ 1524096 h 1882430"/>
              <a:gd name="connsiteX65" fmla="*/ 1607344 w 1693069"/>
              <a:gd name="connsiteY65" fmla="*/ 1474090 h 1882430"/>
              <a:gd name="connsiteX66" fmla="*/ 1621632 w 1693069"/>
              <a:gd name="connsiteY66" fmla="*/ 1431227 h 1882430"/>
              <a:gd name="connsiteX67" fmla="*/ 1650207 w 1693069"/>
              <a:gd name="connsiteY67" fmla="*/ 1381221 h 1882430"/>
              <a:gd name="connsiteX68" fmla="*/ 1657350 w 1693069"/>
              <a:gd name="connsiteY68" fmla="*/ 1345502 h 1882430"/>
              <a:gd name="connsiteX69" fmla="*/ 1671638 w 1693069"/>
              <a:gd name="connsiteY69" fmla="*/ 1288352 h 1882430"/>
              <a:gd name="connsiteX70" fmla="*/ 1678782 w 1693069"/>
              <a:gd name="connsiteY70" fmla="*/ 1231202 h 1882430"/>
              <a:gd name="connsiteX71" fmla="*/ 1693069 w 1693069"/>
              <a:gd name="connsiteY71" fmla="*/ 1138333 h 1882430"/>
              <a:gd name="connsiteX72" fmla="*/ 1685925 w 1693069"/>
              <a:gd name="connsiteY72" fmla="*/ 874015 h 1882430"/>
              <a:gd name="connsiteX73" fmla="*/ 1671638 w 1693069"/>
              <a:gd name="connsiteY73" fmla="*/ 788290 h 1882430"/>
              <a:gd name="connsiteX74" fmla="*/ 1664494 w 1693069"/>
              <a:gd name="connsiteY74" fmla="*/ 766858 h 1882430"/>
              <a:gd name="connsiteX75" fmla="*/ 1593057 w 1693069"/>
              <a:gd name="connsiteY75" fmla="*/ 723996 h 1882430"/>
              <a:gd name="connsiteX76" fmla="*/ 1571625 w 1693069"/>
              <a:gd name="connsiteY76" fmla="*/ 716852 h 1882430"/>
              <a:gd name="connsiteX77" fmla="*/ 1550194 w 1693069"/>
              <a:gd name="connsiteY77" fmla="*/ 702565 h 1882430"/>
              <a:gd name="connsiteX78" fmla="*/ 1507332 w 1693069"/>
              <a:gd name="connsiteY78" fmla="*/ 695421 h 1882430"/>
              <a:gd name="connsiteX79" fmla="*/ 1478757 w 1693069"/>
              <a:gd name="connsiteY79" fmla="*/ 688277 h 1882430"/>
              <a:gd name="connsiteX80" fmla="*/ 1185863 w 1693069"/>
              <a:gd name="connsiteY80" fmla="*/ 695421 h 1882430"/>
              <a:gd name="connsiteX81" fmla="*/ 1143000 w 1693069"/>
              <a:gd name="connsiteY81" fmla="*/ 709708 h 1882430"/>
              <a:gd name="connsiteX82" fmla="*/ 1121569 w 1693069"/>
              <a:gd name="connsiteY82" fmla="*/ 716852 h 1882430"/>
              <a:gd name="connsiteX83" fmla="*/ 1100138 w 1693069"/>
              <a:gd name="connsiteY83" fmla="*/ 723996 h 1882430"/>
              <a:gd name="connsiteX84" fmla="*/ 1035844 w 1693069"/>
              <a:gd name="connsiteY84" fmla="*/ 738283 h 1882430"/>
              <a:gd name="connsiteX85" fmla="*/ 985838 w 1693069"/>
              <a:gd name="connsiteY85" fmla="*/ 716852 h 1882430"/>
              <a:gd name="connsiteX86" fmla="*/ 957263 w 1693069"/>
              <a:gd name="connsiteY86" fmla="*/ 666846 h 1882430"/>
              <a:gd name="connsiteX87" fmla="*/ 942975 w 1693069"/>
              <a:gd name="connsiteY87" fmla="*/ 609696 h 1882430"/>
              <a:gd name="connsiteX88" fmla="*/ 928688 w 1693069"/>
              <a:gd name="connsiteY88" fmla="*/ 588265 h 1882430"/>
              <a:gd name="connsiteX89" fmla="*/ 921544 w 1693069"/>
              <a:gd name="connsiteY89" fmla="*/ 545402 h 1882430"/>
              <a:gd name="connsiteX90" fmla="*/ 914400 w 1693069"/>
              <a:gd name="connsiteY90" fmla="*/ 523971 h 1882430"/>
              <a:gd name="connsiteX91" fmla="*/ 907257 w 1693069"/>
              <a:gd name="connsiteY91" fmla="*/ 402527 h 1882430"/>
              <a:gd name="connsiteX92" fmla="*/ 900113 w 1693069"/>
              <a:gd name="connsiteY92" fmla="*/ 366808 h 1882430"/>
              <a:gd name="connsiteX93" fmla="*/ 892969 w 1693069"/>
              <a:gd name="connsiteY93" fmla="*/ 316802 h 1882430"/>
              <a:gd name="connsiteX94" fmla="*/ 871538 w 1693069"/>
              <a:gd name="connsiteY94" fmla="*/ 52483 h 1882430"/>
              <a:gd name="connsiteX95" fmla="*/ 864394 w 1693069"/>
              <a:gd name="connsiteY95" fmla="*/ 23908 h 1882430"/>
              <a:gd name="connsiteX96" fmla="*/ 792957 w 1693069"/>
              <a:gd name="connsiteY96" fmla="*/ 2477 h 1882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693069" h="1882430">
                <a:moveTo>
                  <a:pt x="792957" y="2477"/>
                </a:moveTo>
                <a:cubicBezTo>
                  <a:pt x="782241" y="7239"/>
                  <a:pt x="800100" y="35645"/>
                  <a:pt x="800100" y="52483"/>
                </a:cubicBezTo>
                <a:cubicBezTo>
                  <a:pt x="800100" y="146098"/>
                  <a:pt x="805534" y="183485"/>
                  <a:pt x="785813" y="252508"/>
                </a:cubicBezTo>
                <a:cubicBezTo>
                  <a:pt x="783744" y="259749"/>
                  <a:pt x="781050" y="266796"/>
                  <a:pt x="778669" y="273940"/>
                </a:cubicBezTo>
                <a:cubicBezTo>
                  <a:pt x="760378" y="456840"/>
                  <a:pt x="784947" y="195791"/>
                  <a:pt x="764382" y="545402"/>
                </a:cubicBezTo>
                <a:cubicBezTo>
                  <a:pt x="763026" y="568447"/>
                  <a:pt x="753226" y="610574"/>
                  <a:pt x="742950" y="631127"/>
                </a:cubicBezTo>
                <a:cubicBezTo>
                  <a:pt x="738188" y="640652"/>
                  <a:pt x="735480" y="651521"/>
                  <a:pt x="728663" y="659702"/>
                </a:cubicBezTo>
                <a:cubicBezTo>
                  <a:pt x="723167" y="666298"/>
                  <a:pt x="714376" y="669227"/>
                  <a:pt x="707232" y="673990"/>
                </a:cubicBezTo>
                <a:cubicBezTo>
                  <a:pt x="702469" y="683515"/>
                  <a:pt x="699762" y="694384"/>
                  <a:pt x="692944" y="702565"/>
                </a:cubicBezTo>
                <a:cubicBezTo>
                  <a:pt x="681123" y="716750"/>
                  <a:pt x="649194" y="724440"/>
                  <a:pt x="635794" y="731140"/>
                </a:cubicBezTo>
                <a:cubicBezTo>
                  <a:pt x="628115" y="734980"/>
                  <a:pt x="621507" y="740665"/>
                  <a:pt x="614363" y="745427"/>
                </a:cubicBezTo>
                <a:cubicBezTo>
                  <a:pt x="573451" y="742018"/>
                  <a:pt x="514277" y="738271"/>
                  <a:pt x="471488" y="731140"/>
                </a:cubicBezTo>
                <a:cubicBezTo>
                  <a:pt x="461803" y="729526"/>
                  <a:pt x="452573" y="725752"/>
                  <a:pt x="442913" y="723996"/>
                </a:cubicBezTo>
                <a:cubicBezTo>
                  <a:pt x="426347" y="720984"/>
                  <a:pt x="409516" y="719620"/>
                  <a:pt x="392907" y="716852"/>
                </a:cubicBezTo>
                <a:cubicBezTo>
                  <a:pt x="380930" y="714856"/>
                  <a:pt x="369094" y="712089"/>
                  <a:pt x="357188" y="709708"/>
                </a:cubicBezTo>
                <a:cubicBezTo>
                  <a:pt x="307182" y="712089"/>
                  <a:pt x="256875" y="710887"/>
                  <a:pt x="207169" y="716852"/>
                </a:cubicBezTo>
                <a:cubicBezTo>
                  <a:pt x="196596" y="718121"/>
                  <a:pt x="187840" y="725856"/>
                  <a:pt x="178594" y="731140"/>
                </a:cubicBezTo>
                <a:cubicBezTo>
                  <a:pt x="146578" y="749435"/>
                  <a:pt x="158793" y="746625"/>
                  <a:pt x="128588" y="781146"/>
                </a:cubicBezTo>
                <a:cubicBezTo>
                  <a:pt x="109337" y="803148"/>
                  <a:pt x="108551" y="801648"/>
                  <a:pt x="85725" y="816865"/>
                </a:cubicBezTo>
                <a:cubicBezTo>
                  <a:pt x="56381" y="860882"/>
                  <a:pt x="84891" y="812223"/>
                  <a:pt x="64294" y="874015"/>
                </a:cubicBezTo>
                <a:cubicBezTo>
                  <a:pt x="60926" y="884118"/>
                  <a:pt x="53746" y="892619"/>
                  <a:pt x="50007" y="902590"/>
                </a:cubicBezTo>
                <a:cubicBezTo>
                  <a:pt x="46560" y="911783"/>
                  <a:pt x="45968" y="921851"/>
                  <a:pt x="42863" y="931165"/>
                </a:cubicBezTo>
                <a:cubicBezTo>
                  <a:pt x="38808" y="943330"/>
                  <a:pt x="33338" y="954977"/>
                  <a:pt x="28575" y="966883"/>
                </a:cubicBezTo>
                <a:cubicBezTo>
                  <a:pt x="26194" y="985933"/>
                  <a:pt x="25455" y="1005261"/>
                  <a:pt x="21432" y="1024033"/>
                </a:cubicBezTo>
                <a:cubicBezTo>
                  <a:pt x="18276" y="1038759"/>
                  <a:pt x="9620" y="1052040"/>
                  <a:pt x="7144" y="1066896"/>
                </a:cubicBezTo>
                <a:lnTo>
                  <a:pt x="0" y="1109758"/>
                </a:lnTo>
                <a:cubicBezTo>
                  <a:pt x="2381" y="1145477"/>
                  <a:pt x="2081" y="1181477"/>
                  <a:pt x="7144" y="1216915"/>
                </a:cubicBezTo>
                <a:cubicBezTo>
                  <a:pt x="9274" y="1231824"/>
                  <a:pt x="17469" y="1245247"/>
                  <a:pt x="21432" y="1259777"/>
                </a:cubicBezTo>
                <a:cubicBezTo>
                  <a:pt x="24627" y="1271491"/>
                  <a:pt x="24312" y="1284127"/>
                  <a:pt x="28575" y="1295496"/>
                </a:cubicBezTo>
                <a:cubicBezTo>
                  <a:pt x="31590" y="1303535"/>
                  <a:pt x="39376" y="1309081"/>
                  <a:pt x="42863" y="1316927"/>
                </a:cubicBezTo>
                <a:cubicBezTo>
                  <a:pt x="48980" y="1330689"/>
                  <a:pt x="52388" y="1345502"/>
                  <a:pt x="57150" y="1359790"/>
                </a:cubicBezTo>
                <a:lnTo>
                  <a:pt x="64294" y="1381221"/>
                </a:lnTo>
                <a:cubicBezTo>
                  <a:pt x="66675" y="1388365"/>
                  <a:pt x="68071" y="1395917"/>
                  <a:pt x="71438" y="1402652"/>
                </a:cubicBezTo>
                <a:cubicBezTo>
                  <a:pt x="111221" y="1482220"/>
                  <a:pt x="63684" y="1381979"/>
                  <a:pt x="92869" y="1459802"/>
                </a:cubicBezTo>
                <a:cubicBezTo>
                  <a:pt x="96608" y="1469773"/>
                  <a:pt x="102832" y="1478645"/>
                  <a:pt x="107157" y="1488377"/>
                </a:cubicBezTo>
                <a:cubicBezTo>
                  <a:pt x="117583" y="1511835"/>
                  <a:pt x="122200" y="1531020"/>
                  <a:pt x="135732" y="1552671"/>
                </a:cubicBezTo>
                <a:cubicBezTo>
                  <a:pt x="142042" y="1562767"/>
                  <a:pt x="150725" y="1571231"/>
                  <a:pt x="157163" y="1581246"/>
                </a:cubicBezTo>
                <a:cubicBezTo>
                  <a:pt x="172180" y="1604605"/>
                  <a:pt x="187606" y="1627845"/>
                  <a:pt x="200025" y="1652683"/>
                </a:cubicBezTo>
                <a:cubicBezTo>
                  <a:pt x="204788" y="1662208"/>
                  <a:pt x="207495" y="1673077"/>
                  <a:pt x="214313" y="1681258"/>
                </a:cubicBezTo>
                <a:cubicBezTo>
                  <a:pt x="219809" y="1687854"/>
                  <a:pt x="228600" y="1690783"/>
                  <a:pt x="235744" y="1695546"/>
                </a:cubicBezTo>
                <a:cubicBezTo>
                  <a:pt x="245465" y="1710127"/>
                  <a:pt x="266568" y="1747851"/>
                  <a:pt x="285750" y="1759840"/>
                </a:cubicBezTo>
                <a:cubicBezTo>
                  <a:pt x="299549" y="1768465"/>
                  <a:pt x="326281" y="1775039"/>
                  <a:pt x="342900" y="1781271"/>
                </a:cubicBezTo>
                <a:cubicBezTo>
                  <a:pt x="376979" y="1794051"/>
                  <a:pt x="384802" y="1799842"/>
                  <a:pt x="421482" y="1809846"/>
                </a:cubicBezTo>
                <a:cubicBezTo>
                  <a:pt x="433196" y="1813041"/>
                  <a:pt x="445421" y="1814045"/>
                  <a:pt x="457200" y="1816990"/>
                </a:cubicBezTo>
                <a:cubicBezTo>
                  <a:pt x="464506" y="1818816"/>
                  <a:pt x="471711" y="1821167"/>
                  <a:pt x="478632" y="1824133"/>
                </a:cubicBezTo>
                <a:cubicBezTo>
                  <a:pt x="488420" y="1828328"/>
                  <a:pt x="496876" y="1835838"/>
                  <a:pt x="507207" y="1838421"/>
                </a:cubicBezTo>
                <a:cubicBezTo>
                  <a:pt x="525832" y="1843077"/>
                  <a:pt x="545352" y="1842850"/>
                  <a:pt x="564357" y="1845565"/>
                </a:cubicBezTo>
                <a:cubicBezTo>
                  <a:pt x="578696" y="1847613"/>
                  <a:pt x="592798" y="1851356"/>
                  <a:pt x="607219" y="1852708"/>
                </a:cubicBezTo>
                <a:cubicBezTo>
                  <a:pt x="669043" y="1858504"/>
                  <a:pt x="731044" y="1862233"/>
                  <a:pt x="792957" y="1866996"/>
                </a:cubicBezTo>
                <a:cubicBezTo>
                  <a:pt x="924473" y="1893301"/>
                  <a:pt x="856363" y="1882668"/>
                  <a:pt x="1135857" y="1859852"/>
                </a:cubicBezTo>
                <a:cubicBezTo>
                  <a:pt x="1150867" y="1858627"/>
                  <a:pt x="1178719" y="1845565"/>
                  <a:pt x="1178719" y="1845565"/>
                </a:cubicBezTo>
                <a:cubicBezTo>
                  <a:pt x="1185863" y="1838421"/>
                  <a:pt x="1191744" y="1829737"/>
                  <a:pt x="1200150" y="1824133"/>
                </a:cubicBezTo>
                <a:cubicBezTo>
                  <a:pt x="1206416" y="1819956"/>
                  <a:pt x="1214661" y="1819956"/>
                  <a:pt x="1221582" y="1816990"/>
                </a:cubicBezTo>
                <a:cubicBezTo>
                  <a:pt x="1231370" y="1812795"/>
                  <a:pt x="1240369" y="1806897"/>
                  <a:pt x="1250157" y="1802702"/>
                </a:cubicBezTo>
                <a:cubicBezTo>
                  <a:pt x="1264508" y="1796551"/>
                  <a:pt x="1285657" y="1792041"/>
                  <a:pt x="1300163" y="1788415"/>
                </a:cubicBezTo>
                <a:cubicBezTo>
                  <a:pt x="1309688" y="1783652"/>
                  <a:pt x="1320072" y="1780317"/>
                  <a:pt x="1328738" y="1774127"/>
                </a:cubicBezTo>
                <a:cubicBezTo>
                  <a:pt x="1336959" y="1768255"/>
                  <a:pt x="1342408" y="1759164"/>
                  <a:pt x="1350169" y="1752696"/>
                </a:cubicBezTo>
                <a:cubicBezTo>
                  <a:pt x="1356765" y="1747199"/>
                  <a:pt x="1364456" y="1743171"/>
                  <a:pt x="1371600" y="1738408"/>
                </a:cubicBezTo>
                <a:cubicBezTo>
                  <a:pt x="1408036" y="1683756"/>
                  <a:pt x="1358065" y="1751031"/>
                  <a:pt x="1414463" y="1702690"/>
                </a:cubicBezTo>
                <a:cubicBezTo>
                  <a:pt x="1423503" y="1694942"/>
                  <a:pt x="1427475" y="1682534"/>
                  <a:pt x="1435894" y="1674115"/>
                </a:cubicBezTo>
                <a:cubicBezTo>
                  <a:pt x="1441965" y="1668044"/>
                  <a:pt x="1450729" y="1665323"/>
                  <a:pt x="1457325" y="1659827"/>
                </a:cubicBezTo>
                <a:cubicBezTo>
                  <a:pt x="1504543" y="1620479"/>
                  <a:pt x="1451614" y="1658190"/>
                  <a:pt x="1500188" y="1602677"/>
                </a:cubicBezTo>
                <a:cubicBezTo>
                  <a:pt x="1508028" y="1593717"/>
                  <a:pt x="1520344" y="1589665"/>
                  <a:pt x="1528763" y="1581246"/>
                </a:cubicBezTo>
                <a:cubicBezTo>
                  <a:pt x="1537182" y="1572827"/>
                  <a:pt x="1542354" y="1561631"/>
                  <a:pt x="1550194" y="1552671"/>
                </a:cubicBezTo>
                <a:cubicBezTo>
                  <a:pt x="1559064" y="1542533"/>
                  <a:pt x="1569244" y="1533621"/>
                  <a:pt x="1578769" y="1524096"/>
                </a:cubicBezTo>
                <a:cubicBezTo>
                  <a:pt x="1600621" y="1458544"/>
                  <a:pt x="1564094" y="1560591"/>
                  <a:pt x="1607344" y="1474090"/>
                </a:cubicBezTo>
                <a:cubicBezTo>
                  <a:pt x="1614079" y="1460619"/>
                  <a:pt x="1613278" y="1443758"/>
                  <a:pt x="1621632" y="1431227"/>
                </a:cubicBezTo>
                <a:cubicBezTo>
                  <a:pt x="1641826" y="1400935"/>
                  <a:pt x="1632079" y="1417475"/>
                  <a:pt x="1650207" y="1381221"/>
                </a:cubicBezTo>
                <a:cubicBezTo>
                  <a:pt x="1652588" y="1369315"/>
                  <a:pt x="1654620" y="1357333"/>
                  <a:pt x="1657350" y="1345502"/>
                </a:cubicBezTo>
                <a:cubicBezTo>
                  <a:pt x="1661765" y="1326369"/>
                  <a:pt x="1668019" y="1307652"/>
                  <a:pt x="1671638" y="1288352"/>
                </a:cubicBezTo>
                <a:cubicBezTo>
                  <a:pt x="1675176" y="1269483"/>
                  <a:pt x="1676245" y="1250232"/>
                  <a:pt x="1678782" y="1231202"/>
                </a:cubicBezTo>
                <a:cubicBezTo>
                  <a:pt x="1684913" y="1185217"/>
                  <a:pt x="1685789" y="1182010"/>
                  <a:pt x="1693069" y="1138333"/>
                </a:cubicBezTo>
                <a:cubicBezTo>
                  <a:pt x="1690688" y="1050227"/>
                  <a:pt x="1689838" y="962066"/>
                  <a:pt x="1685925" y="874015"/>
                </a:cubicBezTo>
                <a:cubicBezTo>
                  <a:pt x="1684552" y="843113"/>
                  <a:pt x="1679865" y="817084"/>
                  <a:pt x="1671638" y="788290"/>
                </a:cubicBezTo>
                <a:cubicBezTo>
                  <a:pt x="1669569" y="781049"/>
                  <a:pt x="1669819" y="772183"/>
                  <a:pt x="1664494" y="766858"/>
                </a:cubicBezTo>
                <a:cubicBezTo>
                  <a:pt x="1651796" y="754160"/>
                  <a:pt x="1612788" y="732452"/>
                  <a:pt x="1593057" y="723996"/>
                </a:cubicBezTo>
                <a:cubicBezTo>
                  <a:pt x="1586135" y="721030"/>
                  <a:pt x="1578360" y="720220"/>
                  <a:pt x="1571625" y="716852"/>
                </a:cubicBezTo>
                <a:cubicBezTo>
                  <a:pt x="1563946" y="713012"/>
                  <a:pt x="1558339" y="705280"/>
                  <a:pt x="1550194" y="702565"/>
                </a:cubicBezTo>
                <a:cubicBezTo>
                  <a:pt x="1536453" y="697985"/>
                  <a:pt x="1521535" y="698262"/>
                  <a:pt x="1507332" y="695421"/>
                </a:cubicBezTo>
                <a:cubicBezTo>
                  <a:pt x="1497705" y="693495"/>
                  <a:pt x="1488282" y="690658"/>
                  <a:pt x="1478757" y="688277"/>
                </a:cubicBezTo>
                <a:cubicBezTo>
                  <a:pt x="1381126" y="690658"/>
                  <a:pt x="1283325" y="689200"/>
                  <a:pt x="1185863" y="695421"/>
                </a:cubicBezTo>
                <a:cubicBezTo>
                  <a:pt x="1170833" y="696380"/>
                  <a:pt x="1157288" y="704946"/>
                  <a:pt x="1143000" y="709708"/>
                </a:cubicBezTo>
                <a:lnTo>
                  <a:pt x="1121569" y="716852"/>
                </a:lnTo>
                <a:cubicBezTo>
                  <a:pt x="1114425" y="719233"/>
                  <a:pt x="1107443" y="722170"/>
                  <a:pt x="1100138" y="723996"/>
                </a:cubicBezTo>
                <a:cubicBezTo>
                  <a:pt x="1059783" y="734085"/>
                  <a:pt x="1081191" y="729215"/>
                  <a:pt x="1035844" y="738283"/>
                </a:cubicBezTo>
                <a:cubicBezTo>
                  <a:pt x="1013981" y="732818"/>
                  <a:pt x="1002284" y="733298"/>
                  <a:pt x="985838" y="716852"/>
                </a:cubicBezTo>
                <a:cubicBezTo>
                  <a:pt x="977997" y="709011"/>
                  <a:pt x="960066" y="675254"/>
                  <a:pt x="957263" y="666846"/>
                </a:cubicBezTo>
                <a:cubicBezTo>
                  <a:pt x="951053" y="648217"/>
                  <a:pt x="953867" y="626035"/>
                  <a:pt x="942975" y="609696"/>
                </a:cubicBezTo>
                <a:lnTo>
                  <a:pt x="928688" y="588265"/>
                </a:lnTo>
                <a:cubicBezTo>
                  <a:pt x="926307" y="573977"/>
                  <a:pt x="924686" y="559542"/>
                  <a:pt x="921544" y="545402"/>
                </a:cubicBezTo>
                <a:cubicBezTo>
                  <a:pt x="919910" y="538051"/>
                  <a:pt x="915149" y="531464"/>
                  <a:pt x="914400" y="523971"/>
                </a:cubicBezTo>
                <a:cubicBezTo>
                  <a:pt x="910365" y="483621"/>
                  <a:pt x="910928" y="442912"/>
                  <a:pt x="907257" y="402527"/>
                </a:cubicBezTo>
                <a:cubicBezTo>
                  <a:pt x="906158" y="390435"/>
                  <a:pt x="902109" y="378785"/>
                  <a:pt x="900113" y="366808"/>
                </a:cubicBezTo>
                <a:cubicBezTo>
                  <a:pt x="897345" y="350199"/>
                  <a:pt x="895350" y="333471"/>
                  <a:pt x="892969" y="316802"/>
                </a:cubicBezTo>
                <a:cubicBezTo>
                  <a:pt x="889385" y="227203"/>
                  <a:pt x="893325" y="139630"/>
                  <a:pt x="871538" y="52483"/>
                </a:cubicBezTo>
                <a:cubicBezTo>
                  <a:pt x="869157" y="42958"/>
                  <a:pt x="871937" y="30193"/>
                  <a:pt x="864394" y="23908"/>
                </a:cubicBezTo>
                <a:cubicBezTo>
                  <a:pt x="832605" y="-2582"/>
                  <a:pt x="803673" y="-2285"/>
                  <a:pt x="792957" y="2477"/>
                </a:cubicBezTo>
                <a:close/>
              </a:path>
            </a:pathLst>
          </a:cu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738D2D83-B278-4C18-9253-21A9862F4D87}"/>
              </a:ext>
            </a:extLst>
          </p:cNvPr>
          <p:cNvSpPr txBox="1"/>
          <p:nvPr/>
        </p:nvSpPr>
        <p:spPr>
          <a:xfrm>
            <a:off x="577196" y="4414653"/>
            <a:ext cx="2595582" cy="369332"/>
          </a:xfrm>
          <a:prstGeom prst="rect">
            <a:avLst/>
          </a:prstGeom>
          <a:noFill/>
        </p:spPr>
        <p:txBody>
          <a:bodyPr wrap="none" rtlCol="0">
            <a:spAutoFit/>
          </a:bodyPr>
          <a:lstStyle/>
          <a:p>
            <a:r>
              <a:rPr lang="en-US" dirty="0">
                <a:solidFill>
                  <a:srgbClr val="FFC000"/>
                </a:solidFill>
              </a:rPr>
              <a:t>Meningeal layer of dura</a:t>
            </a:r>
          </a:p>
        </p:txBody>
      </p:sp>
      <p:sp>
        <p:nvSpPr>
          <p:cNvPr id="29" name="TextBox 28">
            <a:extLst>
              <a:ext uri="{FF2B5EF4-FFF2-40B4-BE49-F238E27FC236}">
                <a16:creationId xmlns:a16="http://schemas.microsoft.com/office/drawing/2014/main" id="{6C3619DF-CF58-4B90-A3EC-FF210B853681}"/>
              </a:ext>
            </a:extLst>
          </p:cNvPr>
          <p:cNvSpPr txBox="1"/>
          <p:nvPr/>
        </p:nvSpPr>
        <p:spPr>
          <a:xfrm>
            <a:off x="5483698" y="4461298"/>
            <a:ext cx="2416046" cy="369332"/>
          </a:xfrm>
          <a:prstGeom prst="rect">
            <a:avLst/>
          </a:prstGeom>
          <a:noFill/>
        </p:spPr>
        <p:txBody>
          <a:bodyPr wrap="none" rtlCol="0">
            <a:spAutoFit/>
          </a:bodyPr>
          <a:lstStyle/>
          <a:p>
            <a:r>
              <a:rPr lang="en-US" dirty="0" err="1">
                <a:solidFill>
                  <a:srgbClr val="00B050"/>
                </a:solidFill>
              </a:rPr>
              <a:t>Periostic</a:t>
            </a:r>
            <a:r>
              <a:rPr lang="en-US" dirty="0">
                <a:solidFill>
                  <a:srgbClr val="00B050"/>
                </a:solidFill>
              </a:rPr>
              <a:t> layer of dura</a:t>
            </a:r>
          </a:p>
        </p:txBody>
      </p:sp>
      <p:cxnSp>
        <p:nvCxnSpPr>
          <p:cNvPr id="31" name="Straight Arrow Connector 30">
            <a:extLst>
              <a:ext uri="{FF2B5EF4-FFF2-40B4-BE49-F238E27FC236}">
                <a16:creationId xmlns:a16="http://schemas.microsoft.com/office/drawing/2014/main" id="{D74DE84C-4712-40E7-91AD-EE7DCDCC1194}"/>
              </a:ext>
            </a:extLst>
          </p:cNvPr>
          <p:cNvCxnSpPr>
            <a:cxnSpLocks/>
            <a:endCxn id="24" idx="178"/>
          </p:cNvCxnSpPr>
          <p:nvPr/>
        </p:nvCxnSpPr>
        <p:spPr>
          <a:xfrm flipH="1" flipV="1">
            <a:off x="4964906" y="3671888"/>
            <a:ext cx="673894" cy="74276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98056E4E-6B7E-4DDB-A265-8A727D18D88F}"/>
              </a:ext>
            </a:extLst>
          </p:cNvPr>
          <p:cNvCxnSpPr>
            <a:cxnSpLocks/>
            <a:stCxn id="28" idx="3"/>
          </p:cNvCxnSpPr>
          <p:nvPr/>
        </p:nvCxnSpPr>
        <p:spPr>
          <a:xfrm flipV="1">
            <a:off x="3172778" y="4408953"/>
            <a:ext cx="928844" cy="190366"/>
          </a:xfrm>
          <a:prstGeom prst="straightConnector1">
            <a:avLst/>
          </a:prstGeom>
          <a:ln w="19050">
            <a:solidFill>
              <a:srgbClr val="FFCC00"/>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9BA97A1-4236-4EDA-9AC7-29776F8692FA}"/>
              </a:ext>
            </a:extLst>
          </p:cNvPr>
          <p:cNvSpPr txBox="1"/>
          <p:nvPr/>
        </p:nvSpPr>
        <p:spPr>
          <a:xfrm>
            <a:off x="5886650" y="2025649"/>
            <a:ext cx="992579" cy="369332"/>
          </a:xfrm>
          <a:prstGeom prst="rect">
            <a:avLst/>
          </a:prstGeom>
          <a:noFill/>
        </p:spPr>
        <p:txBody>
          <a:bodyPr wrap="none" rtlCol="0">
            <a:spAutoFit/>
          </a:bodyPr>
          <a:lstStyle/>
          <a:p>
            <a:r>
              <a:rPr lang="en-US" dirty="0"/>
              <a:t>pituitary</a:t>
            </a:r>
          </a:p>
        </p:txBody>
      </p:sp>
      <p:sp>
        <p:nvSpPr>
          <p:cNvPr id="39" name="TextBox 38">
            <a:extLst>
              <a:ext uri="{FF2B5EF4-FFF2-40B4-BE49-F238E27FC236}">
                <a16:creationId xmlns:a16="http://schemas.microsoft.com/office/drawing/2014/main" id="{88AB235D-899A-40F7-B26D-DE124391A16A}"/>
              </a:ext>
            </a:extLst>
          </p:cNvPr>
          <p:cNvSpPr txBox="1"/>
          <p:nvPr/>
        </p:nvSpPr>
        <p:spPr>
          <a:xfrm>
            <a:off x="7461645" y="2245658"/>
            <a:ext cx="569387" cy="369332"/>
          </a:xfrm>
          <a:prstGeom prst="rect">
            <a:avLst/>
          </a:prstGeom>
          <a:noFill/>
        </p:spPr>
        <p:txBody>
          <a:bodyPr wrap="none" rtlCol="0">
            <a:spAutoFit/>
          </a:bodyPr>
          <a:lstStyle/>
          <a:p>
            <a:r>
              <a:rPr lang="en-US" dirty="0"/>
              <a:t>ICA</a:t>
            </a:r>
          </a:p>
        </p:txBody>
      </p:sp>
      <p:cxnSp>
        <p:nvCxnSpPr>
          <p:cNvPr id="40" name="Straight Arrow Connector 39">
            <a:extLst>
              <a:ext uri="{FF2B5EF4-FFF2-40B4-BE49-F238E27FC236}">
                <a16:creationId xmlns:a16="http://schemas.microsoft.com/office/drawing/2014/main" id="{1CE1982D-F523-4ABE-B67E-6FA421226689}"/>
              </a:ext>
            </a:extLst>
          </p:cNvPr>
          <p:cNvCxnSpPr/>
          <p:nvPr/>
        </p:nvCxnSpPr>
        <p:spPr>
          <a:xfrm flipH="1" flipV="1">
            <a:off x="5146751" y="3003364"/>
            <a:ext cx="673894" cy="742765"/>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829E3133-F67D-437E-9B92-05D548009B4C}"/>
              </a:ext>
            </a:extLst>
          </p:cNvPr>
          <p:cNvSpPr txBox="1"/>
          <p:nvPr/>
        </p:nvSpPr>
        <p:spPr>
          <a:xfrm>
            <a:off x="5672003" y="3755384"/>
            <a:ext cx="1633845" cy="369332"/>
          </a:xfrm>
          <a:prstGeom prst="rect">
            <a:avLst/>
          </a:prstGeom>
          <a:noFill/>
        </p:spPr>
        <p:txBody>
          <a:bodyPr wrap="none" rtlCol="0">
            <a:spAutoFit/>
          </a:bodyPr>
          <a:lstStyle/>
          <a:p>
            <a:r>
              <a:rPr lang="en-US" dirty="0">
                <a:solidFill>
                  <a:srgbClr val="00B0F0"/>
                </a:solidFill>
              </a:rPr>
              <a:t>Venous space</a:t>
            </a:r>
          </a:p>
        </p:txBody>
      </p:sp>
      <p:sp>
        <p:nvSpPr>
          <p:cNvPr id="42" name="TextBox 41">
            <a:extLst>
              <a:ext uri="{FF2B5EF4-FFF2-40B4-BE49-F238E27FC236}">
                <a16:creationId xmlns:a16="http://schemas.microsoft.com/office/drawing/2014/main" id="{30AE25B2-213F-43AE-B901-F55CA9CD809D}"/>
              </a:ext>
            </a:extLst>
          </p:cNvPr>
          <p:cNvSpPr txBox="1"/>
          <p:nvPr/>
        </p:nvSpPr>
        <p:spPr>
          <a:xfrm>
            <a:off x="8101491" y="1803627"/>
            <a:ext cx="271228" cy="215444"/>
          </a:xfrm>
          <a:prstGeom prst="rect">
            <a:avLst/>
          </a:prstGeom>
          <a:noFill/>
        </p:spPr>
        <p:txBody>
          <a:bodyPr wrap="none" rtlCol="0">
            <a:spAutoFit/>
          </a:bodyPr>
          <a:lstStyle/>
          <a:p>
            <a:r>
              <a:rPr lang="en-US" sz="800" dirty="0"/>
              <a:t>III</a:t>
            </a:r>
          </a:p>
        </p:txBody>
      </p:sp>
      <p:sp>
        <p:nvSpPr>
          <p:cNvPr id="43" name="TextBox 42">
            <a:extLst>
              <a:ext uri="{FF2B5EF4-FFF2-40B4-BE49-F238E27FC236}">
                <a16:creationId xmlns:a16="http://schemas.microsoft.com/office/drawing/2014/main" id="{C8C74FEB-14AE-48D5-8A16-7A7B89A3EB62}"/>
              </a:ext>
            </a:extLst>
          </p:cNvPr>
          <p:cNvSpPr txBox="1"/>
          <p:nvPr/>
        </p:nvSpPr>
        <p:spPr>
          <a:xfrm>
            <a:off x="8205972" y="2318704"/>
            <a:ext cx="256802" cy="184666"/>
          </a:xfrm>
          <a:prstGeom prst="rect">
            <a:avLst/>
          </a:prstGeom>
          <a:noFill/>
        </p:spPr>
        <p:txBody>
          <a:bodyPr wrap="none" rtlCol="0">
            <a:spAutoFit/>
          </a:bodyPr>
          <a:lstStyle/>
          <a:p>
            <a:r>
              <a:rPr lang="en-US" sz="600" dirty="0"/>
              <a:t>IV</a:t>
            </a:r>
          </a:p>
        </p:txBody>
      </p:sp>
      <p:sp>
        <p:nvSpPr>
          <p:cNvPr id="44" name="TextBox 43">
            <a:extLst>
              <a:ext uri="{FF2B5EF4-FFF2-40B4-BE49-F238E27FC236}">
                <a16:creationId xmlns:a16="http://schemas.microsoft.com/office/drawing/2014/main" id="{F8564FB4-23C1-4B05-BA64-6CF1E01807F5}"/>
              </a:ext>
            </a:extLst>
          </p:cNvPr>
          <p:cNvSpPr txBox="1"/>
          <p:nvPr/>
        </p:nvSpPr>
        <p:spPr>
          <a:xfrm>
            <a:off x="8221466" y="2800931"/>
            <a:ext cx="311304" cy="215444"/>
          </a:xfrm>
          <a:prstGeom prst="rect">
            <a:avLst/>
          </a:prstGeom>
          <a:noFill/>
        </p:spPr>
        <p:txBody>
          <a:bodyPr wrap="none" rtlCol="0">
            <a:spAutoFit/>
          </a:bodyPr>
          <a:lstStyle/>
          <a:p>
            <a:r>
              <a:rPr lang="en-US" sz="800" dirty="0"/>
              <a:t>V1</a:t>
            </a:r>
          </a:p>
        </p:txBody>
      </p:sp>
      <p:sp>
        <p:nvSpPr>
          <p:cNvPr id="45" name="TextBox 44">
            <a:extLst>
              <a:ext uri="{FF2B5EF4-FFF2-40B4-BE49-F238E27FC236}">
                <a16:creationId xmlns:a16="http://schemas.microsoft.com/office/drawing/2014/main" id="{7BE83B01-8D09-4063-8B1D-6C4DD44BE3C6}"/>
              </a:ext>
            </a:extLst>
          </p:cNvPr>
          <p:cNvSpPr txBox="1"/>
          <p:nvPr/>
        </p:nvSpPr>
        <p:spPr>
          <a:xfrm>
            <a:off x="8523055" y="4124716"/>
            <a:ext cx="311304" cy="215444"/>
          </a:xfrm>
          <a:prstGeom prst="rect">
            <a:avLst/>
          </a:prstGeom>
          <a:noFill/>
        </p:spPr>
        <p:txBody>
          <a:bodyPr wrap="none" rtlCol="0">
            <a:spAutoFit/>
          </a:bodyPr>
          <a:lstStyle/>
          <a:p>
            <a:r>
              <a:rPr lang="en-US" sz="800" dirty="0"/>
              <a:t>V2</a:t>
            </a:r>
          </a:p>
        </p:txBody>
      </p:sp>
      <p:sp>
        <p:nvSpPr>
          <p:cNvPr id="46" name="TextBox 45">
            <a:extLst>
              <a:ext uri="{FF2B5EF4-FFF2-40B4-BE49-F238E27FC236}">
                <a16:creationId xmlns:a16="http://schemas.microsoft.com/office/drawing/2014/main" id="{49A22BF5-52E0-4B1E-9360-20DBF3EEC8D4}"/>
              </a:ext>
            </a:extLst>
          </p:cNvPr>
          <p:cNvSpPr txBox="1"/>
          <p:nvPr/>
        </p:nvSpPr>
        <p:spPr>
          <a:xfrm>
            <a:off x="8705221" y="4594388"/>
            <a:ext cx="311304" cy="215444"/>
          </a:xfrm>
          <a:prstGeom prst="rect">
            <a:avLst/>
          </a:prstGeom>
          <a:noFill/>
        </p:spPr>
        <p:txBody>
          <a:bodyPr wrap="none" rtlCol="0">
            <a:spAutoFit/>
          </a:bodyPr>
          <a:lstStyle/>
          <a:p>
            <a:r>
              <a:rPr lang="en-US" sz="800" dirty="0"/>
              <a:t>V3</a:t>
            </a:r>
          </a:p>
        </p:txBody>
      </p:sp>
      <p:sp>
        <p:nvSpPr>
          <p:cNvPr id="47" name="TextBox 46">
            <a:extLst>
              <a:ext uri="{FF2B5EF4-FFF2-40B4-BE49-F238E27FC236}">
                <a16:creationId xmlns:a16="http://schemas.microsoft.com/office/drawing/2014/main" id="{4951467D-7A0C-4612-B531-350CE87A9565}"/>
              </a:ext>
            </a:extLst>
          </p:cNvPr>
          <p:cNvSpPr txBox="1"/>
          <p:nvPr/>
        </p:nvSpPr>
        <p:spPr>
          <a:xfrm>
            <a:off x="7936893" y="2515891"/>
            <a:ext cx="256802" cy="184666"/>
          </a:xfrm>
          <a:prstGeom prst="rect">
            <a:avLst/>
          </a:prstGeom>
          <a:noFill/>
        </p:spPr>
        <p:txBody>
          <a:bodyPr wrap="none" rtlCol="0">
            <a:spAutoFit/>
          </a:bodyPr>
          <a:lstStyle/>
          <a:p>
            <a:r>
              <a:rPr lang="en-US" sz="600" dirty="0"/>
              <a:t>VI</a:t>
            </a:r>
          </a:p>
        </p:txBody>
      </p:sp>
      <p:sp>
        <p:nvSpPr>
          <p:cNvPr id="35" name="Title 1">
            <a:extLst>
              <a:ext uri="{FF2B5EF4-FFF2-40B4-BE49-F238E27FC236}">
                <a16:creationId xmlns:a16="http://schemas.microsoft.com/office/drawing/2014/main" id="{09EF88FE-4184-4BC9-8866-34D35F016A60}"/>
              </a:ext>
            </a:extLst>
          </p:cNvPr>
          <p:cNvSpPr>
            <a:spLocks noGrp="1"/>
          </p:cNvSpPr>
          <p:nvPr>
            <p:ph type="title"/>
          </p:nvPr>
        </p:nvSpPr>
        <p:spPr>
          <a:xfrm>
            <a:off x="914399" y="285750"/>
            <a:ext cx="7772400" cy="685800"/>
          </a:xfrm>
        </p:spPr>
        <p:txBody>
          <a:bodyPr/>
          <a:lstStyle/>
          <a:p>
            <a:r>
              <a:rPr lang="en-US" sz="3600" dirty="0"/>
              <a:t>Normal Anatomy: V2 – cavernous sinus</a:t>
            </a:r>
          </a:p>
        </p:txBody>
      </p:sp>
      <p:grpSp>
        <p:nvGrpSpPr>
          <p:cNvPr id="51" name="Group 50">
            <a:extLst>
              <a:ext uri="{FF2B5EF4-FFF2-40B4-BE49-F238E27FC236}">
                <a16:creationId xmlns:a16="http://schemas.microsoft.com/office/drawing/2014/main" id="{05D8235F-9A90-486F-9777-ECEB9E07F01C}"/>
              </a:ext>
            </a:extLst>
          </p:cNvPr>
          <p:cNvGrpSpPr/>
          <p:nvPr/>
        </p:nvGrpSpPr>
        <p:grpSpPr>
          <a:xfrm>
            <a:off x="627044" y="1123951"/>
            <a:ext cx="3293788" cy="3100336"/>
            <a:chOff x="4389120" y="971551"/>
            <a:chExt cx="4526280" cy="4090025"/>
          </a:xfrm>
        </p:grpSpPr>
        <p:pic>
          <p:nvPicPr>
            <p:cNvPr id="52" name="Picture 2">
              <a:extLst>
                <a:ext uri="{FF2B5EF4-FFF2-40B4-BE49-F238E27FC236}">
                  <a16:creationId xmlns:a16="http://schemas.microsoft.com/office/drawing/2014/main" id="{F2736F9A-95D2-4E77-9CB6-8A451F669908}"/>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6553200" y="2800350"/>
              <a:ext cx="2362200" cy="22612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3" name="Picture 3">
              <a:extLst>
                <a:ext uri="{FF2B5EF4-FFF2-40B4-BE49-F238E27FC236}">
                  <a16:creationId xmlns:a16="http://schemas.microsoft.com/office/drawing/2014/main" id="{B0860B39-CC6F-4FC5-9107-97D28F94CE5F}"/>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4389120" y="971551"/>
              <a:ext cx="2616591" cy="23976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4" name="Straight Arrow Connector 53">
              <a:extLst>
                <a:ext uri="{FF2B5EF4-FFF2-40B4-BE49-F238E27FC236}">
                  <a16:creationId xmlns:a16="http://schemas.microsoft.com/office/drawing/2014/main" id="{30FA8CFE-813D-4E2E-93DE-3364809DED4F}"/>
                </a:ext>
              </a:extLst>
            </p:cNvPr>
            <p:cNvCxnSpPr>
              <a:stCxn id="55" idx="3"/>
            </p:cNvCxnSpPr>
            <p:nvPr/>
          </p:nvCxnSpPr>
          <p:spPr>
            <a:xfrm flipV="1">
              <a:off x="6136798" y="3453306"/>
              <a:ext cx="1178402" cy="467575"/>
            </a:xfrm>
            <a:prstGeom prst="straightConnector1">
              <a:avLst/>
            </a:prstGeom>
            <a:ln>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4FDE3D9C-0A1C-4643-BAC8-7993FC1BB76A}"/>
                </a:ext>
              </a:extLst>
            </p:cNvPr>
            <p:cNvSpPr txBox="1"/>
            <p:nvPr/>
          </p:nvSpPr>
          <p:spPr>
            <a:xfrm>
              <a:off x="5312533" y="3705437"/>
              <a:ext cx="824265" cy="430887"/>
            </a:xfrm>
            <a:prstGeom prst="rect">
              <a:avLst/>
            </a:prstGeom>
            <a:noFill/>
            <a:ln>
              <a:noFill/>
            </a:ln>
          </p:spPr>
          <p:txBody>
            <a:bodyPr wrap="none" rtlCol="0">
              <a:spAutoFit/>
            </a:bodyPr>
            <a:lstStyle/>
            <a:p>
              <a:r>
                <a:rPr lang="en-US" sz="1100" dirty="0">
                  <a:solidFill>
                    <a:srgbClr val="FF0000"/>
                  </a:solidFill>
                </a:rPr>
                <a:t>Foramen </a:t>
              </a:r>
            </a:p>
            <a:p>
              <a:r>
                <a:rPr lang="en-US" sz="1100" dirty="0" err="1">
                  <a:solidFill>
                    <a:srgbClr val="FF0000"/>
                  </a:solidFill>
                </a:rPr>
                <a:t>Rotundum</a:t>
              </a:r>
              <a:endParaRPr lang="en-US" sz="1100" dirty="0">
                <a:solidFill>
                  <a:srgbClr val="FF0000"/>
                </a:solidFill>
              </a:endParaRPr>
            </a:p>
          </p:txBody>
        </p:sp>
        <p:cxnSp>
          <p:nvCxnSpPr>
            <p:cNvPr id="56" name="Straight Arrow Connector 55">
              <a:extLst>
                <a:ext uri="{FF2B5EF4-FFF2-40B4-BE49-F238E27FC236}">
                  <a16:creationId xmlns:a16="http://schemas.microsoft.com/office/drawing/2014/main" id="{D837ED40-23F0-47CF-A316-488130E21DB2}"/>
                </a:ext>
              </a:extLst>
            </p:cNvPr>
            <p:cNvCxnSpPr>
              <a:stCxn id="55" idx="0"/>
            </p:cNvCxnSpPr>
            <p:nvPr/>
          </p:nvCxnSpPr>
          <p:spPr>
            <a:xfrm flipV="1">
              <a:off x="5724666" y="3072306"/>
              <a:ext cx="346637" cy="633131"/>
            </a:xfrm>
            <a:prstGeom prst="straightConnector1">
              <a:avLst/>
            </a:prstGeom>
            <a:ln>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57" name="Freeform 3">
              <a:extLst>
                <a:ext uri="{FF2B5EF4-FFF2-40B4-BE49-F238E27FC236}">
                  <a16:creationId xmlns:a16="http://schemas.microsoft.com/office/drawing/2014/main" id="{04398382-7984-43CC-85F8-36812F97DA48}"/>
                </a:ext>
              </a:extLst>
            </p:cNvPr>
            <p:cNvSpPr/>
            <p:nvPr/>
          </p:nvSpPr>
          <p:spPr>
            <a:xfrm>
              <a:off x="6072792" y="3001409"/>
              <a:ext cx="76548" cy="69451"/>
            </a:xfrm>
            <a:custGeom>
              <a:avLst/>
              <a:gdLst>
                <a:gd name="connsiteX0" fmla="*/ 53688 w 76548"/>
                <a:gd name="connsiteY0" fmla="*/ 871 h 69451"/>
                <a:gd name="connsiteX1" fmla="*/ 348 w 76548"/>
                <a:gd name="connsiteY1" fmla="*/ 31351 h 69451"/>
                <a:gd name="connsiteX2" fmla="*/ 7968 w 76548"/>
                <a:gd name="connsiteY2" fmla="*/ 54211 h 69451"/>
                <a:gd name="connsiteX3" fmla="*/ 53688 w 76548"/>
                <a:gd name="connsiteY3" fmla="*/ 69451 h 69451"/>
                <a:gd name="connsiteX4" fmla="*/ 76548 w 76548"/>
                <a:gd name="connsiteY4" fmla="*/ 61831 h 69451"/>
                <a:gd name="connsiteX5" fmla="*/ 76548 w 76548"/>
                <a:gd name="connsiteY5" fmla="*/ 16111 h 69451"/>
                <a:gd name="connsiteX6" fmla="*/ 53688 w 76548"/>
                <a:gd name="connsiteY6" fmla="*/ 8491 h 69451"/>
                <a:gd name="connsiteX7" fmla="*/ 53688 w 76548"/>
                <a:gd name="connsiteY7" fmla="*/ 871 h 69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548" h="69451">
                  <a:moveTo>
                    <a:pt x="53688" y="871"/>
                  </a:moveTo>
                  <a:cubicBezTo>
                    <a:pt x="44798" y="4681"/>
                    <a:pt x="5374" y="1194"/>
                    <a:pt x="348" y="31351"/>
                  </a:cubicBezTo>
                  <a:cubicBezTo>
                    <a:pt x="-972" y="39274"/>
                    <a:pt x="1432" y="49542"/>
                    <a:pt x="7968" y="54211"/>
                  </a:cubicBezTo>
                  <a:cubicBezTo>
                    <a:pt x="21040" y="63548"/>
                    <a:pt x="53688" y="69451"/>
                    <a:pt x="53688" y="69451"/>
                  </a:cubicBezTo>
                  <a:cubicBezTo>
                    <a:pt x="61308" y="66911"/>
                    <a:pt x="70868" y="67511"/>
                    <a:pt x="76548" y="61831"/>
                  </a:cubicBezTo>
                  <a:cubicBezTo>
                    <a:pt x="86708" y="51671"/>
                    <a:pt x="86708" y="26271"/>
                    <a:pt x="76548" y="16111"/>
                  </a:cubicBezTo>
                  <a:cubicBezTo>
                    <a:pt x="70868" y="10431"/>
                    <a:pt x="60872" y="12083"/>
                    <a:pt x="53688" y="8491"/>
                  </a:cubicBezTo>
                  <a:cubicBezTo>
                    <a:pt x="50475" y="6885"/>
                    <a:pt x="62578" y="-2939"/>
                    <a:pt x="53688" y="871"/>
                  </a:cubicBezTo>
                  <a:close/>
                </a:path>
              </a:pathLst>
            </a:custGeom>
            <a:solidFill>
              <a:srgbClr val="FFC000">
                <a:alpha val="24000"/>
              </a:srgbClr>
            </a:solidFill>
            <a:ln w="31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4">
              <a:extLst>
                <a:ext uri="{FF2B5EF4-FFF2-40B4-BE49-F238E27FC236}">
                  <a16:creationId xmlns:a16="http://schemas.microsoft.com/office/drawing/2014/main" id="{351C2DD3-F5D1-4A2F-9FF2-DA3AF0C0DB59}"/>
                </a:ext>
              </a:extLst>
            </p:cNvPr>
            <p:cNvSpPr/>
            <p:nvPr/>
          </p:nvSpPr>
          <p:spPr>
            <a:xfrm>
              <a:off x="7306339" y="3366841"/>
              <a:ext cx="77441" cy="138640"/>
            </a:xfrm>
            <a:custGeom>
              <a:avLst/>
              <a:gdLst>
                <a:gd name="connsiteX0" fmla="*/ 54581 w 77441"/>
                <a:gd name="connsiteY0" fmla="*/ 1199 h 138640"/>
                <a:gd name="connsiteX1" fmla="*/ 62201 w 77441"/>
                <a:gd name="connsiteY1" fmla="*/ 39299 h 138640"/>
                <a:gd name="connsiteX2" fmla="*/ 77441 w 77441"/>
                <a:gd name="connsiteY2" fmla="*/ 123119 h 138640"/>
                <a:gd name="connsiteX3" fmla="*/ 54581 w 77441"/>
                <a:gd name="connsiteY3" fmla="*/ 138359 h 138640"/>
                <a:gd name="connsiteX4" fmla="*/ 8861 w 77441"/>
                <a:gd name="connsiteY4" fmla="*/ 107879 h 138640"/>
                <a:gd name="connsiteX5" fmla="*/ 1241 w 77441"/>
                <a:gd name="connsiteY5" fmla="*/ 16439 h 138640"/>
                <a:gd name="connsiteX6" fmla="*/ 24101 w 77441"/>
                <a:gd name="connsiteY6" fmla="*/ 8819 h 138640"/>
                <a:gd name="connsiteX7" fmla="*/ 54581 w 77441"/>
                <a:gd name="connsiteY7" fmla="*/ 1199 h 13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441" h="138640">
                  <a:moveTo>
                    <a:pt x="54581" y="1199"/>
                  </a:moveTo>
                  <a:cubicBezTo>
                    <a:pt x="60931" y="6279"/>
                    <a:pt x="60232" y="26498"/>
                    <a:pt x="62201" y="39299"/>
                  </a:cubicBezTo>
                  <a:cubicBezTo>
                    <a:pt x="74510" y="119307"/>
                    <a:pt x="61897" y="76487"/>
                    <a:pt x="77441" y="123119"/>
                  </a:cubicBezTo>
                  <a:cubicBezTo>
                    <a:pt x="69821" y="128199"/>
                    <a:pt x="63614" y="136853"/>
                    <a:pt x="54581" y="138359"/>
                  </a:cubicBezTo>
                  <a:cubicBezTo>
                    <a:pt x="35676" y="141510"/>
                    <a:pt x="18378" y="117396"/>
                    <a:pt x="8861" y="107879"/>
                  </a:cubicBezTo>
                  <a:cubicBezTo>
                    <a:pt x="6321" y="77399"/>
                    <a:pt x="-3410" y="46669"/>
                    <a:pt x="1241" y="16439"/>
                  </a:cubicBezTo>
                  <a:cubicBezTo>
                    <a:pt x="2462" y="8500"/>
                    <a:pt x="16069" y="8819"/>
                    <a:pt x="24101" y="8819"/>
                  </a:cubicBezTo>
                  <a:cubicBezTo>
                    <a:pt x="41613" y="8819"/>
                    <a:pt x="48231" y="-3881"/>
                    <a:pt x="54581" y="1199"/>
                  </a:cubicBezTo>
                  <a:close/>
                </a:path>
              </a:pathLst>
            </a:custGeom>
            <a:solidFill>
              <a:srgbClr val="FFC000">
                <a:alpha val="27000"/>
              </a:srgbClr>
            </a:solidFill>
            <a:ln w="31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749747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 Anatomy: V3</a:t>
            </a:r>
          </a:p>
        </p:txBody>
      </p:sp>
      <p:pic>
        <p:nvPicPr>
          <p:cNvPr id="819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5517410" y="1141970"/>
            <a:ext cx="3405484" cy="36572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4577729" y="3236466"/>
            <a:ext cx="939681" cy="523220"/>
          </a:xfrm>
          <a:prstGeom prst="rect">
            <a:avLst/>
          </a:prstGeom>
          <a:noFill/>
        </p:spPr>
        <p:txBody>
          <a:bodyPr wrap="none" rtlCol="0">
            <a:spAutoFit/>
          </a:bodyPr>
          <a:lstStyle/>
          <a:p>
            <a:r>
              <a:rPr lang="en-US" sz="1400" dirty="0">
                <a:solidFill>
                  <a:srgbClr val="FF0000"/>
                </a:solidFill>
              </a:rPr>
              <a:t>Foramen </a:t>
            </a:r>
          </a:p>
          <a:p>
            <a:r>
              <a:rPr lang="en-US" sz="1400" dirty="0" err="1">
                <a:solidFill>
                  <a:srgbClr val="FF0000"/>
                </a:solidFill>
              </a:rPr>
              <a:t>Ovale</a:t>
            </a:r>
            <a:endParaRPr lang="en-US" sz="1400" dirty="0">
              <a:solidFill>
                <a:srgbClr val="FF0000"/>
              </a:solidFill>
            </a:endParaRPr>
          </a:p>
        </p:txBody>
      </p:sp>
      <p:pic>
        <p:nvPicPr>
          <p:cNvPr id="1027" name="Picture 3"/>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606857" y="1983198"/>
            <a:ext cx="3954427" cy="19597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Arrow Connector 4"/>
          <p:cNvCxnSpPr>
            <a:stCxn id="7" idx="1"/>
          </p:cNvCxnSpPr>
          <p:nvPr/>
        </p:nvCxnSpPr>
        <p:spPr>
          <a:xfrm flipH="1" flipV="1">
            <a:off x="3350014" y="3066153"/>
            <a:ext cx="1227715" cy="431923"/>
          </a:xfrm>
          <a:prstGeom prst="straightConnector1">
            <a:avLst/>
          </a:prstGeom>
          <a:ln w="15875">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8" name="Freeform 7"/>
          <p:cNvSpPr/>
          <p:nvPr/>
        </p:nvSpPr>
        <p:spPr>
          <a:xfrm>
            <a:off x="3200400" y="2992783"/>
            <a:ext cx="149614" cy="73370"/>
          </a:xfrm>
          <a:custGeom>
            <a:avLst/>
            <a:gdLst>
              <a:gd name="connsiteX0" fmla="*/ 102096 w 149614"/>
              <a:gd name="connsiteY0" fmla="*/ 3773 h 73370"/>
              <a:gd name="connsiteX1" fmla="*/ 128794 w 149614"/>
              <a:gd name="connsiteY1" fmla="*/ 37145 h 73370"/>
              <a:gd name="connsiteX2" fmla="*/ 148817 w 149614"/>
              <a:gd name="connsiteY2" fmla="*/ 57168 h 73370"/>
              <a:gd name="connsiteX3" fmla="*/ 108770 w 149614"/>
              <a:gd name="connsiteY3" fmla="*/ 70517 h 73370"/>
              <a:gd name="connsiteX4" fmla="*/ 8654 w 149614"/>
              <a:gd name="connsiteY4" fmla="*/ 63843 h 73370"/>
              <a:gd name="connsiteX5" fmla="*/ 15328 w 149614"/>
              <a:gd name="connsiteY5" fmla="*/ 10447 h 73370"/>
              <a:gd name="connsiteX6" fmla="*/ 102096 w 149614"/>
              <a:gd name="connsiteY6" fmla="*/ 3773 h 7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614" h="73370">
                <a:moveTo>
                  <a:pt x="102096" y="3773"/>
                </a:moveTo>
                <a:cubicBezTo>
                  <a:pt x="121007" y="8223"/>
                  <a:pt x="119413" y="26424"/>
                  <a:pt x="128794" y="37145"/>
                </a:cubicBezTo>
                <a:cubicBezTo>
                  <a:pt x="135010" y="44248"/>
                  <a:pt x="153673" y="49074"/>
                  <a:pt x="148817" y="57168"/>
                </a:cubicBezTo>
                <a:cubicBezTo>
                  <a:pt x="141577" y="69234"/>
                  <a:pt x="108770" y="70517"/>
                  <a:pt x="108770" y="70517"/>
                </a:cubicBezTo>
                <a:cubicBezTo>
                  <a:pt x="75398" y="68292"/>
                  <a:pt x="36788" y="81929"/>
                  <a:pt x="8654" y="63843"/>
                </a:cubicBezTo>
                <a:cubicBezTo>
                  <a:pt x="-6434" y="54143"/>
                  <a:pt x="-246" y="19346"/>
                  <a:pt x="15328" y="10447"/>
                </a:cubicBezTo>
                <a:cubicBezTo>
                  <a:pt x="40440" y="-3903"/>
                  <a:pt x="83185" y="-677"/>
                  <a:pt x="102096" y="3773"/>
                </a:cubicBezTo>
                <a:close/>
              </a:path>
            </a:pathLst>
          </a:custGeom>
          <a:solidFill>
            <a:srgbClr val="FFC000">
              <a:alpha val="25000"/>
            </a:srgbClr>
          </a:solidFill>
          <a:ln w="31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6589173" y="2770591"/>
            <a:ext cx="155528" cy="100201"/>
          </a:xfrm>
          <a:custGeom>
            <a:avLst/>
            <a:gdLst>
              <a:gd name="connsiteX0" fmla="*/ 142180 w 155528"/>
              <a:gd name="connsiteY0" fmla="*/ 13433 h 100201"/>
              <a:gd name="connsiteX1" fmla="*/ 108807 w 155528"/>
              <a:gd name="connsiteY1" fmla="*/ 84 h 100201"/>
              <a:gd name="connsiteX2" fmla="*/ 88784 w 155528"/>
              <a:gd name="connsiteY2" fmla="*/ 6759 h 100201"/>
              <a:gd name="connsiteX3" fmla="*/ 42063 w 155528"/>
              <a:gd name="connsiteY3" fmla="*/ 13433 h 100201"/>
              <a:gd name="connsiteX4" fmla="*/ 15365 w 155528"/>
              <a:gd name="connsiteY4" fmla="*/ 26782 h 100201"/>
              <a:gd name="connsiteX5" fmla="*/ 8690 w 155528"/>
              <a:gd name="connsiteY5" fmla="*/ 80178 h 100201"/>
              <a:gd name="connsiteX6" fmla="*/ 88784 w 155528"/>
              <a:gd name="connsiteY6" fmla="*/ 100201 h 100201"/>
              <a:gd name="connsiteX7" fmla="*/ 148854 w 155528"/>
              <a:gd name="connsiteY7" fmla="*/ 73503 h 100201"/>
              <a:gd name="connsiteX8" fmla="*/ 155528 w 155528"/>
              <a:gd name="connsiteY8" fmla="*/ 53480 h 100201"/>
              <a:gd name="connsiteX9" fmla="*/ 122156 w 155528"/>
              <a:gd name="connsiteY9" fmla="*/ 13433 h 100201"/>
              <a:gd name="connsiteX10" fmla="*/ 142180 w 155528"/>
              <a:gd name="connsiteY10" fmla="*/ 13433 h 100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528" h="100201">
                <a:moveTo>
                  <a:pt x="142180" y="13433"/>
                </a:moveTo>
                <a:cubicBezTo>
                  <a:pt x="139955" y="11208"/>
                  <a:pt x="120696" y="1570"/>
                  <a:pt x="108807" y="84"/>
                </a:cubicBezTo>
                <a:cubicBezTo>
                  <a:pt x="101826" y="-789"/>
                  <a:pt x="95683" y="5379"/>
                  <a:pt x="88784" y="6759"/>
                </a:cubicBezTo>
                <a:cubicBezTo>
                  <a:pt x="73358" y="9844"/>
                  <a:pt x="57637" y="11208"/>
                  <a:pt x="42063" y="13433"/>
                </a:cubicBezTo>
                <a:cubicBezTo>
                  <a:pt x="33164" y="17883"/>
                  <a:pt x="23009" y="20412"/>
                  <a:pt x="15365" y="26782"/>
                </a:cubicBezTo>
                <a:cubicBezTo>
                  <a:pt x="1306" y="38498"/>
                  <a:pt x="-7451" y="64037"/>
                  <a:pt x="8690" y="80178"/>
                </a:cubicBezTo>
                <a:cubicBezTo>
                  <a:pt x="19268" y="90756"/>
                  <a:pt x="75548" y="97995"/>
                  <a:pt x="88784" y="100201"/>
                </a:cubicBezTo>
                <a:cubicBezTo>
                  <a:pt x="122232" y="94627"/>
                  <a:pt x="130358" y="101247"/>
                  <a:pt x="148854" y="73503"/>
                </a:cubicBezTo>
                <a:cubicBezTo>
                  <a:pt x="152756" y="67649"/>
                  <a:pt x="153303" y="60154"/>
                  <a:pt x="155528" y="53480"/>
                </a:cubicBezTo>
                <a:cubicBezTo>
                  <a:pt x="146614" y="26737"/>
                  <a:pt x="152462" y="31617"/>
                  <a:pt x="122156" y="13433"/>
                </a:cubicBezTo>
                <a:cubicBezTo>
                  <a:pt x="120248" y="12288"/>
                  <a:pt x="144405" y="15658"/>
                  <a:pt x="142180" y="13433"/>
                </a:cubicBezTo>
                <a:close/>
              </a:path>
            </a:pathLst>
          </a:custGeom>
          <a:solidFill>
            <a:srgbClr val="FFC000">
              <a:alpha val="25000"/>
            </a:srgbClr>
          </a:solidFill>
          <a:ln w="31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p:cNvCxnSpPr/>
          <p:nvPr/>
        </p:nvCxnSpPr>
        <p:spPr>
          <a:xfrm flipV="1">
            <a:off x="5329771" y="2870792"/>
            <a:ext cx="1259402" cy="629980"/>
          </a:xfrm>
          <a:prstGeom prst="straightConnector1">
            <a:avLst/>
          </a:prstGeom>
          <a:ln w="12700">
            <a:solidFill>
              <a:srgbClr val="FFC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01622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 Anatomy: Cranial exit sites</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1386" y="1136891"/>
            <a:ext cx="3954463" cy="37547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561643" y="1127059"/>
            <a:ext cx="3868367" cy="1384995"/>
          </a:xfrm>
          <a:prstGeom prst="rect">
            <a:avLst/>
          </a:prstGeom>
          <a:noFill/>
        </p:spPr>
        <p:txBody>
          <a:bodyPr wrap="none" rtlCol="0">
            <a:spAutoFit/>
          </a:bodyPr>
          <a:lstStyle/>
          <a:p>
            <a:r>
              <a:rPr lang="en-US" sz="2800" dirty="0">
                <a:solidFill>
                  <a:srgbClr val="C00000"/>
                </a:solidFill>
              </a:rPr>
              <a:t>V1 exits through the</a:t>
            </a:r>
          </a:p>
          <a:p>
            <a:r>
              <a:rPr lang="en-US" sz="2800" dirty="0">
                <a:solidFill>
                  <a:srgbClr val="C00000"/>
                </a:solidFill>
              </a:rPr>
              <a:t>Superior orbital fissure</a:t>
            </a:r>
          </a:p>
          <a:p>
            <a:r>
              <a:rPr lang="en-US" sz="2800" dirty="0">
                <a:solidFill>
                  <a:srgbClr val="C00000"/>
                </a:solidFill>
              </a:rPr>
              <a:t>(not pictured)</a:t>
            </a:r>
          </a:p>
        </p:txBody>
      </p:sp>
      <p:sp>
        <p:nvSpPr>
          <p:cNvPr id="6" name="TextBox 5"/>
          <p:cNvSpPr txBox="1"/>
          <p:nvPr/>
        </p:nvSpPr>
        <p:spPr>
          <a:xfrm>
            <a:off x="566292" y="2631988"/>
            <a:ext cx="3251211" cy="954107"/>
          </a:xfrm>
          <a:prstGeom prst="rect">
            <a:avLst/>
          </a:prstGeom>
          <a:noFill/>
        </p:spPr>
        <p:txBody>
          <a:bodyPr wrap="none" rtlCol="0">
            <a:spAutoFit/>
          </a:bodyPr>
          <a:lstStyle/>
          <a:p>
            <a:r>
              <a:rPr lang="en-US" sz="2800" dirty="0">
                <a:solidFill>
                  <a:srgbClr val="92D050"/>
                </a:solidFill>
              </a:rPr>
              <a:t>V2 exits through </a:t>
            </a:r>
          </a:p>
          <a:p>
            <a:r>
              <a:rPr lang="en-US" sz="2800" dirty="0">
                <a:solidFill>
                  <a:srgbClr val="92D050"/>
                </a:solidFill>
              </a:rPr>
              <a:t>Foramen </a:t>
            </a:r>
            <a:r>
              <a:rPr lang="en-US" sz="2800" dirty="0" err="1">
                <a:solidFill>
                  <a:srgbClr val="92D050"/>
                </a:solidFill>
              </a:rPr>
              <a:t>rotundum</a:t>
            </a:r>
            <a:endParaRPr lang="en-US" sz="2000" dirty="0">
              <a:solidFill>
                <a:srgbClr val="92D050"/>
              </a:solidFill>
            </a:endParaRPr>
          </a:p>
        </p:txBody>
      </p:sp>
      <p:sp>
        <p:nvSpPr>
          <p:cNvPr id="7" name="TextBox 6"/>
          <p:cNvSpPr txBox="1"/>
          <p:nvPr/>
        </p:nvSpPr>
        <p:spPr>
          <a:xfrm>
            <a:off x="568750" y="3714750"/>
            <a:ext cx="2805576" cy="954107"/>
          </a:xfrm>
          <a:prstGeom prst="rect">
            <a:avLst/>
          </a:prstGeom>
          <a:noFill/>
        </p:spPr>
        <p:txBody>
          <a:bodyPr wrap="none" rtlCol="0">
            <a:spAutoFit/>
          </a:bodyPr>
          <a:lstStyle/>
          <a:p>
            <a:r>
              <a:rPr lang="en-US" sz="2800" dirty="0">
                <a:solidFill>
                  <a:srgbClr val="00B0F0"/>
                </a:solidFill>
              </a:rPr>
              <a:t>V3 exits through</a:t>
            </a:r>
          </a:p>
          <a:p>
            <a:r>
              <a:rPr lang="en-US" sz="2800" dirty="0">
                <a:solidFill>
                  <a:srgbClr val="00B0F0"/>
                </a:solidFill>
              </a:rPr>
              <a:t>Foramen </a:t>
            </a:r>
            <a:r>
              <a:rPr lang="en-US" sz="2800" dirty="0" err="1">
                <a:solidFill>
                  <a:srgbClr val="00B0F0"/>
                </a:solidFill>
              </a:rPr>
              <a:t>ovale</a:t>
            </a:r>
            <a:endParaRPr lang="en-US" sz="2800" dirty="0">
              <a:solidFill>
                <a:srgbClr val="00B0F0"/>
              </a:solidFill>
            </a:endParaRPr>
          </a:p>
        </p:txBody>
      </p:sp>
      <p:sp>
        <p:nvSpPr>
          <p:cNvPr id="3" name="Freeform 2"/>
          <p:cNvSpPr/>
          <p:nvPr/>
        </p:nvSpPr>
        <p:spPr>
          <a:xfrm>
            <a:off x="5029200" y="2330245"/>
            <a:ext cx="294967" cy="265471"/>
          </a:xfrm>
          <a:custGeom>
            <a:avLst/>
            <a:gdLst>
              <a:gd name="connsiteX0" fmla="*/ 245806 w 294967"/>
              <a:gd name="connsiteY0" fmla="*/ 9832 h 265471"/>
              <a:gd name="connsiteX1" fmla="*/ 196645 w 294967"/>
              <a:gd name="connsiteY1" fmla="*/ 0 h 265471"/>
              <a:gd name="connsiteX2" fmla="*/ 137651 w 294967"/>
              <a:gd name="connsiteY2" fmla="*/ 29497 h 265471"/>
              <a:gd name="connsiteX3" fmla="*/ 127819 w 294967"/>
              <a:gd name="connsiteY3" fmla="*/ 58994 h 265471"/>
              <a:gd name="connsiteX4" fmla="*/ 68825 w 294967"/>
              <a:gd name="connsiteY4" fmla="*/ 78658 h 265471"/>
              <a:gd name="connsiteX5" fmla="*/ 19664 w 294967"/>
              <a:gd name="connsiteY5" fmla="*/ 117987 h 265471"/>
              <a:gd name="connsiteX6" fmla="*/ 0 w 294967"/>
              <a:gd name="connsiteY6" fmla="*/ 147484 h 265471"/>
              <a:gd name="connsiteX7" fmla="*/ 9832 w 294967"/>
              <a:gd name="connsiteY7" fmla="*/ 235974 h 265471"/>
              <a:gd name="connsiteX8" fmla="*/ 39329 w 294967"/>
              <a:gd name="connsiteY8" fmla="*/ 245807 h 265471"/>
              <a:gd name="connsiteX9" fmla="*/ 108154 w 294967"/>
              <a:gd name="connsiteY9" fmla="*/ 265471 h 265471"/>
              <a:gd name="connsiteX10" fmla="*/ 216309 w 294967"/>
              <a:gd name="connsiteY10" fmla="*/ 235974 h 265471"/>
              <a:gd name="connsiteX11" fmla="*/ 255638 w 294967"/>
              <a:gd name="connsiteY11" fmla="*/ 176981 h 265471"/>
              <a:gd name="connsiteX12" fmla="*/ 265471 w 294967"/>
              <a:gd name="connsiteY12" fmla="*/ 147484 h 265471"/>
              <a:gd name="connsiteX13" fmla="*/ 294967 w 294967"/>
              <a:gd name="connsiteY13" fmla="*/ 88490 h 265471"/>
              <a:gd name="connsiteX14" fmla="*/ 285135 w 294967"/>
              <a:gd name="connsiteY14" fmla="*/ 49161 h 265471"/>
              <a:gd name="connsiteX15" fmla="*/ 255638 w 294967"/>
              <a:gd name="connsiteY15" fmla="*/ 39329 h 265471"/>
              <a:gd name="connsiteX16" fmla="*/ 176980 w 294967"/>
              <a:gd name="connsiteY16" fmla="*/ 29497 h 265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94967" h="265471">
                <a:moveTo>
                  <a:pt x="245806" y="9832"/>
                </a:moveTo>
                <a:cubicBezTo>
                  <a:pt x="229419" y="6555"/>
                  <a:pt x="213357" y="0"/>
                  <a:pt x="196645" y="0"/>
                </a:cubicBezTo>
                <a:cubicBezTo>
                  <a:pt x="176290" y="0"/>
                  <a:pt x="152565" y="19554"/>
                  <a:pt x="137651" y="29497"/>
                </a:cubicBezTo>
                <a:cubicBezTo>
                  <a:pt x="134374" y="39329"/>
                  <a:pt x="136253" y="52970"/>
                  <a:pt x="127819" y="58994"/>
                </a:cubicBezTo>
                <a:cubicBezTo>
                  <a:pt x="110952" y="71042"/>
                  <a:pt x="68825" y="78658"/>
                  <a:pt x="68825" y="78658"/>
                </a:cubicBezTo>
                <a:cubicBezTo>
                  <a:pt x="12471" y="163192"/>
                  <a:pt x="87509" y="63711"/>
                  <a:pt x="19664" y="117987"/>
                </a:cubicBezTo>
                <a:cubicBezTo>
                  <a:pt x="10437" y="125369"/>
                  <a:pt x="6555" y="137652"/>
                  <a:pt x="0" y="147484"/>
                </a:cubicBezTo>
                <a:cubicBezTo>
                  <a:pt x="3277" y="176981"/>
                  <a:pt x="-1190" y="208418"/>
                  <a:pt x="9832" y="235974"/>
                </a:cubicBezTo>
                <a:cubicBezTo>
                  <a:pt x="13681" y="245597"/>
                  <a:pt x="29364" y="242960"/>
                  <a:pt x="39329" y="245807"/>
                </a:cubicBezTo>
                <a:cubicBezTo>
                  <a:pt x="125768" y="270504"/>
                  <a:pt x="37419" y="241893"/>
                  <a:pt x="108154" y="265471"/>
                </a:cubicBezTo>
                <a:cubicBezTo>
                  <a:pt x="196867" y="243293"/>
                  <a:pt x="161173" y="254354"/>
                  <a:pt x="216309" y="235974"/>
                </a:cubicBezTo>
                <a:cubicBezTo>
                  <a:pt x="239690" y="165838"/>
                  <a:pt x="206537" y="250633"/>
                  <a:pt x="255638" y="176981"/>
                </a:cubicBezTo>
                <a:cubicBezTo>
                  <a:pt x="261387" y="168357"/>
                  <a:pt x="260836" y="156754"/>
                  <a:pt x="265471" y="147484"/>
                </a:cubicBezTo>
                <a:cubicBezTo>
                  <a:pt x="303588" y="71251"/>
                  <a:pt x="270256" y="162625"/>
                  <a:pt x="294967" y="88490"/>
                </a:cubicBezTo>
                <a:cubicBezTo>
                  <a:pt x="291690" y="75380"/>
                  <a:pt x="293577" y="59713"/>
                  <a:pt x="285135" y="49161"/>
                </a:cubicBezTo>
                <a:cubicBezTo>
                  <a:pt x="278661" y="41068"/>
                  <a:pt x="265755" y="41577"/>
                  <a:pt x="255638" y="39329"/>
                </a:cubicBezTo>
                <a:cubicBezTo>
                  <a:pt x="206544" y="28419"/>
                  <a:pt x="211200" y="29497"/>
                  <a:pt x="176980" y="29497"/>
                </a:cubicBezTo>
              </a:path>
            </a:pathLst>
          </a:custGeom>
          <a:solidFill>
            <a:srgbClr val="00B0F0">
              <a:alpha val="38000"/>
            </a:srgb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8" name="Freeform 7"/>
          <p:cNvSpPr/>
          <p:nvPr/>
        </p:nvSpPr>
        <p:spPr>
          <a:xfrm>
            <a:off x="3226842" y="4324350"/>
            <a:ext cx="294967" cy="265470"/>
          </a:xfrm>
          <a:custGeom>
            <a:avLst/>
            <a:gdLst>
              <a:gd name="connsiteX0" fmla="*/ 245806 w 294967"/>
              <a:gd name="connsiteY0" fmla="*/ 9832 h 265471"/>
              <a:gd name="connsiteX1" fmla="*/ 196645 w 294967"/>
              <a:gd name="connsiteY1" fmla="*/ 0 h 265471"/>
              <a:gd name="connsiteX2" fmla="*/ 137651 w 294967"/>
              <a:gd name="connsiteY2" fmla="*/ 29497 h 265471"/>
              <a:gd name="connsiteX3" fmla="*/ 127819 w 294967"/>
              <a:gd name="connsiteY3" fmla="*/ 58994 h 265471"/>
              <a:gd name="connsiteX4" fmla="*/ 68825 w 294967"/>
              <a:gd name="connsiteY4" fmla="*/ 78658 h 265471"/>
              <a:gd name="connsiteX5" fmla="*/ 19664 w 294967"/>
              <a:gd name="connsiteY5" fmla="*/ 117987 h 265471"/>
              <a:gd name="connsiteX6" fmla="*/ 0 w 294967"/>
              <a:gd name="connsiteY6" fmla="*/ 147484 h 265471"/>
              <a:gd name="connsiteX7" fmla="*/ 9832 w 294967"/>
              <a:gd name="connsiteY7" fmla="*/ 235974 h 265471"/>
              <a:gd name="connsiteX8" fmla="*/ 39329 w 294967"/>
              <a:gd name="connsiteY8" fmla="*/ 245807 h 265471"/>
              <a:gd name="connsiteX9" fmla="*/ 108154 w 294967"/>
              <a:gd name="connsiteY9" fmla="*/ 265471 h 265471"/>
              <a:gd name="connsiteX10" fmla="*/ 216309 w 294967"/>
              <a:gd name="connsiteY10" fmla="*/ 235974 h 265471"/>
              <a:gd name="connsiteX11" fmla="*/ 255638 w 294967"/>
              <a:gd name="connsiteY11" fmla="*/ 176981 h 265471"/>
              <a:gd name="connsiteX12" fmla="*/ 265471 w 294967"/>
              <a:gd name="connsiteY12" fmla="*/ 147484 h 265471"/>
              <a:gd name="connsiteX13" fmla="*/ 294967 w 294967"/>
              <a:gd name="connsiteY13" fmla="*/ 88490 h 265471"/>
              <a:gd name="connsiteX14" fmla="*/ 285135 w 294967"/>
              <a:gd name="connsiteY14" fmla="*/ 49161 h 265471"/>
              <a:gd name="connsiteX15" fmla="*/ 255638 w 294967"/>
              <a:gd name="connsiteY15" fmla="*/ 39329 h 265471"/>
              <a:gd name="connsiteX16" fmla="*/ 176980 w 294967"/>
              <a:gd name="connsiteY16" fmla="*/ 29497 h 265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94967" h="265471">
                <a:moveTo>
                  <a:pt x="245806" y="9832"/>
                </a:moveTo>
                <a:cubicBezTo>
                  <a:pt x="229419" y="6555"/>
                  <a:pt x="213357" y="0"/>
                  <a:pt x="196645" y="0"/>
                </a:cubicBezTo>
                <a:cubicBezTo>
                  <a:pt x="176290" y="0"/>
                  <a:pt x="152565" y="19554"/>
                  <a:pt x="137651" y="29497"/>
                </a:cubicBezTo>
                <a:cubicBezTo>
                  <a:pt x="134374" y="39329"/>
                  <a:pt x="136253" y="52970"/>
                  <a:pt x="127819" y="58994"/>
                </a:cubicBezTo>
                <a:cubicBezTo>
                  <a:pt x="110952" y="71042"/>
                  <a:pt x="68825" y="78658"/>
                  <a:pt x="68825" y="78658"/>
                </a:cubicBezTo>
                <a:cubicBezTo>
                  <a:pt x="12471" y="163192"/>
                  <a:pt x="87509" y="63711"/>
                  <a:pt x="19664" y="117987"/>
                </a:cubicBezTo>
                <a:cubicBezTo>
                  <a:pt x="10437" y="125369"/>
                  <a:pt x="6555" y="137652"/>
                  <a:pt x="0" y="147484"/>
                </a:cubicBezTo>
                <a:cubicBezTo>
                  <a:pt x="3277" y="176981"/>
                  <a:pt x="-1190" y="208418"/>
                  <a:pt x="9832" y="235974"/>
                </a:cubicBezTo>
                <a:cubicBezTo>
                  <a:pt x="13681" y="245597"/>
                  <a:pt x="29364" y="242960"/>
                  <a:pt x="39329" y="245807"/>
                </a:cubicBezTo>
                <a:cubicBezTo>
                  <a:pt x="125768" y="270504"/>
                  <a:pt x="37419" y="241893"/>
                  <a:pt x="108154" y="265471"/>
                </a:cubicBezTo>
                <a:cubicBezTo>
                  <a:pt x="196867" y="243293"/>
                  <a:pt x="161173" y="254354"/>
                  <a:pt x="216309" y="235974"/>
                </a:cubicBezTo>
                <a:cubicBezTo>
                  <a:pt x="239690" y="165838"/>
                  <a:pt x="206537" y="250633"/>
                  <a:pt x="255638" y="176981"/>
                </a:cubicBezTo>
                <a:cubicBezTo>
                  <a:pt x="261387" y="168357"/>
                  <a:pt x="260836" y="156754"/>
                  <a:pt x="265471" y="147484"/>
                </a:cubicBezTo>
                <a:cubicBezTo>
                  <a:pt x="303588" y="71251"/>
                  <a:pt x="270256" y="162625"/>
                  <a:pt x="294967" y="88490"/>
                </a:cubicBezTo>
                <a:cubicBezTo>
                  <a:pt x="291690" y="75380"/>
                  <a:pt x="293577" y="59713"/>
                  <a:pt x="285135" y="49161"/>
                </a:cubicBezTo>
                <a:cubicBezTo>
                  <a:pt x="278661" y="41068"/>
                  <a:pt x="265755" y="41577"/>
                  <a:pt x="255638" y="39329"/>
                </a:cubicBezTo>
                <a:cubicBezTo>
                  <a:pt x="206544" y="28419"/>
                  <a:pt x="211200" y="29497"/>
                  <a:pt x="176980" y="29497"/>
                </a:cubicBezTo>
              </a:path>
            </a:pathLst>
          </a:custGeom>
          <a:solidFill>
            <a:srgbClr val="00B0F0">
              <a:alpha val="38000"/>
            </a:srgb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9" name="Freeform 8"/>
          <p:cNvSpPr/>
          <p:nvPr/>
        </p:nvSpPr>
        <p:spPr>
          <a:xfrm>
            <a:off x="5286962" y="1784554"/>
            <a:ext cx="199438" cy="176981"/>
          </a:xfrm>
          <a:custGeom>
            <a:avLst/>
            <a:gdLst>
              <a:gd name="connsiteX0" fmla="*/ 196645 w 199438"/>
              <a:gd name="connsiteY0" fmla="*/ 167149 h 176981"/>
              <a:gd name="connsiteX1" fmla="*/ 176981 w 199438"/>
              <a:gd name="connsiteY1" fmla="*/ 49162 h 176981"/>
              <a:gd name="connsiteX2" fmla="*/ 157316 w 199438"/>
              <a:gd name="connsiteY2" fmla="*/ 19665 h 176981"/>
              <a:gd name="connsiteX3" fmla="*/ 127819 w 199438"/>
              <a:gd name="connsiteY3" fmla="*/ 0 h 176981"/>
              <a:gd name="connsiteX4" fmla="*/ 9832 w 199438"/>
              <a:gd name="connsiteY4" fmla="*/ 39330 h 176981"/>
              <a:gd name="connsiteX5" fmla="*/ 0 w 199438"/>
              <a:gd name="connsiteY5" fmla="*/ 68826 h 176981"/>
              <a:gd name="connsiteX6" fmla="*/ 19665 w 199438"/>
              <a:gd name="connsiteY6" fmla="*/ 98323 h 176981"/>
              <a:gd name="connsiteX7" fmla="*/ 49161 w 199438"/>
              <a:gd name="connsiteY7" fmla="*/ 117988 h 176981"/>
              <a:gd name="connsiteX8" fmla="*/ 58994 w 199438"/>
              <a:gd name="connsiteY8" fmla="*/ 147484 h 176981"/>
              <a:gd name="connsiteX9" fmla="*/ 117987 w 199438"/>
              <a:gd name="connsiteY9" fmla="*/ 167149 h 176981"/>
              <a:gd name="connsiteX10" fmla="*/ 147484 w 199438"/>
              <a:gd name="connsiteY10" fmla="*/ 176981 h 176981"/>
              <a:gd name="connsiteX11" fmla="*/ 167148 w 199438"/>
              <a:gd name="connsiteY11" fmla="*/ 147484 h 176981"/>
              <a:gd name="connsiteX12" fmla="*/ 196645 w 199438"/>
              <a:gd name="connsiteY12" fmla="*/ 137652 h 176981"/>
              <a:gd name="connsiteX13" fmla="*/ 196645 w 199438"/>
              <a:gd name="connsiteY13" fmla="*/ 167149 h 176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438" h="176981">
                <a:moveTo>
                  <a:pt x="196645" y="167149"/>
                </a:moveTo>
                <a:cubicBezTo>
                  <a:pt x="193368" y="152401"/>
                  <a:pt x="193452" y="82105"/>
                  <a:pt x="176981" y="49162"/>
                </a:cubicBezTo>
                <a:cubicBezTo>
                  <a:pt x="171696" y="38593"/>
                  <a:pt x="165672" y="28021"/>
                  <a:pt x="157316" y="19665"/>
                </a:cubicBezTo>
                <a:cubicBezTo>
                  <a:pt x="148960" y="11309"/>
                  <a:pt x="137651" y="6555"/>
                  <a:pt x="127819" y="0"/>
                </a:cubicBezTo>
                <a:cubicBezTo>
                  <a:pt x="45564" y="8226"/>
                  <a:pt x="37785" y="-16574"/>
                  <a:pt x="9832" y="39330"/>
                </a:cubicBezTo>
                <a:cubicBezTo>
                  <a:pt x="5197" y="48600"/>
                  <a:pt x="3277" y="58994"/>
                  <a:pt x="0" y="68826"/>
                </a:cubicBezTo>
                <a:cubicBezTo>
                  <a:pt x="6555" y="78658"/>
                  <a:pt x="11309" y="89967"/>
                  <a:pt x="19665" y="98323"/>
                </a:cubicBezTo>
                <a:cubicBezTo>
                  <a:pt x="28021" y="106679"/>
                  <a:pt x="41779" y="108761"/>
                  <a:pt x="49161" y="117988"/>
                </a:cubicBezTo>
                <a:cubicBezTo>
                  <a:pt x="55635" y="126081"/>
                  <a:pt x="50560" y="141460"/>
                  <a:pt x="58994" y="147484"/>
                </a:cubicBezTo>
                <a:cubicBezTo>
                  <a:pt x="75861" y="159532"/>
                  <a:pt x="98323" y="160594"/>
                  <a:pt x="117987" y="167149"/>
                </a:cubicBezTo>
                <a:lnTo>
                  <a:pt x="147484" y="176981"/>
                </a:lnTo>
                <a:cubicBezTo>
                  <a:pt x="154039" y="167149"/>
                  <a:pt x="157921" y="154866"/>
                  <a:pt x="167148" y="147484"/>
                </a:cubicBezTo>
                <a:cubicBezTo>
                  <a:pt x="175241" y="141010"/>
                  <a:pt x="187375" y="142287"/>
                  <a:pt x="196645" y="137652"/>
                </a:cubicBezTo>
                <a:cubicBezTo>
                  <a:pt x="200791" y="135579"/>
                  <a:pt x="199922" y="181897"/>
                  <a:pt x="196645" y="167149"/>
                </a:cubicBezTo>
                <a:close/>
              </a:path>
            </a:pathLst>
          </a:custGeom>
          <a:solidFill>
            <a:schemeClr val="accent6">
              <a:lumMod val="60000"/>
              <a:lumOff val="40000"/>
              <a:alpha val="45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1" name="Freeform 10"/>
          <p:cNvSpPr/>
          <p:nvPr/>
        </p:nvSpPr>
        <p:spPr>
          <a:xfrm>
            <a:off x="3859625" y="3257550"/>
            <a:ext cx="199438" cy="176981"/>
          </a:xfrm>
          <a:custGeom>
            <a:avLst/>
            <a:gdLst>
              <a:gd name="connsiteX0" fmla="*/ 196645 w 199438"/>
              <a:gd name="connsiteY0" fmla="*/ 167149 h 176981"/>
              <a:gd name="connsiteX1" fmla="*/ 176981 w 199438"/>
              <a:gd name="connsiteY1" fmla="*/ 49162 h 176981"/>
              <a:gd name="connsiteX2" fmla="*/ 157316 w 199438"/>
              <a:gd name="connsiteY2" fmla="*/ 19665 h 176981"/>
              <a:gd name="connsiteX3" fmla="*/ 127819 w 199438"/>
              <a:gd name="connsiteY3" fmla="*/ 0 h 176981"/>
              <a:gd name="connsiteX4" fmla="*/ 9832 w 199438"/>
              <a:gd name="connsiteY4" fmla="*/ 39330 h 176981"/>
              <a:gd name="connsiteX5" fmla="*/ 0 w 199438"/>
              <a:gd name="connsiteY5" fmla="*/ 68826 h 176981"/>
              <a:gd name="connsiteX6" fmla="*/ 19665 w 199438"/>
              <a:gd name="connsiteY6" fmla="*/ 98323 h 176981"/>
              <a:gd name="connsiteX7" fmla="*/ 49161 w 199438"/>
              <a:gd name="connsiteY7" fmla="*/ 117988 h 176981"/>
              <a:gd name="connsiteX8" fmla="*/ 58994 w 199438"/>
              <a:gd name="connsiteY8" fmla="*/ 147484 h 176981"/>
              <a:gd name="connsiteX9" fmla="*/ 117987 w 199438"/>
              <a:gd name="connsiteY9" fmla="*/ 167149 h 176981"/>
              <a:gd name="connsiteX10" fmla="*/ 147484 w 199438"/>
              <a:gd name="connsiteY10" fmla="*/ 176981 h 176981"/>
              <a:gd name="connsiteX11" fmla="*/ 167148 w 199438"/>
              <a:gd name="connsiteY11" fmla="*/ 147484 h 176981"/>
              <a:gd name="connsiteX12" fmla="*/ 196645 w 199438"/>
              <a:gd name="connsiteY12" fmla="*/ 137652 h 176981"/>
              <a:gd name="connsiteX13" fmla="*/ 196645 w 199438"/>
              <a:gd name="connsiteY13" fmla="*/ 167149 h 176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438" h="176981">
                <a:moveTo>
                  <a:pt x="196645" y="167149"/>
                </a:moveTo>
                <a:cubicBezTo>
                  <a:pt x="193368" y="152401"/>
                  <a:pt x="193452" y="82105"/>
                  <a:pt x="176981" y="49162"/>
                </a:cubicBezTo>
                <a:cubicBezTo>
                  <a:pt x="171696" y="38593"/>
                  <a:pt x="165672" y="28021"/>
                  <a:pt x="157316" y="19665"/>
                </a:cubicBezTo>
                <a:cubicBezTo>
                  <a:pt x="148960" y="11309"/>
                  <a:pt x="137651" y="6555"/>
                  <a:pt x="127819" y="0"/>
                </a:cubicBezTo>
                <a:cubicBezTo>
                  <a:pt x="45564" y="8226"/>
                  <a:pt x="37785" y="-16574"/>
                  <a:pt x="9832" y="39330"/>
                </a:cubicBezTo>
                <a:cubicBezTo>
                  <a:pt x="5197" y="48600"/>
                  <a:pt x="3277" y="58994"/>
                  <a:pt x="0" y="68826"/>
                </a:cubicBezTo>
                <a:cubicBezTo>
                  <a:pt x="6555" y="78658"/>
                  <a:pt x="11309" y="89967"/>
                  <a:pt x="19665" y="98323"/>
                </a:cubicBezTo>
                <a:cubicBezTo>
                  <a:pt x="28021" y="106679"/>
                  <a:pt x="41779" y="108761"/>
                  <a:pt x="49161" y="117988"/>
                </a:cubicBezTo>
                <a:cubicBezTo>
                  <a:pt x="55635" y="126081"/>
                  <a:pt x="50560" y="141460"/>
                  <a:pt x="58994" y="147484"/>
                </a:cubicBezTo>
                <a:cubicBezTo>
                  <a:pt x="75861" y="159532"/>
                  <a:pt x="98323" y="160594"/>
                  <a:pt x="117987" y="167149"/>
                </a:cubicBezTo>
                <a:lnTo>
                  <a:pt x="147484" y="176981"/>
                </a:lnTo>
                <a:cubicBezTo>
                  <a:pt x="154039" y="167149"/>
                  <a:pt x="157921" y="154866"/>
                  <a:pt x="167148" y="147484"/>
                </a:cubicBezTo>
                <a:cubicBezTo>
                  <a:pt x="175241" y="141010"/>
                  <a:pt x="187375" y="142287"/>
                  <a:pt x="196645" y="137652"/>
                </a:cubicBezTo>
                <a:cubicBezTo>
                  <a:pt x="200791" y="135579"/>
                  <a:pt x="199922" y="181897"/>
                  <a:pt x="196645" y="167149"/>
                </a:cubicBezTo>
                <a:close/>
              </a:path>
            </a:pathLst>
          </a:custGeom>
          <a:solidFill>
            <a:schemeClr val="accent6">
              <a:lumMod val="60000"/>
              <a:lumOff val="40000"/>
              <a:alpha val="45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Tree>
    <p:extLst>
      <p:ext uri="{BB962C8B-B14F-4D97-AF65-F5344CB8AC3E}">
        <p14:creationId xmlns:p14="http://schemas.microsoft.com/office/powerpoint/2010/main" val="32760352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Normal Anatomy: </a:t>
            </a:r>
            <a:r>
              <a:rPr lang="en-US" sz="3600" dirty="0" err="1"/>
              <a:t>Extracranial</a:t>
            </a:r>
            <a:r>
              <a:rPr lang="en-US" sz="3600" dirty="0"/>
              <a:t> Branches</a:t>
            </a:r>
          </a:p>
        </p:txBody>
      </p:sp>
      <p:pic>
        <p:nvPicPr>
          <p:cNvPr id="4" name="Picture 2" descr="Drawing of the head, with areas served by specific nerves color-cod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9310" y="1227179"/>
            <a:ext cx="4533629" cy="319620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Grant 1962 654.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8200" y="1246135"/>
            <a:ext cx="2812774" cy="317725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4D09B43-C06E-46E2-B7A8-F56A515FA090}"/>
              </a:ext>
            </a:extLst>
          </p:cNvPr>
          <p:cNvSpPr txBox="1"/>
          <p:nvPr/>
        </p:nvSpPr>
        <p:spPr>
          <a:xfrm>
            <a:off x="990600" y="4512245"/>
            <a:ext cx="2289898" cy="415498"/>
          </a:xfrm>
          <a:prstGeom prst="rect">
            <a:avLst/>
          </a:prstGeom>
          <a:noFill/>
        </p:spPr>
        <p:txBody>
          <a:bodyPr wrap="square" rtlCol="0">
            <a:spAutoFit/>
          </a:bodyPr>
          <a:lstStyle/>
          <a:p>
            <a:r>
              <a:rPr lang="en-US" sz="1050" b="0" i="0" dirty="0">
                <a:solidFill>
                  <a:schemeClr val="accent1"/>
                </a:solidFill>
                <a:effectLst/>
                <a:latin typeface="Arial" panose="020B0604020202020204" pitchFamily="34" charset="0"/>
              </a:rPr>
              <a:t>Grant, John Charles </a:t>
            </a:r>
            <a:r>
              <a:rPr lang="en-US" sz="1050" b="0" i="0" dirty="0" err="1">
                <a:solidFill>
                  <a:schemeClr val="accent1"/>
                </a:solidFill>
                <a:effectLst/>
                <a:latin typeface="Arial" panose="020B0604020202020204" pitchFamily="34" charset="0"/>
              </a:rPr>
              <a:t>Boileu</a:t>
            </a:r>
            <a:r>
              <a:rPr lang="en-US" sz="1050" b="0" i="0" dirty="0">
                <a:solidFill>
                  <a:schemeClr val="accent1"/>
                </a:solidFill>
                <a:effectLst/>
                <a:latin typeface="Arial" panose="020B0604020202020204" pitchFamily="34" charset="0"/>
              </a:rPr>
              <a:t> - An atlas of anatomy, / by regions 1962</a:t>
            </a:r>
            <a:endParaRPr lang="en-US" sz="1050" dirty="0">
              <a:solidFill>
                <a:schemeClr val="accent1"/>
              </a:solidFill>
            </a:endParaRPr>
          </a:p>
        </p:txBody>
      </p:sp>
      <p:sp>
        <p:nvSpPr>
          <p:cNvPr id="5" name="TextBox 4">
            <a:extLst>
              <a:ext uri="{FF2B5EF4-FFF2-40B4-BE49-F238E27FC236}">
                <a16:creationId xmlns:a16="http://schemas.microsoft.com/office/drawing/2014/main" id="{A02FDACF-66A2-4056-A155-7699C9E0E8FE}"/>
              </a:ext>
            </a:extLst>
          </p:cNvPr>
          <p:cNvSpPr txBox="1"/>
          <p:nvPr/>
        </p:nvSpPr>
        <p:spPr>
          <a:xfrm>
            <a:off x="4800600" y="4512245"/>
            <a:ext cx="3962400" cy="430887"/>
          </a:xfrm>
          <a:prstGeom prst="rect">
            <a:avLst/>
          </a:prstGeom>
          <a:noFill/>
        </p:spPr>
        <p:txBody>
          <a:bodyPr wrap="square" rtlCol="0">
            <a:spAutoFit/>
          </a:bodyPr>
          <a:lstStyle/>
          <a:p>
            <a:r>
              <a:rPr lang="en-US" sz="1100" b="0" i="0" strike="noStrike" dirty="0">
                <a:solidFill>
                  <a:schemeClr val="accent1"/>
                </a:solidFill>
                <a:effectLst/>
                <a:latin typeface="Arial" panose="020B0604020202020204" pitchFamily="34" charset="0"/>
                <a:hlinkClick r:id="rId5" tooltip="w:en:Henry Vandyke Carter">
                  <a:extLst>
                    <a:ext uri="{A12FA001-AC4F-418D-AE19-62706E023703}">
                      <ahyp:hlinkClr xmlns:ahyp="http://schemas.microsoft.com/office/drawing/2018/hyperlinkcolor" val="tx"/>
                    </a:ext>
                  </a:extLst>
                </a:hlinkClick>
              </a:rPr>
              <a:t>Henry Vandyke Carter</a:t>
            </a:r>
            <a:r>
              <a:rPr lang="en-US" sz="1100" b="0" i="0" dirty="0">
                <a:solidFill>
                  <a:schemeClr val="accent1"/>
                </a:solidFill>
                <a:effectLst/>
                <a:latin typeface="Arial" panose="020B0604020202020204" pitchFamily="34" charset="0"/>
              </a:rPr>
              <a:t> and </a:t>
            </a:r>
            <a:r>
              <a:rPr lang="en-US" sz="1100" b="0" i="0" strike="noStrike" dirty="0">
                <a:solidFill>
                  <a:schemeClr val="accent1"/>
                </a:solidFill>
                <a:effectLst/>
                <a:latin typeface="Arial" panose="020B0604020202020204" pitchFamily="34" charset="0"/>
                <a:hlinkClick r:id="rId6">
                  <a:extLst>
                    <a:ext uri="{A12FA001-AC4F-418D-AE19-62706E023703}">
                      <ahyp:hlinkClr xmlns:ahyp="http://schemas.microsoft.com/office/drawing/2018/hyperlinkcolor" val="tx"/>
                    </a:ext>
                  </a:extLst>
                </a:hlinkClick>
              </a:rPr>
              <a:t>one more author</a:t>
            </a:r>
            <a:r>
              <a:rPr lang="en-US" sz="1100" b="0" i="0" dirty="0">
                <a:solidFill>
                  <a:schemeClr val="accent1"/>
                </a:solidFill>
                <a:effectLst/>
                <a:latin typeface="Arial" panose="020B0604020202020204" pitchFamily="34" charset="0"/>
              </a:rPr>
              <a:t> - </a:t>
            </a:r>
            <a:r>
              <a:rPr lang="en-US" sz="1100" b="0" i="0" strike="noStrike" dirty="0">
                <a:solidFill>
                  <a:schemeClr val="accent1"/>
                </a:solidFill>
                <a:effectLst/>
                <a:latin typeface="Arial" panose="020B0604020202020204" pitchFamily="34" charset="0"/>
                <a:hlinkClick r:id="rId7" tooltip="en:Henry Gray">
                  <a:extLst>
                    <a:ext uri="{A12FA001-AC4F-418D-AE19-62706E023703}">
                      <ahyp:hlinkClr xmlns:ahyp="http://schemas.microsoft.com/office/drawing/2018/hyperlinkcolor" val="tx"/>
                    </a:ext>
                  </a:extLst>
                </a:hlinkClick>
              </a:rPr>
              <a:t>Henry Gray</a:t>
            </a:r>
            <a:r>
              <a:rPr lang="en-US" sz="1100" b="0" i="0" dirty="0">
                <a:solidFill>
                  <a:schemeClr val="accent1"/>
                </a:solidFill>
                <a:effectLst/>
                <a:latin typeface="Arial" panose="020B0604020202020204" pitchFamily="34" charset="0"/>
              </a:rPr>
              <a:t> (1918) </a:t>
            </a:r>
            <a:r>
              <a:rPr lang="en-US" sz="1100" b="0" i="1" dirty="0">
                <a:solidFill>
                  <a:schemeClr val="accent1"/>
                </a:solidFill>
                <a:effectLst/>
                <a:latin typeface="Arial" panose="020B0604020202020204" pitchFamily="34" charset="0"/>
              </a:rPr>
              <a:t>Anatomy of the Human Body</a:t>
            </a:r>
            <a:r>
              <a:rPr lang="en-US" sz="1100" b="0" i="0" dirty="0">
                <a:solidFill>
                  <a:schemeClr val="accent1"/>
                </a:solidFill>
                <a:effectLst/>
                <a:latin typeface="Arial" panose="020B0604020202020204" pitchFamily="34" charset="0"/>
              </a:rPr>
              <a:t> </a:t>
            </a:r>
            <a:endParaRPr lang="en-US" sz="1100" dirty="0">
              <a:solidFill>
                <a:schemeClr val="accent1"/>
              </a:solidFill>
            </a:endParaRPr>
          </a:p>
        </p:txBody>
      </p:sp>
    </p:spTree>
    <p:extLst>
      <p:ext uri="{BB962C8B-B14F-4D97-AF65-F5344CB8AC3E}">
        <p14:creationId xmlns:p14="http://schemas.microsoft.com/office/powerpoint/2010/main" val="8711440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#5</a:t>
            </a:r>
          </a:p>
        </p:txBody>
      </p:sp>
      <p:pic>
        <p:nvPicPr>
          <p:cNvPr id="4098"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1447800" y="1200149"/>
            <a:ext cx="2934848" cy="35814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5181600" y="1157611"/>
            <a:ext cx="2802281" cy="36239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2184591" y="4857191"/>
            <a:ext cx="1310743" cy="276999"/>
          </a:xfrm>
          <a:prstGeom prst="rect">
            <a:avLst/>
          </a:prstGeom>
          <a:noFill/>
        </p:spPr>
        <p:txBody>
          <a:bodyPr wrap="none" rtlCol="0">
            <a:spAutoFit/>
          </a:bodyPr>
          <a:lstStyle/>
          <a:p>
            <a:r>
              <a:rPr lang="en-US" sz="1200" dirty="0">
                <a:solidFill>
                  <a:srgbClr val="FFC000"/>
                </a:solidFill>
              </a:rPr>
              <a:t>T1 Post-contrast</a:t>
            </a:r>
          </a:p>
        </p:txBody>
      </p:sp>
      <p:sp>
        <p:nvSpPr>
          <p:cNvPr id="5" name="TextBox 4"/>
          <p:cNvSpPr txBox="1"/>
          <p:nvPr/>
        </p:nvSpPr>
        <p:spPr>
          <a:xfrm>
            <a:off x="6228745" y="4866501"/>
            <a:ext cx="784189" cy="276999"/>
          </a:xfrm>
          <a:prstGeom prst="rect">
            <a:avLst/>
          </a:prstGeom>
          <a:noFill/>
        </p:spPr>
        <p:txBody>
          <a:bodyPr wrap="none" rtlCol="0">
            <a:spAutoFit/>
          </a:bodyPr>
          <a:lstStyle/>
          <a:p>
            <a:r>
              <a:rPr lang="en-US" sz="1200" dirty="0">
                <a:solidFill>
                  <a:srgbClr val="FFC000"/>
                </a:solidFill>
              </a:rPr>
              <a:t>T2 FLAIR</a:t>
            </a:r>
          </a:p>
        </p:txBody>
      </p:sp>
      <p:cxnSp>
        <p:nvCxnSpPr>
          <p:cNvPr id="7" name="Straight Arrow Connector 6"/>
          <p:cNvCxnSpPr/>
          <p:nvPr/>
        </p:nvCxnSpPr>
        <p:spPr>
          <a:xfrm flipH="1" flipV="1">
            <a:off x="3124200" y="3409950"/>
            <a:ext cx="609600" cy="304800"/>
          </a:xfrm>
          <a:prstGeom prst="straightConnector1">
            <a:avLst/>
          </a:prstGeom>
          <a:ln>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3200400" y="3018852"/>
            <a:ext cx="533400" cy="162498"/>
          </a:xfrm>
          <a:prstGeom prst="straightConnector1">
            <a:avLst/>
          </a:prstGeom>
          <a:ln>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a:off x="7012934" y="2343150"/>
            <a:ext cx="1445266" cy="304800"/>
          </a:xfrm>
          <a:prstGeom prst="straightConnector1">
            <a:avLst/>
          </a:prstGeom>
          <a:ln>
            <a:solidFill>
              <a:srgbClr val="FFC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07931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61" name="Shape 261"/>
          <p:cNvSpPr txBox="1"/>
          <p:nvPr/>
        </p:nvSpPr>
        <p:spPr>
          <a:xfrm>
            <a:off x="742950" y="277666"/>
            <a:ext cx="7886700" cy="610649"/>
          </a:xfrm>
          <a:prstGeom prst="rect">
            <a:avLst/>
          </a:prstGeom>
          <a:noFill/>
          <a:ln>
            <a:noFill/>
          </a:ln>
        </p:spPr>
        <p:txBody>
          <a:bodyPr lIns="68569" tIns="34275" rIns="68569" bIns="34275" anchor="ctr" anchorCtr="0">
            <a:noAutofit/>
          </a:bodyPr>
          <a:lstStyle/>
          <a:p>
            <a:pPr>
              <a:lnSpc>
                <a:spcPct val="90000"/>
              </a:lnSpc>
              <a:spcBef>
                <a:spcPts val="0"/>
              </a:spcBef>
              <a:buClr>
                <a:schemeClr val="dk1"/>
              </a:buClr>
              <a:buSzPct val="25000"/>
            </a:pPr>
            <a:r>
              <a:rPr lang="en-US" sz="3300">
                <a:solidFill>
                  <a:schemeClr val="dk2"/>
                </a:solidFill>
                <a:latin typeface="Calibri"/>
                <a:ea typeface="Calibri"/>
                <a:cs typeface="Calibri"/>
                <a:sym typeface="Calibri"/>
              </a:rPr>
              <a:t>Normal Anatomy: CN VI</a:t>
            </a:r>
          </a:p>
        </p:txBody>
      </p:sp>
      <p:grpSp>
        <p:nvGrpSpPr>
          <p:cNvPr id="3" name="Group 2"/>
          <p:cNvGrpSpPr/>
          <p:nvPr/>
        </p:nvGrpSpPr>
        <p:grpSpPr>
          <a:xfrm>
            <a:off x="5159762" y="1123950"/>
            <a:ext cx="3505200" cy="3842574"/>
            <a:chOff x="4876800" y="1117030"/>
            <a:chExt cx="3505200" cy="3842574"/>
          </a:xfrm>
        </p:grpSpPr>
        <p:pic>
          <p:nvPicPr>
            <p:cNvPr id="4" name="Picture 3"/>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4876800" y="1117030"/>
              <a:ext cx="3505200" cy="3842574"/>
            </a:xfrm>
            <a:prstGeom prst="rect">
              <a:avLst/>
            </a:prstGeom>
          </p:spPr>
        </p:pic>
        <p:sp>
          <p:nvSpPr>
            <p:cNvPr id="2" name="Oval 1"/>
            <p:cNvSpPr/>
            <p:nvPr/>
          </p:nvSpPr>
          <p:spPr>
            <a:xfrm>
              <a:off x="6629400" y="3409950"/>
              <a:ext cx="152400" cy="1524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p:cNvCxnSpPr>
              <a:endCxn id="2" idx="3"/>
            </p:cNvCxnSpPr>
            <p:nvPr/>
          </p:nvCxnSpPr>
          <p:spPr>
            <a:xfrm flipV="1">
              <a:off x="6324600" y="3540032"/>
              <a:ext cx="327118" cy="251033"/>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grpSp>
      <p:pic>
        <p:nvPicPr>
          <p:cNvPr id="7" name="Content Placeholder 3"/>
          <p:cNvPicPr>
            <a:picLocks noGrp="1" noChangeAspect="1"/>
          </p:cNvPicPr>
          <p:nvPr>
            <p:ph idx="1"/>
          </p:nvPr>
        </p:nvPicPr>
        <p:blipFill rotWithShape="1">
          <a:blip r:embed="rId4" cstate="print">
            <a:extLst>
              <a:ext uri="{28A0092B-C50C-407E-A947-70E740481C1C}">
                <a14:useLocalDpi xmlns:a14="http://schemas.microsoft.com/office/drawing/2010/main" val="0"/>
              </a:ext>
            </a:extLst>
          </a:blip>
          <a:srcRect/>
          <a:stretch/>
        </p:blipFill>
        <p:spPr>
          <a:xfrm>
            <a:off x="742950" y="1581150"/>
            <a:ext cx="4248181" cy="2832119"/>
          </a:xfrm>
        </p:spPr>
      </p:pic>
      <p:sp>
        <p:nvSpPr>
          <p:cNvPr id="9" name="Oval 8"/>
          <p:cNvSpPr/>
          <p:nvPr/>
        </p:nvSpPr>
        <p:spPr>
          <a:xfrm>
            <a:off x="2898656" y="3340670"/>
            <a:ext cx="152400" cy="1524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2438400" y="3340670"/>
            <a:ext cx="152400" cy="1524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3011727" y="2997209"/>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5"/>
          <p:cNvSpPr/>
          <p:nvPr/>
        </p:nvSpPr>
        <p:spPr>
          <a:xfrm>
            <a:off x="2832100" y="3003550"/>
            <a:ext cx="806450" cy="514350"/>
          </a:xfrm>
          <a:custGeom>
            <a:avLst/>
            <a:gdLst>
              <a:gd name="connsiteX0" fmla="*/ 209550 w 806450"/>
              <a:gd name="connsiteY0" fmla="*/ 114300 h 514350"/>
              <a:gd name="connsiteX1" fmla="*/ 177800 w 806450"/>
              <a:gd name="connsiteY1" fmla="*/ 120650 h 514350"/>
              <a:gd name="connsiteX2" fmla="*/ 158750 w 806450"/>
              <a:gd name="connsiteY2" fmla="*/ 133350 h 514350"/>
              <a:gd name="connsiteX3" fmla="*/ 120650 w 806450"/>
              <a:gd name="connsiteY3" fmla="*/ 152400 h 514350"/>
              <a:gd name="connsiteX4" fmla="*/ 76200 w 806450"/>
              <a:gd name="connsiteY4" fmla="*/ 203200 h 514350"/>
              <a:gd name="connsiteX5" fmla="*/ 63500 w 806450"/>
              <a:gd name="connsiteY5" fmla="*/ 222250 h 514350"/>
              <a:gd name="connsiteX6" fmla="*/ 44450 w 806450"/>
              <a:gd name="connsiteY6" fmla="*/ 241300 h 514350"/>
              <a:gd name="connsiteX7" fmla="*/ 31750 w 806450"/>
              <a:gd name="connsiteY7" fmla="*/ 279400 h 514350"/>
              <a:gd name="connsiteX8" fmla="*/ 19050 w 806450"/>
              <a:gd name="connsiteY8" fmla="*/ 298450 h 514350"/>
              <a:gd name="connsiteX9" fmla="*/ 6350 w 806450"/>
              <a:gd name="connsiteY9" fmla="*/ 342900 h 514350"/>
              <a:gd name="connsiteX10" fmla="*/ 0 w 806450"/>
              <a:gd name="connsiteY10" fmla="*/ 361950 h 514350"/>
              <a:gd name="connsiteX11" fmla="*/ 6350 w 806450"/>
              <a:gd name="connsiteY11" fmla="*/ 476250 h 514350"/>
              <a:gd name="connsiteX12" fmla="*/ 57150 w 806450"/>
              <a:gd name="connsiteY12" fmla="*/ 508000 h 514350"/>
              <a:gd name="connsiteX13" fmla="*/ 76200 w 806450"/>
              <a:gd name="connsiteY13" fmla="*/ 514350 h 514350"/>
              <a:gd name="connsiteX14" fmla="*/ 196850 w 806450"/>
              <a:gd name="connsiteY14" fmla="*/ 501650 h 514350"/>
              <a:gd name="connsiteX15" fmla="*/ 234950 w 806450"/>
              <a:gd name="connsiteY15" fmla="*/ 488950 h 514350"/>
              <a:gd name="connsiteX16" fmla="*/ 254000 w 806450"/>
              <a:gd name="connsiteY16" fmla="*/ 469900 h 514350"/>
              <a:gd name="connsiteX17" fmla="*/ 273050 w 806450"/>
              <a:gd name="connsiteY17" fmla="*/ 457200 h 514350"/>
              <a:gd name="connsiteX18" fmla="*/ 304800 w 806450"/>
              <a:gd name="connsiteY18" fmla="*/ 425450 h 514350"/>
              <a:gd name="connsiteX19" fmla="*/ 317500 w 806450"/>
              <a:gd name="connsiteY19" fmla="*/ 406400 h 514350"/>
              <a:gd name="connsiteX20" fmla="*/ 336550 w 806450"/>
              <a:gd name="connsiteY20" fmla="*/ 393700 h 514350"/>
              <a:gd name="connsiteX21" fmla="*/ 381000 w 806450"/>
              <a:gd name="connsiteY21" fmla="*/ 349250 h 514350"/>
              <a:gd name="connsiteX22" fmla="*/ 400050 w 806450"/>
              <a:gd name="connsiteY22" fmla="*/ 330200 h 514350"/>
              <a:gd name="connsiteX23" fmla="*/ 425450 w 806450"/>
              <a:gd name="connsiteY23" fmla="*/ 311150 h 514350"/>
              <a:gd name="connsiteX24" fmla="*/ 457200 w 806450"/>
              <a:gd name="connsiteY24" fmla="*/ 279400 h 514350"/>
              <a:gd name="connsiteX25" fmla="*/ 482600 w 806450"/>
              <a:gd name="connsiteY25" fmla="*/ 241300 h 514350"/>
              <a:gd name="connsiteX26" fmla="*/ 539750 w 806450"/>
              <a:gd name="connsiteY26" fmla="*/ 190500 h 514350"/>
              <a:gd name="connsiteX27" fmla="*/ 571500 w 806450"/>
              <a:gd name="connsiteY27" fmla="*/ 165100 h 514350"/>
              <a:gd name="connsiteX28" fmla="*/ 609600 w 806450"/>
              <a:gd name="connsiteY28" fmla="*/ 139700 h 514350"/>
              <a:gd name="connsiteX29" fmla="*/ 647700 w 806450"/>
              <a:gd name="connsiteY29" fmla="*/ 120650 h 514350"/>
              <a:gd name="connsiteX30" fmla="*/ 660400 w 806450"/>
              <a:gd name="connsiteY30" fmla="*/ 101600 h 514350"/>
              <a:gd name="connsiteX31" fmla="*/ 698500 w 806450"/>
              <a:gd name="connsiteY31" fmla="*/ 76200 h 514350"/>
              <a:gd name="connsiteX32" fmla="*/ 711200 w 806450"/>
              <a:gd name="connsiteY32" fmla="*/ 57150 h 514350"/>
              <a:gd name="connsiteX33" fmla="*/ 768350 w 806450"/>
              <a:gd name="connsiteY33" fmla="*/ 19050 h 514350"/>
              <a:gd name="connsiteX34" fmla="*/ 787400 w 806450"/>
              <a:gd name="connsiteY34" fmla="*/ 6350 h 514350"/>
              <a:gd name="connsiteX35" fmla="*/ 806450 w 806450"/>
              <a:gd name="connsiteY35" fmla="*/ 0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06450" h="514350">
                <a:moveTo>
                  <a:pt x="209550" y="114300"/>
                </a:moveTo>
                <a:cubicBezTo>
                  <a:pt x="198967" y="116417"/>
                  <a:pt x="187906" y="116860"/>
                  <a:pt x="177800" y="120650"/>
                </a:cubicBezTo>
                <a:cubicBezTo>
                  <a:pt x="170654" y="123330"/>
                  <a:pt x="165576" y="129937"/>
                  <a:pt x="158750" y="133350"/>
                </a:cubicBezTo>
                <a:cubicBezTo>
                  <a:pt x="106170" y="159640"/>
                  <a:pt x="175245" y="116004"/>
                  <a:pt x="120650" y="152400"/>
                </a:cubicBezTo>
                <a:cubicBezTo>
                  <a:pt x="91017" y="196850"/>
                  <a:pt x="107950" y="182033"/>
                  <a:pt x="76200" y="203200"/>
                </a:cubicBezTo>
                <a:cubicBezTo>
                  <a:pt x="71967" y="209550"/>
                  <a:pt x="68386" y="216387"/>
                  <a:pt x="63500" y="222250"/>
                </a:cubicBezTo>
                <a:cubicBezTo>
                  <a:pt x="57751" y="229149"/>
                  <a:pt x="48811" y="233450"/>
                  <a:pt x="44450" y="241300"/>
                </a:cubicBezTo>
                <a:cubicBezTo>
                  <a:pt x="37949" y="253002"/>
                  <a:pt x="39176" y="268261"/>
                  <a:pt x="31750" y="279400"/>
                </a:cubicBezTo>
                <a:cubicBezTo>
                  <a:pt x="27517" y="285750"/>
                  <a:pt x="22463" y="291624"/>
                  <a:pt x="19050" y="298450"/>
                </a:cubicBezTo>
                <a:cubicBezTo>
                  <a:pt x="13975" y="308600"/>
                  <a:pt x="9063" y="333405"/>
                  <a:pt x="6350" y="342900"/>
                </a:cubicBezTo>
                <a:cubicBezTo>
                  <a:pt x="4511" y="349336"/>
                  <a:pt x="2117" y="355600"/>
                  <a:pt x="0" y="361950"/>
                </a:cubicBezTo>
                <a:cubicBezTo>
                  <a:pt x="2117" y="400050"/>
                  <a:pt x="954" y="438475"/>
                  <a:pt x="6350" y="476250"/>
                </a:cubicBezTo>
                <a:cubicBezTo>
                  <a:pt x="9872" y="500904"/>
                  <a:pt x="40935" y="502595"/>
                  <a:pt x="57150" y="508000"/>
                </a:cubicBezTo>
                <a:lnTo>
                  <a:pt x="76200" y="514350"/>
                </a:lnTo>
                <a:cubicBezTo>
                  <a:pt x="115319" y="511556"/>
                  <a:pt x="157964" y="512255"/>
                  <a:pt x="196850" y="501650"/>
                </a:cubicBezTo>
                <a:cubicBezTo>
                  <a:pt x="209765" y="498128"/>
                  <a:pt x="234950" y="488950"/>
                  <a:pt x="234950" y="488950"/>
                </a:cubicBezTo>
                <a:cubicBezTo>
                  <a:pt x="241300" y="482600"/>
                  <a:pt x="247101" y="475649"/>
                  <a:pt x="254000" y="469900"/>
                </a:cubicBezTo>
                <a:cubicBezTo>
                  <a:pt x="259863" y="465014"/>
                  <a:pt x="267654" y="462596"/>
                  <a:pt x="273050" y="457200"/>
                </a:cubicBezTo>
                <a:cubicBezTo>
                  <a:pt x="315383" y="414867"/>
                  <a:pt x="254000" y="459317"/>
                  <a:pt x="304800" y="425450"/>
                </a:cubicBezTo>
                <a:cubicBezTo>
                  <a:pt x="309033" y="419100"/>
                  <a:pt x="312104" y="411796"/>
                  <a:pt x="317500" y="406400"/>
                </a:cubicBezTo>
                <a:cubicBezTo>
                  <a:pt x="322896" y="401004"/>
                  <a:pt x="331524" y="399443"/>
                  <a:pt x="336550" y="393700"/>
                </a:cubicBezTo>
                <a:cubicBezTo>
                  <a:pt x="378507" y="345749"/>
                  <a:pt x="341837" y="362304"/>
                  <a:pt x="381000" y="349250"/>
                </a:cubicBezTo>
                <a:cubicBezTo>
                  <a:pt x="387350" y="342900"/>
                  <a:pt x="393232" y="336044"/>
                  <a:pt x="400050" y="330200"/>
                </a:cubicBezTo>
                <a:cubicBezTo>
                  <a:pt x="408085" y="323312"/>
                  <a:pt x="417966" y="318634"/>
                  <a:pt x="425450" y="311150"/>
                </a:cubicBezTo>
                <a:cubicBezTo>
                  <a:pt x="467783" y="268817"/>
                  <a:pt x="406400" y="313267"/>
                  <a:pt x="457200" y="279400"/>
                </a:cubicBezTo>
                <a:cubicBezTo>
                  <a:pt x="465667" y="266700"/>
                  <a:pt x="471807" y="252093"/>
                  <a:pt x="482600" y="241300"/>
                </a:cubicBezTo>
                <a:cubicBezTo>
                  <a:pt x="526096" y="197804"/>
                  <a:pt x="505756" y="213163"/>
                  <a:pt x="539750" y="190500"/>
                </a:cubicBezTo>
                <a:cubicBezTo>
                  <a:pt x="563216" y="155301"/>
                  <a:pt x="539024" y="183142"/>
                  <a:pt x="571500" y="165100"/>
                </a:cubicBezTo>
                <a:cubicBezTo>
                  <a:pt x="584843" y="157687"/>
                  <a:pt x="595120" y="144527"/>
                  <a:pt x="609600" y="139700"/>
                </a:cubicBezTo>
                <a:cubicBezTo>
                  <a:pt x="635890" y="130937"/>
                  <a:pt x="623081" y="137063"/>
                  <a:pt x="647700" y="120650"/>
                </a:cubicBezTo>
                <a:cubicBezTo>
                  <a:pt x="651933" y="114300"/>
                  <a:pt x="654657" y="106626"/>
                  <a:pt x="660400" y="101600"/>
                </a:cubicBezTo>
                <a:cubicBezTo>
                  <a:pt x="671887" y="91549"/>
                  <a:pt x="698500" y="76200"/>
                  <a:pt x="698500" y="76200"/>
                </a:cubicBezTo>
                <a:cubicBezTo>
                  <a:pt x="702733" y="69850"/>
                  <a:pt x="705457" y="62176"/>
                  <a:pt x="711200" y="57150"/>
                </a:cubicBezTo>
                <a:lnTo>
                  <a:pt x="768350" y="19050"/>
                </a:lnTo>
                <a:cubicBezTo>
                  <a:pt x="774700" y="14817"/>
                  <a:pt x="780160" y="8763"/>
                  <a:pt x="787400" y="6350"/>
                </a:cubicBezTo>
                <a:lnTo>
                  <a:pt x="806450" y="0"/>
                </a:ln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03739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pic>
        <p:nvPicPr>
          <p:cNvPr id="272" name="Shape 272"/>
          <p:cNvPicPr preferRelativeResize="0"/>
          <p:nvPr/>
        </p:nvPicPr>
        <p:blipFill rotWithShape="1">
          <a:blip r:embed="rId3">
            <a:alphaModFix/>
            <a:extLst>
              <a:ext uri="{28A0092B-C50C-407E-A947-70E740481C1C}">
                <a14:useLocalDpi xmlns:a14="http://schemas.microsoft.com/office/drawing/2010/main" val="0"/>
              </a:ext>
            </a:extLst>
          </a:blip>
          <a:srcRect/>
          <a:stretch/>
        </p:blipFill>
        <p:spPr>
          <a:xfrm>
            <a:off x="3798243" y="1386151"/>
            <a:ext cx="2266200" cy="2881800"/>
          </a:xfrm>
          <a:prstGeom prst="rect">
            <a:avLst/>
          </a:prstGeom>
          <a:noFill/>
          <a:ln>
            <a:noFill/>
          </a:ln>
        </p:spPr>
      </p:pic>
      <p:pic>
        <p:nvPicPr>
          <p:cNvPr id="273" name="Shape 273"/>
          <p:cNvPicPr preferRelativeResize="0"/>
          <p:nvPr/>
        </p:nvPicPr>
        <p:blipFill rotWithShape="1">
          <a:blip r:embed="rId4">
            <a:alphaModFix/>
            <a:extLst>
              <a:ext uri="{28A0092B-C50C-407E-A947-70E740481C1C}">
                <a14:useLocalDpi xmlns:a14="http://schemas.microsoft.com/office/drawing/2010/main" val="0"/>
              </a:ext>
            </a:extLst>
          </a:blip>
          <a:srcRect/>
          <a:stretch/>
        </p:blipFill>
        <p:spPr>
          <a:xfrm>
            <a:off x="628658" y="1386151"/>
            <a:ext cx="2914650" cy="2866950"/>
          </a:xfrm>
          <a:prstGeom prst="rect">
            <a:avLst/>
          </a:prstGeom>
          <a:noFill/>
          <a:ln>
            <a:noFill/>
          </a:ln>
        </p:spPr>
      </p:pic>
      <p:cxnSp>
        <p:nvCxnSpPr>
          <p:cNvPr id="274" name="Shape 274"/>
          <p:cNvCxnSpPr/>
          <p:nvPr/>
        </p:nvCxnSpPr>
        <p:spPr>
          <a:xfrm rot="10800000">
            <a:off x="2051687" y="2970617"/>
            <a:ext cx="121950" cy="1381500"/>
          </a:xfrm>
          <a:prstGeom prst="straightConnector1">
            <a:avLst/>
          </a:prstGeom>
          <a:noFill/>
          <a:ln w="38100" cap="flat" cmpd="sng">
            <a:solidFill>
              <a:schemeClr val="dk2"/>
            </a:solidFill>
            <a:prstDash val="solid"/>
            <a:miter/>
            <a:headEnd type="none" w="med" len="med"/>
            <a:tailEnd type="none" w="med" len="med"/>
          </a:ln>
        </p:spPr>
      </p:cxnSp>
      <p:cxnSp>
        <p:nvCxnSpPr>
          <p:cNvPr id="275" name="Shape 275"/>
          <p:cNvCxnSpPr/>
          <p:nvPr/>
        </p:nvCxnSpPr>
        <p:spPr>
          <a:xfrm rot="10800000" flipH="1">
            <a:off x="2173637" y="3781742"/>
            <a:ext cx="2404800" cy="570375"/>
          </a:xfrm>
          <a:prstGeom prst="straightConnector1">
            <a:avLst/>
          </a:prstGeom>
          <a:noFill/>
          <a:ln w="38100" cap="flat" cmpd="sng">
            <a:solidFill>
              <a:schemeClr val="dk2"/>
            </a:solidFill>
            <a:prstDash val="solid"/>
            <a:miter/>
            <a:headEnd type="none" w="med" len="med"/>
            <a:tailEnd type="none" w="med" len="med"/>
          </a:ln>
        </p:spPr>
      </p:cxnSp>
      <p:sp>
        <p:nvSpPr>
          <p:cNvPr id="276" name="Shape 276"/>
          <p:cNvSpPr txBox="1"/>
          <p:nvPr/>
        </p:nvSpPr>
        <p:spPr>
          <a:xfrm>
            <a:off x="1731931" y="4328864"/>
            <a:ext cx="1066724" cy="346275"/>
          </a:xfrm>
          <a:prstGeom prst="rect">
            <a:avLst/>
          </a:prstGeom>
          <a:noFill/>
          <a:ln>
            <a:noFill/>
          </a:ln>
        </p:spPr>
        <p:txBody>
          <a:bodyPr lIns="68569" tIns="34275" rIns="68569" bIns="34275" anchor="t" anchorCtr="0">
            <a:noAutofit/>
          </a:bodyPr>
          <a:lstStyle/>
          <a:p>
            <a:pPr>
              <a:spcBef>
                <a:spcPts val="0"/>
              </a:spcBef>
              <a:buSzPct val="25000"/>
            </a:pPr>
            <a:r>
              <a:rPr lang="en-US" dirty="0">
                <a:solidFill>
                  <a:schemeClr val="dk2"/>
                </a:solidFill>
                <a:latin typeface="Calibri"/>
                <a:ea typeface="Calibri"/>
                <a:cs typeface="Calibri"/>
                <a:sym typeface="Calibri"/>
              </a:rPr>
              <a:t>MEDULLA</a:t>
            </a:r>
          </a:p>
        </p:txBody>
      </p:sp>
      <p:cxnSp>
        <p:nvCxnSpPr>
          <p:cNvPr id="277" name="Shape 277"/>
          <p:cNvCxnSpPr>
            <a:stCxn id="278" idx="0"/>
          </p:cNvCxnSpPr>
          <p:nvPr/>
        </p:nvCxnSpPr>
        <p:spPr>
          <a:xfrm flipH="1" flipV="1">
            <a:off x="5007977" y="2781114"/>
            <a:ext cx="332550" cy="1590272"/>
          </a:xfrm>
          <a:prstGeom prst="straightConnector1">
            <a:avLst/>
          </a:prstGeom>
          <a:noFill/>
          <a:ln w="38100" cap="flat" cmpd="sng">
            <a:solidFill>
              <a:schemeClr val="dk2"/>
            </a:solidFill>
            <a:prstDash val="solid"/>
            <a:miter/>
            <a:headEnd type="none" w="med" len="med"/>
            <a:tailEnd type="none" w="med" len="med"/>
          </a:ln>
        </p:spPr>
      </p:cxnSp>
      <p:sp>
        <p:nvSpPr>
          <p:cNvPr id="278" name="Shape 278"/>
          <p:cNvSpPr txBox="1"/>
          <p:nvPr/>
        </p:nvSpPr>
        <p:spPr>
          <a:xfrm>
            <a:off x="5007977" y="4371386"/>
            <a:ext cx="665100" cy="346275"/>
          </a:xfrm>
          <a:prstGeom prst="rect">
            <a:avLst/>
          </a:prstGeom>
          <a:noFill/>
          <a:ln>
            <a:noFill/>
          </a:ln>
        </p:spPr>
        <p:txBody>
          <a:bodyPr lIns="68569" tIns="34275" rIns="68569" bIns="34275" anchor="t" anchorCtr="0">
            <a:noAutofit/>
          </a:bodyPr>
          <a:lstStyle/>
          <a:p>
            <a:pPr>
              <a:spcBef>
                <a:spcPts val="0"/>
              </a:spcBef>
              <a:buSzPct val="25000"/>
            </a:pPr>
            <a:r>
              <a:rPr lang="en-US" dirty="0">
                <a:solidFill>
                  <a:schemeClr val="dk2"/>
                </a:solidFill>
                <a:latin typeface="Calibri"/>
                <a:ea typeface="Calibri"/>
                <a:cs typeface="Calibri"/>
                <a:sym typeface="Calibri"/>
              </a:rPr>
              <a:t>PONS</a:t>
            </a:r>
          </a:p>
        </p:txBody>
      </p:sp>
      <p:cxnSp>
        <p:nvCxnSpPr>
          <p:cNvPr id="280" name="Shape 280"/>
          <p:cNvCxnSpPr/>
          <p:nvPr/>
        </p:nvCxnSpPr>
        <p:spPr>
          <a:xfrm flipH="1">
            <a:off x="2449920" y="2105288"/>
            <a:ext cx="348750" cy="227475"/>
          </a:xfrm>
          <a:prstGeom prst="straightConnector1">
            <a:avLst/>
          </a:prstGeom>
          <a:noFill/>
          <a:ln w="57150" cap="flat" cmpd="sng">
            <a:solidFill>
              <a:schemeClr val="lt1"/>
            </a:solidFill>
            <a:prstDash val="solid"/>
            <a:miter/>
            <a:headEnd type="none" w="med" len="med"/>
            <a:tailEnd type="triangle" w="lg" len="lg"/>
          </a:ln>
        </p:spPr>
      </p:cxnSp>
      <p:cxnSp>
        <p:nvCxnSpPr>
          <p:cNvPr id="281" name="Shape 281"/>
          <p:cNvCxnSpPr/>
          <p:nvPr/>
        </p:nvCxnSpPr>
        <p:spPr>
          <a:xfrm flipH="1">
            <a:off x="4325699" y="2098990"/>
            <a:ext cx="296550" cy="227475"/>
          </a:xfrm>
          <a:prstGeom prst="straightConnector1">
            <a:avLst/>
          </a:prstGeom>
          <a:noFill/>
          <a:ln w="57150" cap="flat" cmpd="sng">
            <a:solidFill>
              <a:schemeClr val="lt1"/>
            </a:solidFill>
            <a:prstDash val="solid"/>
            <a:miter/>
            <a:headEnd type="none" w="med" len="med"/>
            <a:tailEnd type="triangle" w="lg" len="lg"/>
          </a:ln>
        </p:spPr>
      </p:cxnSp>
      <p:sp>
        <p:nvSpPr>
          <p:cNvPr id="282" name="Shape 282"/>
          <p:cNvSpPr/>
          <p:nvPr/>
        </p:nvSpPr>
        <p:spPr>
          <a:xfrm>
            <a:off x="3577023" y="2384766"/>
            <a:ext cx="394650" cy="434925"/>
          </a:xfrm>
          <a:prstGeom prst="rightArrow">
            <a:avLst>
              <a:gd name="adj1" fmla="val 50000"/>
              <a:gd name="adj2" fmla="val 50000"/>
            </a:avLst>
          </a:prstGeom>
          <a:solidFill>
            <a:schemeClr val="dk2"/>
          </a:solidFill>
          <a:ln w="12700" cap="flat" cmpd="sng">
            <a:solidFill>
              <a:srgbClr val="42719B"/>
            </a:solidFill>
            <a:prstDash val="solid"/>
            <a:miter/>
            <a:headEnd type="none" w="med" len="med"/>
            <a:tailEnd type="none" w="med" len="med"/>
          </a:ln>
        </p:spPr>
        <p:txBody>
          <a:bodyPr lIns="68569" tIns="34275" rIns="68569" bIns="34275" anchor="ctr" anchorCtr="0">
            <a:noAutofit/>
          </a:bodyPr>
          <a:lstStyle/>
          <a:p>
            <a:pPr algn="ctr">
              <a:spcBef>
                <a:spcPts val="0"/>
              </a:spcBef>
            </a:pPr>
            <a:endParaRPr sz="1350">
              <a:solidFill>
                <a:schemeClr val="lt1"/>
              </a:solidFill>
              <a:latin typeface="Calibri"/>
              <a:ea typeface="Calibri"/>
              <a:cs typeface="Calibri"/>
              <a:sym typeface="Calibri"/>
            </a:endParaRPr>
          </a:p>
        </p:txBody>
      </p:sp>
      <p:cxnSp>
        <p:nvCxnSpPr>
          <p:cNvPr id="283" name="Shape 283"/>
          <p:cNvCxnSpPr/>
          <p:nvPr/>
        </p:nvCxnSpPr>
        <p:spPr>
          <a:xfrm flipH="1">
            <a:off x="4254692" y="1666302"/>
            <a:ext cx="296550" cy="227475"/>
          </a:xfrm>
          <a:prstGeom prst="straightConnector1">
            <a:avLst/>
          </a:prstGeom>
          <a:noFill/>
          <a:ln w="57150" cap="flat" cmpd="sng">
            <a:solidFill>
              <a:srgbClr val="FF0000"/>
            </a:solidFill>
            <a:prstDash val="solid"/>
            <a:miter/>
            <a:headEnd type="none" w="med" len="med"/>
            <a:tailEnd type="triangle" w="lg" len="lg"/>
          </a:ln>
        </p:spPr>
      </p:cxnSp>
      <p:sp>
        <p:nvSpPr>
          <p:cNvPr id="284" name="Shape 284"/>
          <p:cNvSpPr txBox="1"/>
          <p:nvPr/>
        </p:nvSpPr>
        <p:spPr>
          <a:xfrm>
            <a:off x="742950" y="277666"/>
            <a:ext cx="7886700" cy="610649"/>
          </a:xfrm>
          <a:prstGeom prst="rect">
            <a:avLst/>
          </a:prstGeom>
          <a:noFill/>
          <a:ln>
            <a:noFill/>
          </a:ln>
        </p:spPr>
        <p:txBody>
          <a:bodyPr lIns="68569" tIns="34275" rIns="68569" bIns="34275" anchor="ctr" anchorCtr="0">
            <a:noAutofit/>
          </a:bodyPr>
          <a:lstStyle/>
          <a:p>
            <a:pPr>
              <a:lnSpc>
                <a:spcPct val="90000"/>
              </a:lnSpc>
              <a:spcBef>
                <a:spcPts val="0"/>
              </a:spcBef>
              <a:buClr>
                <a:schemeClr val="dk1"/>
              </a:buClr>
              <a:buSzPct val="25000"/>
            </a:pPr>
            <a:r>
              <a:rPr lang="en-US" sz="3300" dirty="0">
                <a:solidFill>
                  <a:schemeClr val="dk2"/>
                </a:solidFill>
                <a:latin typeface="Calibri"/>
                <a:ea typeface="Calibri"/>
                <a:cs typeface="Calibri"/>
                <a:sym typeface="Calibri"/>
              </a:rPr>
              <a:t>Normal Anatomy: CN VI</a:t>
            </a:r>
          </a:p>
        </p:txBody>
      </p:sp>
      <p:pic>
        <p:nvPicPr>
          <p:cNvPr id="15" name="Picture 14"/>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a:off x="6319378" y="1417351"/>
            <a:ext cx="2571859" cy="2819399"/>
          </a:xfrm>
          <a:prstGeom prst="rect">
            <a:avLst/>
          </a:prstGeom>
        </p:spPr>
      </p:pic>
      <p:cxnSp>
        <p:nvCxnSpPr>
          <p:cNvPr id="16" name="Shape 280"/>
          <p:cNvCxnSpPr/>
          <p:nvPr/>
        </p:nvCxnSpPr>
        <p:spPr>
          <a:xfrm flipV="1">
            <a:off x="6730926" y="3373675"/>
            <a:ext cx="625250" cy="575383"/>
          </a:xfrm>
          <a:prstGeom prst="straightConnector1">
            <a:avLst/>
          </a:prstGeom>
          <a:noFill/>
          <a:ln w="57150" cap="flat" cmpd="sng">
            <a:solidFill>
              <a:srgbClr val="0070C0"/>
            </a:solidFill>
            <a:prstDash val="solid"/>
            <a:miter/>
            <a:headEnd type="none" w="med" len="med"/>
            <a:tailEnd type="triangle" w="lg" len="lg"/>
          </a:ln>
        </p:spPr>
      </p:cxnSp>
      <p:sp>
        <p:nvSpPr>
          <p:cNvPr id="2" name="Rectangle 1"/>
          <p:cNvSpPr/>
          <p:nvPr/>
        </p:nvSpPr>
        <p:spPr>
          <a:xfrm>
            <a:off x="2417794" y="4760183"/>
            <a:ext cx="4537011" cy="341632"/>
          </a:xfrm>
          <a:prstGeom prst="rect">
            <a:avLst/>
          </a:prstGeom>
        </p:spPr>
        <p:txBody>
          <a:bodyPr wrap="none">
            <a:spAutoFit/>
          </a:bodyPr>
          <a:lstStyle/>
          <a:p>
            <a:pPr>
              <a:lnSpc>
                <a:spcPct val="90000"/>
              </a:lnSpc>
              <a:spcBef>
                <a:spcPts val="0"/>
              </a:spcBef>
              <a:buClr>
                <a:schemeClr val="dk1"/>
              </a:buClr>
              <a:buSzPct val="25000"/>
            </a:pPr>
            <a:r>
              <a:rPr lang="en-US" dirty="0">
                <a:solidFill>
                  <a:schemeClr val="dk2"/>
                </a:solidFill>
                <a:latin typeface="Calibri"/>
                <a:ea typeface="Calibri"/>
                <a:cs typeface="Calibri"/>
                <a:sym typeface="Calibri"/>
              </a:rPr>
              <a:t>Thin section high resolution T2 MR sequence</a:t>
            </a:r>
          </a:p>
        </p:txBody>
      </p:sp>
      <p:cxnSp>
        <p:nvCxnSpPr>
          <p:cNvPr id="18" name="Shape 277"/>
          <p:cNvCxnSpPr/>
          <p:nvPr/>
        </p:nvCxnSpPr>
        <p:spPr>
          <a:xfrm flipV="1">
            <a:off x="5595462" y="3181350"/>
            <a:ext cx="1505285" cy="1158835"/>
          </a:xfrm>
          <a:prstGeom prst="straightConnector1">
            <a:avLst/>
          </a:prstGeom>
          <a:noFill/>
          <a:ln w="38100" cap="flat" cmpd="sng">
            <a:solidFill>
              <a:schemeClr val="dk2"/>
            </a:solidFill>
            <a:prstDash val="solid"/>
            <a:miter/>
            <a:headEnd type="none" w="med" len="med"/>
            <a:tailEnd type="none" w="med" len="med"/>
          </a:ln>
        </p:spPr>
      </p:cxnSp>
      <p:sp>
        <p:nvSpPr>
          <p:cNvPr id="21" name="Shape 276"/>
          <p:cNvSpPr txBox="1"/>
          <p:nvPr/>
        </p:nvSpPr>
        <p:spPr>
          <a:xfrm>
            <a:off x="6707714" y="4375815"/>
            <a:ext cx="1066724" cy="346275"/>
          </a:xfrm>
          <a:prstGeom prst="rect">
            <a:avLst/>
          </a:prstGeom>
          <a:noFill/>
          <a:ln>
            <a:noFill/>
          </a:ln>
        </p:spPr>
        <p:txBody>
          <a:bodyPr lIns="68569" tIns="34275" rIns="68569" bIns="34275" anchor="t" anchorCtr="0">
            <a:noAutofit/>
          </a:bodyPr>
          <a:lstStyle/>
          <a:p>
            <a:pPr>
              <a:spcBef>
                <a:spcPts val="0"/>
              </a:spcBef>
              <a:buSzPct val="25000"/>
            </a:pPr>
            <a:r>
              <a:rPr lang="en-US" dirty="0">
                <a:solidFill>
                  <a:schemeClr val="dk2"/>
                </a:solidFill>
                <a:latin typeface="Calibri"/>
                <a:ea typeface="Calibri"/>
                <a:cs typeface="Calibri"/>
                <a:sym typeface="Calibri"/>
              </a:rPr>
              <a:t>MEDULLA</a:t>
            </a:r>
          </a:p>
        </p:txBody>
      </p:sp>
      <p:cxnSp>
        <p:nvCxnSpPr>
          <p:cNvPr id="22" name="Shape 277"/>
          <p:cNvCxnSpPr>
            <a:stCxn id="21" idx="0"/>
          </p:cNvCxnSpPr>
          <p:nvPr/>
        </p:nvCxnSpPr>
        <p:spPr>
          <a:xfrm flipV="1">
            <a:off x="7241076" y="3601349"/>
            <a:ext cx="219280" cy="774466"/>
          </a:xfrm>
          <a:prstGeom prst="straightConnector1">
            <a:avLst/>
          </a:prstGeom>
          <a:noFill/>
          <a:ln w="38100" cap="flat" cmpd="sng">
            <a:solidFill>
              <a:schemeClr val="dk2"/>
            </a:solidFill>
            <a:prstDash val="solid"/>
            <a:miter/>
            <a:headEnd type="none" w="med" len="med"/>
            <a:tailEnd type="none" w="med" len="med"/>
          </a:ln>
        </p:spPr>
      </p:cxnSp>
      <p:cxnSp>
        <p:nvCxnSpPr>
          <p:cNvPr id="24" name="Shape 280"/>
          <p:cNvCxnSpPr/>
          <p:nvPr/>
        </p:nvCxnSpPr>
        <p:spPr>
          <a:xfrm flipH="1" flipV="1">
            <a:off x="5498702" y="2223258"/>
            <a:ext cx="292498" cy="161508"/>
          </a:xfrm>
          <a:prstGeom prst="straightConnector1">
            <a:avLst/>
          </a:prstGeom>
          <a:noFill/>
          <a:ln w="57150" cap="flat" cmpd="sng">
            <a:solidFill>
              <a:schemeClr val="lt1"/>
            </a:solidFill>
            <a:prstDash val="solid"/>
            <a:miter/>
            <a:headEnd type="none" w="med" len="med"/>
            <a:tailEnd type="triangle" w="lg" len="lg"/>
          </a:ln>
        </p:spPr>
      </p:cxnSp>
    </p:spTree>
    <p:extLst>
      <p:ext uri="{BB962C8B-B14F-4D97-AF65-F5344CB8AC3E}">
        <p14:creationId xmlns:p14="http://schemas.microsoft.com/office/powerpoint/2010/main" val="38469258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C94FC715-78AF-472F-9670-78E8E848F669}"/>
              </a:ext>
            </a:extLst>
          </p:cNvPr>
          <p:cNvSpPr/>
          <p:nvPr/>
        </p:nvSpPr>
        <p:spPr>
          <a:xfrm>
            <a:off x="4191000" y="1504950"/>
            <a:ext cx="4583906" cy="2962496"/>
          </a:xfrm>
          <a:custGeom>
            <a:avLst/>
            <a:gdLst>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07406 w 3364706"/>
              <a:gd name="connsiteY20" fmla="*/ 893190 h 2200496"/>
              <a:gd name="connsiteX21" fmla="*/ 2085975 w 3364706"/>
              <a:gd name="connsiteY21" fmla="*/ 900333 h 2200496"/>
              <a:gd name="connsiteX22" fmla="*/ 2050256 w 3364706"/>
              <a:gd name="connsiteY22" fmla="*/ 921765 h 2200496"/>
              <a:gd name="connsiteX23" fmla="*/ 2014538 w 3364706"/>
              <a:gd name="connsiteY23" fmla="*/ 928908 h 2200496"/>
              <a:gd name="connsiteX24" fmla="*/ 1993106 w 3364706"/>
              <a:gd name="connsiteY24" fmla="*/ 9360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5975 w 3364706"/>
              <a:gd name="connsiteY21" fmla="*/ 900333 h 2200496"/>
              <a:gd name="connsiteX22" fmla="*/ 2050256 w 3364706"/>
              <a:gd name="connsiteY22" fmla="*/ 921765 h 2200496"/>
              <a:gd name="connsiteX23" fmla="*/ 2014538 w 3364706"/>
              <a:gd name="connsiteY23" fmla="*/ 928908 h 2200496"/>
              <a:gd name="connsiteX24" fmla="*/ 1993106 w 3364706"/>
              <a:gd name="connsiteY24" fmla="*/ 9360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21765 h 2200496"/>
              <a:gd name="connsiteX23" fmla="*/ 2014538 w 3364706"/>
              <a:gd name="connsiteY23" fmla="*/ 928908 h 2200496"/>
              <a:gd name="connsiteX24" fmla="*/ 1993106 w 3364706"/>
              <a:gd name="connsiteY24" fmla="*/ 9360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14538 w 3364706"/>
              <a:gd name="connsiteY23" fmla="*/ 928908 h 2200496"/>
              <a:gd name="connsiteX24" fmla="*/ 1993106 w 3364706"/>
              <a:gd name="connsiteY24" fmla="*/ 9360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14538 w 3364706"/>
              <a:gd name="connsiteY23" fmla="*/ 928908 h 2200496"/>
              <a:gd name="connsiteX24" fmla="*/ 2001496 w 3364706"/>
              <a:gd name="connsiteY24" fmla="*/ 10209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64531 w 3364706"/>
              <a:gd name="connsiteY25" fmla="*/ 95034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70124 w 3364706"/>
              <a:gd name="connsiteY25" fmla="*/ 103241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70124 w 3364706"/>
              <a:gd name="connsiteY25" fmla="*/ 1032410 h 2200496"/>
              <a:gd name="connsiteX26" fmla="*/ 1607344 w 3364706"/>
              <a:gd name="connsiteY26" fmla="*/ 957483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70124 w 3364706"/>
              <a:gd name="connsiteY25" fmla="*/ 1032410 h 2200496"/>
              <a:gd name="connsiteX26" fmla="*/ 1573785 w 3364706"/>
              <a:gd name="connsiteY26" fmla="*/ 1065024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70124 w 3364706"/>
              <a:gd name="connsiteY25" fmla="*/ 1032410 h 2200496"/>
              <a:gd name="connsiteX26" fmla="*/ 1573785 w 3364706"/>
              <a:gd name="connsiteY26" fmla="*/ 1065024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970124 w 3364706"/>
              <a:gd name="connsiteY25" fmla="*/ 1032410 h 2200496"/>
              <a:gd name="connsiteX26" fmla="*/ 1573785 w 3364706"/>
              <a:gd name="connsiteY26" fmla="*/ 1065024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43025 w 3364706"/>
              <a:gd name="connsiteY27" fmla="*/ 95034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20652 w 3364706"/>
              <a:gd name="connsiteY27" fmla="*/ 102392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64444 w 3364706"/>
              <a:gd name="connsiteY28" fmla="*/ 92890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228725 w 3364706"/>
              <a:gd name="connsiteY29" fmla="*/ 90747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207294 w 3364706"/>
              <a:gd name="connsiteY30" fmla="*/ 90033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71575 w 3364706"/>
              <a:gd name="connsiteY31" fmla="*/ 88604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150144 w 3364706"/>
              <a:gd name="connsiteY32" fmla="*/ 87890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080228 w 3364706"/>
              <a:gd name="connsiteY32" fmla="*/ 904372 h 2200496"/>
              <a:gd name="connsiteX33" fmla="*/ 1107281 w 3364706"/>
              <a:gd name="connsiteY33" fmla="*/ 85032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080228 w 3364706"/>
              <a:gd name="connsiteY32" fmla="*/ 904372 h 2200496"/>
              <a:gd name="connsiteX33" fmla="*/ 1051348 w 3364706"/>
              <a:gd name="connsiteY33" fmla="*/ 864477 h 2200496"/>
              <a:gd name="connsiteX34" fmla="*/ 1064419 w 3364706"/>
              <a:gd name="connsiteY34" fmla="*/ 81460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080228 w 3364706"/>
              <a:gd name="connsiteY32" fmla="*/ 904372 h 2200496"/>
              <a:gd name="connsiteX33" fmla="*/ 1051348 w 3364706"/>
              <a:gd name="connsiteY33" fmla="*/ 864477 h 2200496"/>
              <a:gd name="connsiteX34" fmla="*/ 1030859 w 3364706"/>
              <a:gd name="connsiteY34" fmla="*/ 817438 h 2200496"/>
              <a:gd name="connsiteX35" fmla="*/ 1057275 w 3364706"/>
              <a:gd name="connsiteY35" fmla="*/ 79317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080228 w 3364706"/>
              <a:gd name="connsiteY32" fmla="*/ 904372 h 2200496"/>
              <a:gd name="connsiteX33" fmla="*/ 1051348 w 3364706"/>
              <a:gd name="connsiteY33" fmla="*/ 864477 h 2200496"/>
              <a:gd name="connsiteX34" fmla="*/ 1030859 w 3364706"/>
              <a:gd name="connsiteY34" fmla="*/ 817438 h 2200496"/>
              <a:gd name="connsiteX35" fmla="*/ 1020919 w 3364706"/>
              <a:gd name="connsiteY35" fmla="*/ 796007 h 2200496"/>
              <a:gd name="connsiteX36" fmla="*/ 1028700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 name="connsiteX0" fmla="*/ 2150269 w 3364706"/>
              <a:gd name="connsiteY0" fmla="*/ 43083 h 2200496"/>
              <a:gd name="connsiteX1" fmla="*/ 2185988 w 3364706"/>
              <a:gd name="connsiteY1" fmla="*/ 50227 h 2200496"/>
              <a:gd name="connsiteX2" fmla="*/ 2214563 w 3364706"/>
              <a:gd name="connsiteY2" fmla="*/ 85946 h 2200496"/>
              <a:gd name="connsiteX3" fmla="*/ 2228850 w 3364706"/>
              <a:gd name="connsiteY3" fmla="*/ 107377 h 2200496"/>
              <a:gd name="connsiteX4" fmla="*/ 2250281 w 3364706"/>
              <a:gd name="connsiteY4" fmla="*/ 114521 h 2200496"/>
              <a:gd name="connsiteX5" fmla="*/ 2271713 w 3364706"/>
              <a:gd name="connsiteY5" fmla="*/ 164527 h 2200496"/>
              <a:gd name="connsiteX6" fmla="*/ 2286000 w 3364706"/>
              <a:gd name="connsiteY6" fmla="*/ 200246 h 2200496"/>
              <a:gd name="connsiteX7" fmla="*/ 2300288 w 3364706"/>
              <a:gd name="connsiteY7" fmla="*/ 243108 h 2200496"/>
              <a:gd name="connsiteX8" fmla="*/ 2307431 w 3364706"/>
              <a:gd name="connsiteY8" fmla="*/ 264540 h 2200496"/>
              <a:gd name="connsiteX9" fmla="*/ 2314575 w 3364706"/>
              <a:gd name="connsiteY9" fmla="*/ 285971 h 2200496"/>
              <a:gd name="connsiteX10" fmla="*/ 2307431 w 3364706"/>
              <a:gd name="connsiteY10" fmla="*/ 493140 h 2200496"/>
              <a:gd name="connsiteX11" fmla="*/ 2300288 w 3364706"/>
              <a:gd name="connsiteY11" fmla="*/ 536002 h 2200496"/>
              <a:gd name="connsiteX12" fmla="*/ 2286000 w 3364706"/>
              <a:gd name="connsiteY12" fmla="*/ 643158 h 2200496"/>
              <a:gd name="connsiteX13" fmla="*/ 2264569 w 3364706"/>
              <a:gd name="connsiteY13" fmla="*/ 721740 h 2200496"/>
              <a:gd name="connsiteX14" fmla="*/ 2250281 w 3364706"/>
              <a:gd name="connsiteY14" fmla="*/ 750315 h 2200496"/>
              <a:gd name="connsiteX15" fmla="*/ 2235994 w 3364706"/>
              <a:gd name="connsiteY15" fmla="*/ 771746 h 2200496"/>
              <a:gd name="connsiteX16" fmla="*/ 2228850 w 3364706"/>
              <a:gd name="connsiteY16" fmla="*/ 793177 h 2200496"/>
              <a:gd name="connsiteX17" fmla="*/ 2200275 w 3364706"/>
              <a:gd name="connsiteY17" fmla="*/ 814608 h 2200496"/>
              <a:gd name="connsiteX18" fmla="*/ 2178844 w 3364706"/>
              <a:gd name="connsiteY18" fmla="*/ 843183 h 2200496"/>
              <a:gd name="connsiteX19" fmla="*/ 2135981 w 3364706"/>
              <a:gd name="connsiteY19" fmla="*/ 871758 h 2200496"/>
              <a:gd name="connsiteX20" fmla="*/ 2115796 w 3364706"/>
              <a:gd name="connsiteY20" fmla="*/ 938470 h 2200496"/>
              <a:gd name="connsiteX21" fmla="*/ 2088771 w 3364706"/>
              <a:gd name="connsiteY21" fmla="*/ 951273 h 2200496"/>
              <a:gd name="connsiteX22" fmla="*/ 2050256 w 3364706"/>
              <a:gd name="connsiteY22" fmla="*/ 986855 h 2200496"/>
              <a:gd name="connsiteX23" fmla="*/ 2031318 w 3364706"/>
              <a:gd name="connsiteY23" fmla="*/ 993998 h 2200496"/>
              <a:gd name="connsiteX24" fmla="*/ 2001496 w 3364706"/>
              <a:gd name="connsiteY24" fmla="*/ 1020952 h 2200496"/>
              <a:gd name="connsiteX25" fmla="*/ 1897412 w 3364706"/>
              <a:gd name="connsiteY25" fmla="*/ 1072030 h 2200496"/>
              <a:gd name="connsiteX26" fmla="*/ 1573785 w 3364706"/>
              <a:gd name="connsiteY26" fmla="*/ 1065024 h 2200496"/>
              <a:gd name="connsiteX27" fmla="*/ 1309466 w 3364706"/>
              <a:gd name="connsiteY27" fmla="*/ 1032410 h 2200496"/>
              <a:gd name="connsiteX28" fmla="*/ 1222495 w 3364706"/>
              <a:gd name="connsiteY28" fmla="*/ 1010978 h 2200496"/>
              <a:gd name="connsiteX29" fmla="*/ 1175589 w 3364706"/>
              <a:gd name="connsiteY29" fmla="*/ 1000867 h 2200496"/>
              <a:gd name="connsiteX30" fmla="*/ 1140175 w 3364706"/>
              <a:gd name="connsiteY30" fmla="*/ 959763 h 2200496"/>
              <a:gd name="connsiteX31" fmla="*/ 1104456 w 3364706"/>
              <a:gd name="connsiteY31" fmla="*/ 934156 h 2200496"/>
              <a:gd name="connsiteX32" fmla="*/ 1080228 w 3364706"/>
              <a:gd name="connsiteY32" fmla="*/ 904372 h 2200496"/>
              <a:gd name="connsiteX33" fmla="*/ 1051348 w 3364706"/>
              <a:gd name="connsiteY33" fmla="*/ 864477 h 2200496"/>
              <a:gd name="connsiteX34" fmla="*/ 1030859 w 3364706"/>
              <a:gd name="connsiteY34" fmla="*/ 817438 h 2200496"/>
              <a:gd name="connsiteX35" fmla="*/ 1020919 w 3364706"/>
              <a:gd name="connsiteY35" fmla="*/ 796007 h 2200496"/>
              <a:gd name="connsiteX36" fmla="*/ 1009123 w 3364706"/>
              <a:gd name="connsiteY36" fmla="*/ 771746 h 2200496"/>
              <a:gd name="connsiteX37" fmla="*/ 985838 w 3364706"/>
              <a:gd name="connsiteY37" fmla="*/ 743171 h 2200496"/>
              <a:gd name="connsiteX38" fmla="*/ 950119 w 3364706"/>
              <a:gd name="connsiteY38" fmla="*/ 693165 h 2200496"/>
              <a:gd name="connsiteX39" fmla="*/ 942975 w 3364706"/>
              <a:gd name="connsiteY39" fmla="*/ 671733 h 2200496"/>
              <a:gd name="connsiteX40" fmla="*/ 928688 w 3364706"/>
              <a:gd name="connsiteY40" fmla="*/ 578865 h 2200496"/>
              <a:gd name="connsiteX41" fmla="*/ 914400 w 3364706"/>
              <a:gd name="connsiteY41" fmla="*/ 521715 h 2200496"/>
              <a:gd name="connsiteX42" fmla="*/ 907256 w 3364706"/>
              <a:gd name="connsiteY42" fmla="*/ 493140 h 2200496"/>
              <a:gd name="connsiteX43" fmla="*/ 928688 w 3364706"/>
              <a:gd name="connsiteY43" fmla="*/ 314546 h 2200496"/>
              <a:gd name="connsiteX44" fmla="*/ 942975 w 3364706"/>
              <a:gd name="connsiteY44" fmla="*/ 293115 h 2200496"/>
              <a:gd name="connsiteX45" fmla="*/ 985838 w 3364706"/>
              <a:gd name="connsiteY45" fmla="*/ 250252 h 2200496"/>
              <a:gd name="connsiteX46" fmla="*/ 1014413 w 3364706"/>
              <a:gd name="connsiteY46" fmla="*/ 221677 h 2200496"/>
              <a:gd name="connsiteX47" fmla="*/ 1021556 w 3364706"/>
              <a:gd name="connsiteY47" fmla="*/ 200246 h 2200496"/>
              <a:gd name="connsiteX48" fmla="*/ 1050131 w 3364706"/>
              <a:gd name="connsiteY48" fmla="*/ 178815 h 2200496"/>
              <a:gd name="connsiteX49" fmla="*/ 1078706 w 3364706"/>
              <a:gd name="connsiteY49" fmla="*/ 135952 h 2200496"/>
              <a:gd name="connsiteX50" fmla="*/ 1092994 w 3364706"/>
              <a:gd name="connsiteY50" fmla="*/ 114521 h 2200496"/>
              <a:gd name="connsiteX51" fmla="*/ 1078706 w 3364706"/>
              <a:gd name="connsiteY51" fmla="*/ 93090 h 2200496"/>
              <a:gd name="connsiteX52" fmla="*/ 992981 w 3364706"/>
              <a:gd name="connsiteY52" fmla="*/ 107377 h 2200496"/>
              <a:gd name="connsiteX53" fmla="*/ 950119 w 3364706"/>
              <a:gd name="connsiteY53" fmla="*/ 128808 h 2200496"/>
              <a:gd name="connsiteX54" fmla="*/ 928688 w 3364706"/>
              <a:gd name="connsiteY54" fmla="*/ 150240 h 2200496"/>
              <a:gd name="connsiteX55" fmla="*/ 907256 w 3364706"/>
              <a:gd name="connsiteY55" fmla="*/ 157383 h 2200496"/>
              <a:gd name="connsiteX56" fmla="*/ 842963 w 3364706"/>
              <a:gd name="connsiteY56" fmla="*/ 185958 h 2200496"/>
              <a:gd name="connsiteX57" fmla="*/ 771525 w 3364706"/>
              <a:gd name="connsiteY57" fmla="*/ 193102 h 2200496"/>
              <a:gd name="connsiteX58" fmla="*/ 707231 w 3364706"/>
              <a:gd name="connsiteY58" fmla="*/ 171671 h 2200496"/>
              <a:gd name="connsiteX59" fmla="*/ 678656 w 3364706"/>
              <a:gd name="connsiteY59" fmla="*/ 164527 h 2200496"/>
              <a:gd name="connsiteX60" fmla="*/ 621506 w 3364706"/>
              <a:gd name="connsiteY60" fmla="*/ 135952 h 2200496"/>
              <a:gd name="connsiteX61" fmla="*/ 600075 w 3364706"/>
              <a:gd name="connsiteY61" fmla="*/ 121665 h 2200496"/>
              <a:gd name="connsiteX62" fmla="*/ 571500 w 3364706"/>
              <a:gd name="connsiteY62" fmla="*/ 114521 h 2200496"/>
              <a:gd name="connsiteX63" fmla="*/ 542925 w 3364706"/>
              <a:gd name="connsiteY63" fmla="*/ 93090 h 2200496"/>
              <a:gd name="connsiteX64" fmla="*/ 521494 w 3364706"/>
              <a:gd name="connsiteY64" fmla="*/ 78802 h 2200496"/>
              <a:gd name="connsiteX65" fmla="*/ 507206 w 3364706"/>
              <a:gd name="connsiteY65" fmla="*/ 57371 h 2200496"/>
              <a:gd name="connsiteX66" fmla="*/ 471488 w 3364706"/>
              <a:gd name="connsiteY66" fmla="*/ 43083 h 2200496"/>
              <a:gd name="connsiteX67" fmla="*/ 442913 w 3364706"/>
              <a:gd name="connsiteY67" fmla="*/ 21652 h 2200496"/>
              <a:gd name="connsiteX68" fmla="*/ 392906 w 3364706"/>
              <a:gd name="connsiteY68" fmla="*/ 28796 h 2200496"/>
              <a:gd name="connsiteX69" fmla="*/ 364331 w 3364706"/>
              <a:gd name="connsiteY69" fmla="*/ 50227 h 2200496"/>
              <a:gd name="connsiteX70" fmla="*/ 342900 w 3364706"/>
              <a:gd name="connsiteY70" fmla="*/ 57371 h 2200496"/>
              <a:gd name="connsiteX71" fmla="*/ 321469 w 3364706"/>
              <a:gd name="connsiteY71" fmla="*/ 93090 h 2200496"/>
              <a:gd name="connsiteX72" fmla="*/ 300038 w 3364706"/>
              <a:gd name="connsiteY72" fmla="*/ 107377 h 2200496"/>
              <a:gd name="connsiteX73" fmla="*/ 271463 w 3364706"/>
              <a:gd name="connsiteY73" fmla="*/ 143096 h 2200496"/>
              <a:gd name="connsiteX74" fmla="*/ 250031 w 3364706"/>
              <a:gd name="connsiteY74" fmla="*/ 193102 h 2200496"/>
              <a:gd name="connsiteX75" fmla="*/ 221456 w 3364706"/>
              <a:gd name="connsiteY75" fmla="*/ 250252 h 2200496"/>
              <a:gd name="connsiteX76" fmla="*/ 221456 w 3364706"/>
              <a:gd name="connsiteY76" fmla="*/ 493140 h 2200496"/>
              <a:gd name="connsiteX77" fmla="*/ 214313 w 3364706"/>
              <a:gd name="connsiteY77" fmla="*/ 936052 h 2200496"/>
              <a:gd name="connsiteX78" fmla="*/ 192881 w 3364706"/>
              <a:gd name="connsiteY78" fmla="*/ 1057496 h 2200496"/>
              <a:gd name="connsiteX79" fmla="*/ 178594 w 3364706"/>
              <a:gd name="connsiteY79" fmla="*/ 1114646 h 2200496"/>
              <a:gd name="connsiteX80" fmla="*/ 178594 w 3364706"/>
              <a:gd name="connsiteY80" fmla="*/ 1393252 h 2200496"/>
              <a:gd name="connsiteX81" fmla="*/ 171450 w 3364706"/>
              <a:gd name="connsiteY81" fmla="*/ 1421827 h 2200496"/>
              <a:gd name="connsiteX82" fmla="*/ 150019 w 3364706"/>
              <a:gd name="connsiteY82" fmla="*/ 1493265 h 2200496"/>
              <a:gd name="connsiteX83" fmla="*/ 142875 w 3364706"/>
              <a:gd name="connsiteY83" fmla="*/ 1528983 h 2200496"/>
              <a:gd name="connsiteX84" fmla="*/ 135731 w 3364706"/>
              <a:gd name="connsiteY84" fmla="*/ 1557558 h 2200496"/>
              <a:gd name="connsiteX85" fmla="*/ 121444 w 3364706"/>
              <a:gd name="connsiteY85" fmla="*/ 1636140 h 2200496"/>
              <a:gd name="connsiteX86" fmla="*/ 78581 w 3364706"/>
              <a:gd name="connsiteY86" fmla="*/ 1750440 h 2200496"/>
              <a:gd name="connsiteX87" fmla="*/ 57150 w 3364706"/>
              <a:gd name="connsiteY87" fmla="*/ 1800446 h 2200496"/>
              <a:gd name="connsiteX88" fmla="*/ 50006 w 3364706"/>
              <a:gd name="connsiteY88" fmla="*/ 1836165 h 2200496"/>
              <a:gd name="connsiteX89" fmla="*/ 42863 w 3364706"/>
              <a:gd name="connsiteY89" fmla="*/ 1857596 h 2200496"/>
              <a:gd name="connsiteX90" fmla="*/ 28575 w 3364706"/>
              <a:gd name="connsiteY90" fmla="*/ 1914746 h 2200496"/>
              <a:gd name="connsiteX91" fmla="*/ 21431 w 3364706"/>
              <a:gd name="connsiteY91" fmla="*/ 1971896 h 2200496"/>
              <a:gd name="connsiteX92" fmla="*/ 7144 w 3364706"/>
              <a:gd name="connsiteY92" fmla="*/ 2093340 h 2200496"/>
              <a:gd name="connsiteX93" fmla="*/ 0 w 3364706"/>
              <a:gd name="connsiteY93" fmla="*/ 2129058 h 2200496"/>
              <a:gd name="connsiteX94" fmla="*/ 14288 w 3364706"/>
              <a:gd name="connsiteY94" fmla="*/ 2179065 h 2200496"/>
              <a:gd name="connsiteX95" fmla="*/ 71438 w 3364706"/>
              <a:gd name="connsiteY95" fmla="*/ 2200496 h 2200496"/>
              <a:gd name="connsiteX96" fmla="*/ 121444 w 3364706"/>
              <a:gd name="connsiteY96" fmla="*/ 2136202 h 2200496"/>
              <a:gd name="connsiteX97" fmla="*/ 150019 w 3364706"/>
              <a:gd name="connsiteY97" fmla="*/ 2107627 h 2200496"/>
              <a:gd name="connsiteX98" fmla="*/ 192881 w 3364706"/>
              <a:gd name="connsiteY98" fmla="*/ 2050477 h 2200496"/>
              <a:gd name="connsiteX99" fmla="*/ 228600 w 3364706"/>
              <a:gd name="connsiteY99" fmla="*/ 2029046 h 2200496"/>
              <a:gd name="connsiteX100" fmla="*/ 264319 w 3364706"/>
              <a:gd name="connsiteY100" fmla="*/ 1979040 h 2200496"/>
              <a:gd name="connsiteX101" fmla="*/ 271463 w 3364706"/>
              <a:gd name="connsiteY101" fmla="*/ 1957608 h 2200496"/>
              <a:gd name="connsiteX102" fmla="*/ 328613 w 3364706"/>
              <a:gd name="connsiteY102" fmla="*/ 1893315 h 2200496"/>
              <a:gd name="connsiteX103" fmla="*/ 364331 w 3364706"/>
              <a:gd name="connsiteY103" fmla="*/ 1850452 h 2200496"/>
              <a:gd name="connsiteX104" fmla="*/ 407194 w 3364706"/>
              <a:gd name="connsiteY104" fmla="*/ 1814733 h 2200496"/>
              <a:gd name="connsiteX105" fmla="*/ 435769 w 3364706"/>
              <a:gd name="connsiteY105" fmla="*/ 1771871 h 2200496"/>
              <a:gd name="connsiteX106" fmla="*/ 457200 w 3364706"/>
              <a:gd name="connsiteY106" fmla="*/ 1743296 h 2200496"/>
              <a:gd name="connsiteX107" fmla="*/ 485775 w 3364706"/>
              <a:gd name="connsiteY107" fmla="*/ 1700433 h 2200496"/>
              <a:gd name="connsiteX108" fmla="*/ 507206 w 3364706"/>
              <a:gd name="connsiteY108" fmla="*/ 1686146 h 2200496"/>
              <a:gd name="connsiteX109" fmla="*/ 557213 w 3364706"/>
              <a:gd name="connsiteY109" fmla="*/ 1614708 h 2200496"/>
              <a:gd name="connsiteX110" fmla="*/ 628650 w 3364706"/>
              <a:gd name="connsiteY110" fmla="*/ 1528983 h 2200496"/>
              <a:gd name="connsiteX111" fmla="*/ 664369 w 3364706"/>
              <a:gd name="connsiteY111" fmla="*/ 1486121 h 2200496"/>
              <a:gd name="connsiteX112" fmla="*/ 707231 w 3364706"/>
              <a:gd name="connsiteY112" fmla="*/ 1436115 h 2200496"/>
              <a:gd name="connsiteX113" fmla="*/ 728663 w 3364706"/>
              <a:gd name="connsiteY113" fmla="*/ 1393252 h 2200496"/>
              <a:gd name="connsiteX114" fmla="*/ 750094 w 3364706"/>
              <a:gd name="connsiteY114" fmla="*/ 1357533 h 2200496"/>
              <a:gd name="connsiteX115" fmla="*/ 778669 w 3364706"/>
              <a:gd name="connsiteY115" fmla="*/ 1328958 h 2200496"/>
              <a:gd name="connsiteX116" fmla="*/ 800100 w 3364706"/>
              <a:gd name="connsiteY116" fmla="*/ 1300383 h 2200496"/>
              <a:gd name="connsiteX117" fmla="*/ 814388 w 3364706"/>
              <a:gd name="connsiteY117" fmla="*/ 1271808 h 2200496"/>
              <a:gd name="connsiteX118" fmla="*/ 835819 w 3364706"/>
              <a:gd name="connsiteY118" fmla="*/ 1257521 h 2200496"/>
              <a:gd name="connsiteX119" fmla="*/ 857250 w 3364706"/>
              <a:gd name="connsiteY119" fmla="*/ 1207515 h 2200496"/>
              <a:gd name="connsiteX120" fmla="*/ 871538 w 3364706"/>
              <a:gd name="connsiteY120" fmla="*/ 1178940 h 2200496"/>
              <a:gd name="connsiteX121" fmla="*/ 892969 w 3364706"/>
              <a:gd name="connsiteY121" fmla="*/ 1164652 h 2200496"/>
              <a:gd name="connsiteX122" fmla="*/ 907256 w 3364706"/>
              <a:gd name="connsiteY122" fmla="*/ 1121790 h 2200496"/>
              <a:gd name="connsiteX123" fmla="*/ 992981 w 3364706"/>
              <a:gd name="connsiteY123" fmla="*/ 1086071 h 2200496"/>
              <a:gd name="connsiteX124" fmla="*/ 1035844 w 3364706"/>
              <a:gd name="connsiteY124" fmla="*/ 1057496 h 2200496"/>
              <a:gd name="connsiteX125" fmla="*/ 1064419 w 3364706"/>
              <a:gd name="connsiteY125" fmla="*/ 1036065 h 2200496"/>
              <a:gd name="connsiteX126" fmla="*/ 1185863 w 3364706"/>
              <a:gd name="connsiteY126" fmla="*/ 1043208 h 2200496"/>
              <a:gd name="connsiteX127" fmla="*/ 1243013 w 3364706"/>
              <a:gd name="connsiteY127" fmla="*/ 1057496 h 2200496"/>
              <a:gd name="connsiteX128" fmla="*/ 1278731 w 3364706"/>
              <a:gd name="connsiteY128" fmla="*/ 1064640 h 2200496"/>
              <a:gd name="connsiteX129" fmla="*/ 1300163 w 3364706"/>
              <a:gd name="connsiteY129" fmla="*/ 1071783 h 2200496"/>
              <a:gd name="connsiteX130" fmla="*/ 1414463 w 3364706"/>
              <a:gd name="connsiteY130" fmla="*/ 1078927 h 2200496"/>
              <a:gd name="connsiteX131" fmla="*/ 1485900 w 3364706"/>
              <a:gd name="connsiteY131" fmla="*/ 1093215 h 2200496"/>
              <a:gd name="connsiteX132" fmla="*/ 1514475 w 3364706"/>
              <a:gd name="connsiteY132" fmla="*/ 1100358 h 2200496"/>
              <a:gd name="connsiteX133" fmla="*/ 1550194 w 3364706"/>
              <a:gd name="connsiteY133" fmla="*/ 1107502 h 2200496"/>
              <a:gd name="connsiteX134" fmla="*/ 1964531 w 3364706"/>
              <a:gd name="connsiteY134" fmla="*/ 1100358 h 2200496"/>
              <a:gd name="connsiteX135" fmla="*/ 1985963 w 3364706"/>
              <a:gd name="connsiteY135" fmla="*/ 1093215 h 2200496"/>
              <a:gd name="connsiteX136" fmla="*/ 2043113 w 3364706"/>
              <a:gd name="connsiteY136" fmla="*/ 1086071 h 2200496"/>
              <a:gd name="connsiteX137" fmla="*/ 2093119 w 3364706"/>
              <a:gd name="connsiteY137" fmla="*/ 1078927 h 2200496"/>
              <a:gd name="connsiteX138" fmla="*/ 2150269 w 3364706"/>
              <a:gd name="connsiteY138" fmla="*/ 1071783 h 2200496"/>
              <a:gd name="connsiteX139" fmla="*/ 2178844 w 3364706"/>
              <a:gd name="connsiteY139" fmla="*/ 1064640 h 2200496"/>
              <a:gd name="connsiteX140" fmla="*/ 2207419 w 3364706"/>
              <a:gd name="connsiteY140" fmla="*/ 1078927 h 2200496"/>
              <a:gd name="connsiteX141" fmla="*/ 2250281 w 3364706"/>
              <a:gd name="connsiteY141" fmla="*/ 1121790 h 2200496"/>
              <a:gd name="connsiteX142" fmla="*/ 2278856 w 3364706"/>
              <a:gd name="connsiteY142" fmla="*/ 1150365 h 2200496"/>
              <a:gd name="connsiteX143" fmla="*/ 2307431 w 3364706"/>
              <a:gd name="connsiteY143" fmla="*/ 1171796 h 2200496"/>
              <a:gd name="connsiteX144" fmla="*/ 2328863 w 3364706"/>
              <a:gd name="connsiteY144" fmla="*/ 1214658 h 2200496"/>
              <a:gd name="connsiteX145" fmla="*/ 2350294 w 3364706"/>
              <a:gd name="connsiteY145" fmla="*/ 1228946 h 2200496"/>
              <a:gd name="connsiteX146" fmla="*/ 2357438 w 3364706"/>
              <a:gd name="connsiteY146" fmla="*/ 1257521 h 2200496"/>
              <a:gd name="connsiteX147" fmla="*/ 2386013 w 3364706"/>
              <a:gd name="connsiteY147" fmla="*/ 1278952 h 2200496"/>
              <a:gd name="connsiteX148" fmla="*/ 2414588 w 3364706"/>
              <a:gd name="connsiteY148" fmla="*/ 1307527 h 2200496"/>
              <a:gd name="connsiteX149" fmla="*/ 2421731 w 3364706"/>
              <a:gd name="connsiteY149" fmla="*/ 1328958 h 2200496"/>
              <a:gd name="connsiteX150" fmla="*/ 2464594 w 3364706"/>
              <a:gd name="connsiteY150" fmla="*/ 1364677 h 2200496"/>
              <a:gd name="connsiteX151" fmla="*/ 2500313 w 3364706"/>
              <a:gd name="connsiteY151" fmla="*/ 1400396 h 2200496"/>
              <a:gd name="connsiteX152" fmla="*/ 2507456 w 3364706"/>
              <a:gd name="connsiteY152" fmla="*/ 1421827 h 2200496"/>
              <a:gd name="connsiteX153" fmla="*/ 2571750 w 3364706"/>
              <a:gd name="connsiteY153" fmla="*/ 1471833 h 2200496"/>
              <a:gd name="connsiteX154" fmla="*/ 2607469 w 3364706"/>
              <a:gd name="connsiteY154" fmla="*/ 1514696 h 2200496"/>
              <a:gd name="connsiteX155" fmla="*/ 2628900 w 3364706"/>
              <a:gd name="connsiteY155" fmla="*/ 1536127 h 2200496"/>
              <a:gd name="connsiteX156" fmla="*/ 2657475 w 3364706"/>
              <a:gd name="connsiteY156" fmla="*/ 1571846 h 2200496"/>
              <a:gd name="connsiteX157" fmla="*/ 2678906 w 3364706"/>
              <a:gd name="connsiteY157" fmla="*/ 1614708 h 2200496"/>
              <a:gd name="connsiteX158" fmla="*/ 2714625 w 3364706"/>
              <a:gd name="connsiteY158" fmla="*/ 1679002 h 2200496"/>
              <a:gd name="connsiteX159" fmla="*/ 2736056 w 3364706"/>
              <a:gd name="connsiteY159" fmla="*/ 1700433 h 2200496"/>
              <a:gd name="connsiteX160" fmla="*/ 2786063 w 3364706"/>
              <a:gd name="connsiteY160" fmla="*/ 1786158 h 2200496"/>
              <a:gd name="connsiteX161" fmla="*/ 2807494 w 3364706"/>
              <a:gd name="connsiteY161" fmla="*/ 1814733 h 2200496"/>
              <a:gd name="connsiteX162" fmla="*/ 2828925 w 3364706"/>
              <a:gd name="connsiteY162" fmla="*/ 1843308 h 2200496"/>
              <a:gd name="connsiteX163" fmla="*/ 2843213 w 3364706"/>
              <a:gd name="connsiteY163" fmla="*/ 1864740 h 2200496"/>
              <a:gd name="connsiteX164" fmla="*/ 2864644 w 3364706"/>
              <a:gd name="connsiteY164" fmla="*/ 1879027 h 2200496"/>
              <a:gd name="connsiteX165" fmla="*/ 2900363 w 3364706"/>
              <a:gd name="connsiteY165" fmla="*/ 1914746 h 2200496"/>
              <a:gd name="connsiteX166" fmla="*/ 2914650 w 3364706"/>
              <a:gd name="connsiteY166" fmla="*/ 1936177 h 2200496"/>
              <a:gd name="connsiteX167" fmla="*/ 2964656 w 3364706"/>
              <a:gd name="connsiteY167" fmla="*/ 1957608 h 2200496"/>
              <a:gd name="connsiteX168" fmla="*/ 3021806 w 3364706"/>
              <a:gd name="connsiteY168" fmla="*/ 1986183 h 2200496"/>
              <a:gd name="connsiteX169" fmla="*/ 3064669 w 3364706"/>
              <a:gd name="connsiteY169" fmla="*/ 2000471 h 2200496"/>
              <a:gd name="connsiteX170" fmla="*/ 3086100 w 3364706"/>
              <a:gd name="connsiteY170" fmla="*/ 2014758 h 2200496"/>
              <a:gd name="connsiteX171" fmla="*/ 3128963 w 3364706"/>
              <a:gd name="connsiteY171" fmla="*/ 2029046 h 2200496"/>
              <a:gd name="connsiteX172" fmla="*/ 3186113 w 3364706"/>
              <a:gd name="connsiteY172" fmla="*/ 2057621 h 2200496"/>
              <a:gd name="connsiteX173" fmla="*/ 3214688 w 3364706"/>
              <a:gd name="connsiteY173" fmla="*/ 2079052 h 2200496"/>
              <a:gd name="connsiteX174" fmla="*/ 3236119 w 3364706"/>
              <a:gd name="connsiteY174" fmla="*/ 2086196 h 2200496"/>
              <a:gd name="connsiteX175" fmla="*/ 3264694 w 3364706"/>
              <a:gd name="connsiteY175" fmla="*/ 2100483 h 2200496"/>
              <a:gd name="connsiteX176" fmla="*/ 3336131 w 3364706"/>
              <a:gd name="connsiteY176" fmla="*/ 2121915 h 2200496"/>
              <a:gd name="connsiteX177" fmla="*/ 3357563 w 3364706"/>
              <a:gd name="connsiteY177" fmla="*/ 2136202 h 2200496"/>
              <a:gd name="connsiteX178" fmla="*/ 3364706 w 3364706"/>
              <a:gd name="connsiteY178" fmla="*/ 2114771 h 2200496"/>
              <a:gd name="connsiteX179" fmla="*/ 3357563 w 3364706"/>
              <a:gd name="connsiteY179" fmla="*/ 2021902 h 2200496"/>
              <a:gd name="connsiteX180" fmla="*/ 3321844 w 3364706"/>
              <a:gd name="connsiteY180" fmla="*/ 1979040 h 2200496"/>
              <a:gd name="connsiteX181" fmla="*/ 3307556 w 3364706"/>
              <a:gd name="connsiteY181" fmla="*/ 1793302 h 2200496"/>
              <a:gd name="connsiteX182" fmla="*/ 3286125 w 3364706"/>
              <a:gd name="connsiteY182" fmla="*/ 1714721 h 2200496"/>
              <a:gd name="connsiteX183" fmla="*/ 3264694 w 3364706"/>
              <a:gd name="connsiteY183" fmla="*/ 1650427 h 2200496"/>
              <a:gd name="connsiteX184" fmla="*/ 3257550 w 3364706"/>
              <a:gd name="connsiteY184" fmla="*/ 1607565 h 2200496"/>
              <a:gd name="connsiteX185" fmla="*/ 3243263 w 3364706"/>
              <a:gd name="connsiteY185" fmla="*/ 1493265 h 2200496"/>
              <a:gd name="connsiteX186" fmla="*/ 3228975 w 3364706"/>
              <a:gd name="connsiteY186" fmla="*/ 1428971 h 2200496"/>
              <a:gd name="connsiteX187" fmla="*/ 3200400 w 3364706"/>
              <a:gd name="connsiteY187" fmla="*/ 1371821 h 2200496"/>
              <a:gd name="connsiteX188" fmla="*/ 3193256 w 3364706"/>
              <a:gd name="connsiteY188" fmla="*/ 1336102 h 2200496"/>
              <a:gd name="connsiteX189" fmla="*/ 3178969 w 3364706"/>
              <a:gd name="connsiteY189" fmla="*/ 1286096 h 2200496"/>
              <a:gd name="connsiteX190" fmla="*/ 3164681 w 3364706"/>
              <a:gd name="connsiteY190" fmla="*/ 1228946 h 2200496"/>
              <a:gd name="connsiteX191" fmla="*/ 3157538 w 3364706"/>
              <a:gd name="connsiteY191" fmla="*/ 1143221 h 2200496"/>
              <a:gd name="connsiteX192" fmla="*/ 3143250 w 3364706"/>
              <a:gd name="connsiteY192" fmla="*/ 1093215 h 2200496"/>
              <a:gd name="connsiteX193" fmla="*/ 3136106 w 3364706"/>
              <a:gd name="connsiteY193" fmla="*/ 1014633 h 2200496"/>
              <a:gd name="connsiteX194" fmla="*/ 3114675 w 3364706"/>
              <a:gd name="connsiteY194" fmla="*/ 907477 h 2200496"/>
              <a:gd name="connsiteX195" fmla="*/ 3107531 w 3364706"/>
              <a:gd name="connsiteY195" fmla="*/ 807465 h 2200496"/>
              <a:gd name="connsiteX196" fmla="*/ 3100388 w 3364706"/>
              <a:gd name="connsiteY196" fmla="*/ 757458 h 2200496"/>
              <a:gd name="connsiteX197" fmla="*/ 3086100 w 3364706"/>
              <a:gd name="connsiteY197" fmla="*/ 607440 h 2200496"/>
              <a:gd name="connsiteX198" fmla="*/ 3078956 w 3364706"/>
              <a:gd name="connsiteY198" fmla="*/ 586008 h 2200496"/>
              <a:gd name="connsiteX199" fmla="*/ 3071813 w 3364706"/>
              <a:gd name="connsiteY199" fmla="*/ 543146 h 2200496"/>
              <a:gd name="connsiteX200" fmla="*/ 3064669 w 3364706"/>
              <a:gd name="connsiteY200" fmla="*/ 521715 h 2200496"/>
              <a:gd name="connsiteX201" fmla="*/ 3057525 w 3364706"/>
              <a:gd name="connsiteY201" fmla="*/ 457421 h 2200496"/>
              <a:gd name="connsiteX202" fmla="*/ 3043238 w 3364706"/>
              <a:gd name="connsiteY202" fmla="*/ 385983 h 2200496"/>
              <a:gd name="connsiteX203" fmla="*/ 3036094 w 3364706"/>
              <a:gd name="connsiteY203" fmla="*/ 343121 h 2200496"/>
              <a:gd name="connsiteX204" fmla="*/ 3021806 w 3364706"/>
              <a:gd name="connsiteY204" fmla="*/ 200246 h 2200496"/>
              <a:gd name="connsiteX205" fmla="*/ 3007519 w 3364706"/>
              <a:gd name="connsiteY205" fmla="*/ 150240 h 2200496"/>
              <a:gd name="connsiteX206" fmla="*/ 2986088 w 3364706"/>
              <a:gd name="connsiteY206" fmla="*/ 143096 h 2200496"/>
              <a:gd name="connsiteX207" fmla="*/ 2928938 w 3364706"/>
              <a:gd name="connsiteY207" fmla="*/ 128808 h 2200496"/>
              <a:gd name="connsiteX208" fmla="*/ 2850356 w 3364706"/>
              <a:gd name="connsiteY208" fmla="*/ 135952 h 2200496"/>
              <a:gd name="connsiteX209" fmla="*/ 2800350 w 3364706"/>
              <a:gd name="connsiteY209" fmla="*/ 171671 h 2200496"/>
              <a:gd name="connsiteX210" fmla="*/ 2757488 w 3364706"/>
              <a:gd name="connsiteY210" fmla="*/ 193102 h 2200496"/>
              <a:gd name="connsiteX211" fmla="*/ 2614613 w 3364706"/>
              <a:gd name="connsiteY211" fmla="*/ 185958 h 2200496"/>
              <a:gd name="connsiteX212" fmla="*/ 2586038 w 3364706"/>
              <a:gd name="connsiteY212" fmla="*/ 171671 h 2200496"/>
              <a:gd name="connsiteX213" fmla="*/ 2536031 w 3364706"/>
              <a:gd name="connsiteY213" fmla="*/ 157383 h 2200496"/>
              <a:gd name="connsiteX214" fmla="*/ 2486025 w 3364706"/>
              <a:gd name="connsiteY214" fmla="*/ 114521 h 2200496"/>
              <a:gd name="connsiteX215" fmla="*/ 2464594 w 3364706"/>
              <a:gd name="connsiteY215" fmla="*/ 107377 h 2200496"/>
              <a:gd name="connsiteX216" fmla="*/ 2421731 w 3364706"/>
              <a:gd name="connsiteY216" fmla="*/ 71658 h 2200496"/>
              <a:gd name="connsiteX217" fmla="*/ 2400300 w 3364706"/>
              <a:gd name="connsiteY217" fmla="*/ 64515 h 2200496"/>
              <a:gd name="connsiteX218" fmla="*/ 2357438 w 3364706"/>
              <a:gd name="connsiteY218" fmla="*/ 43083 h 2200496"/>
              <a:gd name="connsiteX219" fmla="*/ 2328863 w 3364706"/>
              <a:gd name="connsiteY219" fmla="*/ 28796 h 2200496"/>
              <a:gd name="connsiteX220" fmla="*/ 2278856 w 3364706"/>
              <a:gd name="connsiteY220" fmla="*/ 14508 h 2200496"/>
              <a:gd name="connsiteX221" fmla="*/ 2257425 w 3364706"/>
              <a:gd name="connsiteY221" fmla="*/ 221 h 2200496"/>
              <a:gd name="connsiteX222" fmla="*/ 2150269 w 3364706"/>
              <a:gd name="connsiteY222" fmla="*/ 43083 h 2200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Lst>
            <a:rect l="l" t="t" r="r" b="b"/>
            <a:pathLst>
              <a:path w="3364706" h="2200496">
                <a:moveTo>
                  <a:pt x="2150269" y="43083"/>
                </a:moveTo>
                <a:cubicBezTo>
                  <a:pt x="2138363" y="51417"/>
                  <a:pt x="2175885" y="43492"/>
                  <a:pt x="2185988" y="50227"/>
                </a:cubicBezTo>
                <a:cubicBezTo>
                  <a:pt x="2198675" y="58685"/>
                  <a:pt x="2205415" y="73748"/>
                  <a:pt x="2214563" y="85946"/>
                </a:cubicBezTo>
                <a:cubicBezTo>
                  <a:pt x="2219714" y="92814"/>
                  <a:pt x="2222146" y="102014"/>
                  <a:pt x="2228850" y="107377"/>
                </a:cubicBezTo>
                <a:cubicBezTo>
                  <a:pt x="2234730" y="112081"/>
                  <a:pt x="2243137" y="112140"/>
                  <a:pt x="2250281" y="114521"/>
                </a:cubicBezTo>
                <a:cubicBezTo>
                  <a:pt x="2275393" y="152187"/>
                  <a:pt x="2256337" y="118399"/>
                  <a:pt x="2271713" y="164527"/>
                </a:cubicBezTo>
                <a:cubicBezTo>
                  <a:pt x="2275768" y="176692"/>
                  <a:pt x="2281618" y="188195"/>
                  <a:pt x="2286000" y="200246"/>
                </a:cubicBezTo>
                <a:cubicBezTo>
                  <a:pt x="2291147" y="214400"/>
                  <a:pt x="2295526" y="228821"/>
                  <a:pt x="2300288" y="243108"/>
                </a:cubicBezTo>
                <a:lnTo>
                  <a:pt x="2307431" y="264540"/>
                </a:lnTo>
                <a:lnTo>
                  <a:pt x="2314575" y="285971"/>
                </a:lnTo>
                <a:cubicBezTo>
                  <a:pt x="2312194" y="355027"/>
                  <a:pt x="2311373" y="424155"/>
                  <a:pt x="2307431" y="493140"/>
                </a:cubicBezTo>
                <a:cubicBezTo>
                  <a:pt x="2306605" y="507601"/>
                  <a:pt x="2302336" y="521663"/>
                  <a:pt x="2300288" y="536002"/>
                </a:cubicBezTo>
                <a:cubicBezTo>
                  <a:pt x="2293067" y="586551"/>
                  <a:pt x="2294095" y="594590"/>
                  <a:pt x="2286000" y="643158"/>
                </a:cubicBezTo>
                <a:cubicBezTo>
                  <a:pt x="2282081" y="666671"/>
                  <a:pt x="2275032" y="700815"/>
                  <a:pt x="2264569" y="721740"/>
                </a:cubicBezTo>
                <a:cubicBezTo>
                  <a:pt x="2259806" y="731265"/>
                  <a:pt x="2255565" y="741069"/>
                  <a:pt x="2250281" y="750315"/>
                </a:cubicBezTo>
                <a:cubicBezTo>
                  <a:pt x="2246021" y="757769"/>
                  <a:pt x="2239834" y="764067"/>
                  <a:pt x="2235994" y="771746"/>
                </a:cubicBezTo>
                <a:cubicBezTo>
                  <a:pt x="2232626" y="778481"/>
                  <a:pt x="2233671" y="787392"/>
                  <a:pt x="2228850" y="793177"/>
                </a:cubicBezTo>
                <a:cubicBezTo>
                  <a:pt x="2221228" y="802324"/>
                  <a:pt x="2208694" y="806189"/>
                  <a:pt x="2200275" y="814608"/>
                </a:cubicBezTo>
                <a:cubicBezTo>
                  <a:pt x="2191856" y="823027"/>
                  <a:pt x="2187743" y="835273"/>
                  <a:pt x="2178844" y="843183"/>
                </a:cubicBezTo>
                <a:cubicBezTo>
                  <a:pt x="2166010" y="854591"/>
                  <a:pt x="2146489" y="855877"/>
                  <a:pt x="2135981" y="871758"/>
                </a:cubicBezTo>
                <a:cubicBezTo>
                  <a:pt x="2125473" y="887639"/>
                  <a:pt x="2123664" y="925218"/>
                  <a:pt x="2115796" y="938470"/>
                </a:cubicBezTo>
                <a:cubicBezTo>
                  <a:pt x="2107928" y="951723"/>
                  <a:pt x="2099694" y="943209"/>
                  <a:pt x="2088771" y="951273"/>
                </a:cubicBezTo>
                <a:cubicBezTo>
                  <a:pt x="2077848" y="959337"/>
                  <a:pt x="2059831" y="979734"/>
                  <a:pt x="2050256" y="986855"/>
                </a:cubicBezTo>
                <a:cubicBezTo>
                  <a:pt x="2040681" y="993976"/>
                  <a:pt x="2039445" y="988315"/>
                  <a:pt x="2031318" y="993998"/>
                </a:cubicBezTo>
                <a:cubicBezTo>
                  <a:pt x="2023191" y="999681"/>
                  <a:pt x="2023814" y="1007947"/>
                  <a:pt x="2001496" y="1020952"/>
                </a:cubicBezTo>
                <a:cubicBezTo>
                  <a:pt x="1979178" y="1033957"/>
                  <a:pt x="1968697" y="1064685"/>
                  <a:pt x="1897412" y="1072030"/>
                </a:cubicBezTo>
                <a:cubicBezTo>
                  <a:pt x="1826127" y="1079375"/>
                  <a:pt x="1729203" y="1085283"/>
                  <a:pt x="1573785" y="1065024"/>
                </a:cubicBezTo>
                <a:cubicBezTo>
                  <a:pt x="1485679" y="1062643"/>
                  <a:pt x="1368014" y="1041418"/>
                  <a:pt x="1309466" y="1032410"/>
                </a:cubicBezTo>
                <a:cubicBezTo>
                  <a:pt x="1250918" y="1023402"/>
                  <a:pt x="1244808" y="1016235"/>
                  <a:pt x="1222495" y="1010978"/>
                </a:cubicBezTo>
                <a:cubicBezTo>
                  <a:pt x="1200182" y="1005721"/>
                  <a:pt x="1189309" y="1009403"/>
                  <a:pt x="1175589" y="1000867"/>
                </a:cubicBezTo>
                <a:cubicBezTo>
                  <a:pt x="1161869" y="992331"/>
                  <a:pt x="1152030" y="970881"/>
                  <a:pt x="1140175" y="959763"/>
                </a:cubicBezTo>
                <a:cubicBezTo>
                  <a:pt x="1128320" y="948645"/>
                  <a:pt x="1114447" y="943388"/>
                  <a:pt x="1104456" y="934156"/>
                </a:cubicBezTo>
                <a:cubicBezTo>
                  <a:pt x="1094465" y="924924"/>
                  <a:pt x="1089079" y="915985"/>
                  <a:pt x="1080228" y="904372"/>
                </a:cubicBezTo>
                <a:cubicBezTo>
                  <a:pt x="1071377" y="892759"/>
                  <a:pt x="1059576" y="878966"/>
                  <a:pt x="1051348" y="864477"/>
                </a:cubicBezTo>
                <a:cubicBezTo>
                  <a:pt x="1043120" y="849988"/>
                  <a:pt x="1060696" y="837330"/>
                  <a:pt x="1030859" y="817438"/>
                </a:cubicBezTo>
                <a:cubicBezTo>
                  <a:pt x="1028478" y="810294"/>
                  <a:pt x="1024542" y="803622"/>
                  <a:pt x="1020919" y="796007"/>
                </a:cubicBezTo>
                <a:cubicBezTo>
                  <a:pt x="1017296" y="788392"/>
                  <a:pt x="1014970" y="780552"/>
                  <a:pt x="1009123" y="771746"/>
                </a:cubicBezTo>
                <a:cubicBezTo>
                  <a:pt x="1003276" y="762940"/>
                  <a:pt x="995672" y="756268"/>
                  <a:pt x="985838" y="743171"/>
                </a:cubicBezTo>
                <a:cubicBezTo>
                  <a:pt x="976004" y="730074"/>
                  <a:pt x="955344" y="703615"/>
                  <a:pt x="950119" y="693165"/>
                </a:cubicBezTo>
                <a:cubicBezTo>
                  <a:pt x="946751" y="686430"/>
                  <a:pt x="944801" y="679039"/>
                  <a:pt x="942975" y="671733"/>
                </a:cubicBezTo>
                <a:cubicBezTo>
                  <a:pt x="929304" y="617051"/>
                  <a:pt x="941704" y="648283"/>
                  <a:pt x="928688" y="578865"/>
                </a:cubicBezTo>
                <a:cubicBezTo>
                  <a:pt x="925069" y="559565"/>
                  <a:pt x="919163" y="540765"/>
                  <a:pt x="914400" y="521715"/>
                </a:cubicBezTo>
                <a:lnTo>
                  <a:pt x="907256" y="493140"/>
                </a:lnTo>
                <a:cubicBezTo>
                  <a:pt x="911736" y="403551"/>
                  <a:pt x="897579" y="376765"/>
                  <a:pt x="928688" y="314546"/>
                </a:cubicBezTo>
                <a:cubicBezTo>
                  <a:pt x="932528" y="306867"/>
                  <a:pt x="937271" y="299532"/>
                  <a:pt x="942975" y="293115"/>
                </a:cubicBezTo>
                <a:cubicBezTo>
                  <a:pt x="956399" y="278013"/>
                  <a:pt x="985838" y="250252"/>
                  <a:pt x="985838" y="250252"/>
                </a:cubicBezTo>
                <a:cubicBezTo>
                  <a:pt x="1004885" y="193104"/>
                  <a:pt x="976314" y="259776"/>
                  <a:pt x="1014413" y="221677"/>
                </a:cubicBezTo>
                <a:cubicBezTo>
                  <a:pt x="1019738" y="216352"/>
                  <a:pt x="1016735" y="206031"/>
                  <a:pt x="1021556" y="200246"/>
                </a:cubicBezTo>
                <a:cubicBezTo>
                  <a:pt x="1029178" y="191099"/>
                  <a:pt x="1040606" y="185959"/>
                  <a:pt x="1050131" y="178815"/>
                </a:cubicBezTo>
                <a:lnTo>
                  <a:pt x="1078706" y="135952"/>
                </a:lnTo>
                <a:lnTo>
                  <a:pt x="1092994" y="114521"/>
                </a:lnTo>
                <a:cubicBezTo>
                  <a:pt x="1088231" y="107377"/>
                  <a:pt x="1087087" y="94953"/>
                  <a:pt x="1078706" y="93090"/>
                </a:cubicBezTo>
                <a:cubicBezTo>
                  <a:pt x="1072299" y="91666"/>
                  <a:pt x="1005102" y="104347"/>
                  <a:pt x="992981" y="107377"/>
                </a:cubicBezTo>
                <a:cubicBezTo>
                  <a:pt x="974572" y="111979"/>
                  <a:pt x="965083" y="116338"/>
                  <a:pt x="950119" y="128808"/>
                </a:cubicBezTo>
                <a:cubicBezTo>
                  <a:pt x="942358" y="135276"/>
                  <a:pt x="937094" y="144636"/>
                  <a:pt x="928688" y="150240"/>
                </a:cubicBezTo>
                <a:cubicBezTo>
                  <a:pt x="922422" y="154417"/>
                  <a:pt x="914177" y="154417"/>
                  <a:pt x="907256" y="157383"/>
                </a:cubicBezTo>
                <a:cubicBezTo>
                  <a:pt x="887833" y="165707"/>
                  <a:pt x="863738" y="181803"/>
                  <a:pt x="842963" y="185958"/>
                </a:cubicBezTo>
                <a:cubicBezTo>
                  <a:pt x="819496" y="190651"/>
                  <a:pt x="795338" y="190721"/>
                  <a:pt x="771525" y="193102"/>
                </a:cubicBezTo>
                <a:cubicBezTo>
                  <a:pt x="750094" y="185958"/>
                  <a:pt x="729147" y="177150"/>
                  <a:pt x="707231" y="171671"/>
                </a:cubicBezTo>
                <a:cubicBezTo>
                  <a:pt x="697706" y="169290"/>
                  <a:pt x="687719" y="168303"/>
                  <a:pt x="678656" y="164527"/>
                </a:cubicBezTo>
                <a:cubicBezTo>
                  <a:pt x="658996" y="156335"/>
                  <a:pt x="639228" y="147766"/>
                  <a:pt x="621506" y="135952"/>
                </a:cubicBezTo>
                <a:cubicBezTo>
                  <a:pt x="614362" y="131190"/>
                  <a:pt x="607966" y="125047"/>
                  <a:pt x="600075" y="121665"/>
                </a:cubicBezTo>
                <a:cubicBezTo>
                  <a:pt x="591051" y="117797"/>
                  <a:pt x="581025" y="116902"/>
                  <a:pt x="571500" y="114521"/>
                </a:cubicBezTo>
                <a:cubicBezTo>
                  <a:pt x="561975" y="107377"/>
                  <a:pt x="552613" y="100010"/>
                  <a:pt x="542925" y="93090"/>
                </a:cubicBezTo>
                <a:cubicBezTo>
                  <a:pt x="535939" y="88100"/>
                  <a:pt x="527565" y="84873"/>
                  <a:pt x="521494" y="78802"/>
                </a:cubicBezTo>
                <a:cubicBezTo>
                  <a:pt x="515423" y="72731"/>
                  <a:pt x="514192" y="62361"/>
                  <a:pt x="507206" y="57371"/>
                </a:cubicBezTo>
                <a:cubicBezTo>
                  <a:pt x="496771" y="49918"/>
                  <a:pt x="482697" y="49311"/>
                  <a:pt x="471488" y="43083"/>
                </a:cubicBezTo>
                <a:cubicBezTo>
                  <a:pt x="461080" y="37301"/>
                  <a:pt x="452438" y="28796"/>
                  <a:pt x="442913" y="21652"/>
                </a:cubicBezTo>
                <a:cubicBezTo>
                  <a:pt x="426244" y="24033"/>
                  <a:pt x="408730" y="23042"/>
                  <a:pt x="392906" y="28796"/>
                </a:cubicBezTo>
                <a:cubicBezTo>
                  <a:pt x="381717" y="32865"/>
                  <a:pt x="374668" y="44320"/>
                  <a:pt x="364331" y="50227"/>
                </a:cubicBezTo>
                <a:cubicBezTo>
                  <a:pt x="357793" y="53963"/>
                  <a:pt x="350044" y="54990"/>
                  <a:pt x="342900" y="57371"/>
                </a:cubicBezTo>
                <a:cubicBezTo>
                  <a:pt x="335756" y="69277"/>
                  <a:pt x="330505" y="82548"/>
                  <a:pt x="321469" y="93090"/>
                </a:cubicBezTo>
                <a:cubicBezTo>
                  <a:pt x="315882" y="99609"/>
                  <a:pt x="305401" y="100673"/>
                  <a:pt x="300038" y="107377"/>
                </a:cubicBezTo>
                <a:cubicBezTo>
                  <a:pt x="260600" y="156673"/>
                  <a:pt x="332884" y="102147"/>
                  <a:pt x="271463" y="143096"/>
                </a:cubicBezTo>
                <a:cubicBezTo>
                  <a:pt x="263032" y="168389"/>
                  <a:pt x="264745" y="166617"/>
                  <a:pt x="250031" y="193102"/>
                </a:cubicBezTo>
                <a:cubicBezTo>
                  <a:pt x="221915" y="243711"/>
                  <a:pt x="234516" y="211075"/>
                  <a:pt x="221456" y="250252"/>
                </a:cubicBezTo>
                <a:cubicBezTo>
                  <a:pt x="242586" y="355898"/>
                  <a:pt x="226547" y="261480"/>
                  <a:pt x="221456" y="493140"/>
                </a:cubicBezTo>
                <a:cubicBezTo>
                  <a:pt x="218212" y="640761"/>
                  <a:pt x="221780" y="788584"/>
                  <a:pt x="214313" y="936052"/>
                </a:cubicBezTo>
                <a:cubicBezTo>
                  <a:pt x="212234" y="977106"/>
                  <a:pt x="202851" y="1017616"/>
                  <a:pt x="192881" y="1057496"/>
                </a:cubicBezTo>
                <a:lnTo>
                  <a:pt x="178594" y="1114646"/>
                </a:lnTo>
                <a:cubicBezTo>
                  <a:pt x="187184" y="1252078"/>
                  <a:pt x="190231" y="1236160"/>
                  <a:pt x="178594" y="1393252"/>
                </a:cubicBezTo>
                <a:cubicBezTo>
                  <a:pt x="177869" y="1403043"/>
                  <a:pt x="174271" y="1412423"/>
                  <a:pt x="171450" y="1421827"/>
                </a:cubicBezTo>
                <a:cubicBezTo>
                  <a:pt x="156188" y="1472702"/>
                  <a:pt x="159428" y="1450928"/>
                  <a:pt x="150019" y="1493265"/>
                </a:cubicBezTo>
                <a:cubicBezTo>
                  <a:pt x="147385" y="1505118"/>
                  <a:pt x="145509" y="1517130"/>
                  <a:pt x="142875" y="1528983"/>
                </a:cubicBezTo>
                <a:cubicBezTo>
                  <a:pt x="140745" y="1538567"/>
                  <a:pt x="137487" y="1547898"/>
                  <a:pt x="135731" y="1557558"/>
                </a:cubicBezTo>
                <a:cubicBezTo>
                  <a:pt x="127216" y="1604393"/>
                  <a:pt x="132662" y="1598747"/>
                  <a:pt x="121444" y="1636140"/>
                </a:cubicBezTo>
                <a:cubicBezTo>
                  <a:pt x="91322" y="1736541"/>
                  <a:pt x="125901" y="1608467"/>
                  <a:pt x="78581" y="1750440"/>
                </a:cubicBezTo>
                <a:cubicBezTo>
                  <a:pt x="68071" y="1781974"/>
                  <a:pt x="74806" y="1765136"/>
                  <a:pt x="57150" y="1800446"/>
                </a:cubicBezTo>
                <a:cubicBezTo>
                  <a:pt x="54769" y="1812352"/>
                  <a:pt x="52951" y="1824385"/>
                  <a:pt x="50006" y="1836165"/>
                </a:cubicBezTo>
                <a:cubicBezTo>
                  <a:pt x="48180" y="1843470"/>
                  <a:pt x="44689" y="1850291"/>
                  <a:pt x="42863" y="1857596"/>
                </a:cubicBezTo>
                <a:lnTo>
                  <a:pt x="28575" y="1914746"/>
                </a:lnTo>
                <a:cubicBezTo>
                  <a:pt x="26194" y="1933796"/>
                  <a:pt x="23674" y="1952829"/>
                  <a:pt x="21431" y="1971896"/>
                </a:cubicBezTo>
                <a:cubicBezTo>
                  <a:pt x="18119" y="2000052"/>
                  <a:pt x="11665" y="2063957"/>
                  <a:pt x="7144" y="2093340"/>
                </a:cubicBezTo>
                <a:cubicBezTo>
                  <a:pt x="5298" y="2105341"/>
                  <a:pt x="2381" y="2117152"/>
                  <a:pt x="0" y="2129058"/>
                </a:cubicBezTo>
                <a:cubicBezTo>
                  <a:pt x="4763" y="2145727"/>
                  <a:pt x="3645" y="2165381"/>
                  <a:pt x="14288" y="2179065"/>
                </a:cubicBezTo>
                <a:cubicBezTo>
                  <a:pt x="17277" y="2182909"/>
                  <a:pt x="61167" y="2197072"/>
                  <a:pt x="71438" y="2200496"/>
                </a:cubicBezTo>
                <a:cubicBezTo>
                  <a:pt x="84970" y="2159896"/>
                  <a:pt x="73256" y="2184390"/>
                  <a:pt x="121444" y="2136202"/>
                </a:cubicBezTo>
                <a:cubicBezTo>
                  <a:pt x="130969" y="2126677"/>
                  <a:pt x="142547" y="2118835"/>
                  <a:pt x="150019" y="2107627"/>
                </a:cubicBezTo>
                <a:cubicBezTo>
                  <a:pt x="161472" y="2090448"/>
                  <a:pt x="178997" y="2062819"/>
                  <a:pt x="192881" y="2050477"/>
                </a:cubicBezTo>
                <a:cubicBezTo>
                  <a:pt x="203259" y="2041252"/>
                  <a:pt x="216694" y="2036190"/>
                  <a:pt x="228600" y="2029046"/>
                </a:cubicBezTo>
                <a:cubicBezTo>
                  <a:pt x="277941" y="1930368"/>
                  <a:pt x="206390" y="2065934"/>
                  <a:pt x="264319" y="1979040"/>
                </a:cubicBezTo>
                <a:cubicBezTo>
                  <a:pt x="268496" y="1972774"/>
                  <a:pt x="267806" y="1964191"/>
                  <a:pt x="271463" y="1957608"/>
                </a:cubicBezTo>
                <a:cubicBezTo>
                  <a:pt x="296591" y="1912378"/>
                  <a:pt x="293270" y="1919822"/>
                  <a:pt x="328613" y="1893315"/>
                </a:cubicBezTo>
                <a:cubicBezTo>
                  <a:pt x="360184" y="1845955"/>
                  <a:pt x="323085" y="1898572"/>
                  <a:pt x="364331" y="1850452"/>
                </a:cubicBezTo>
                <a:cubicBezTo>
                  <a:pt x="395471" y="1814123"/>
                  <a:pt x="371186" y="1826736"/>
                  <a:pt x="407194" y="1814733"/>
                </a:cubicBezTo>
                <a:cubicBezTo>
                  <a:pt x="419346" y="1778278"/>
                  <a:pt x="406581" y="1805924"/>
                  <a:pt x="435769" y="1771871"/>
                </a:cubicBezTo>
                <a:cubicBezTo>
                  <a:pt x="443517" y="1762831"/>
                  <a:pt x="450372" y="1753050"/>
                  <a:pt x="457200" y="1743296"/>
                </a:cubicBezTo>
                <a:cubicBezTo>
                  <a:pt x="467047" y="1729228"/>
                  <a:pt x="471487" y="1709958"/>
                  <a:pt x="485775" y="1700433"/>
                </a:cubicBezTo>
                <a:cubicBezTo>
                  <a:pt x="492919" y="1695671"/>
                  <a:pt x="501135" y="1692217"/>
                  <a:pt x="507206" y="1686146"/>
                </a:cubicBezTo>
                <a:cubicBezTo>
                  <a:pt x="579946" y="1613406"/>
                  <a:pt x="517313" y="1672341"/>
                  <a:pt x="557213" y="1614708"/>
                </a:cubicBezTo>
                <a:cubicBezTo>
                  <a:pt x="593345" y="1562517"/>
                  <a:pt x="595492" y="1562143"/>
                  <a:pt x="628650" y="1528983"/>
                </a:cubicBezTo>
                <a:cubicBezTo>
                  <a:pt x="644189" y="1482369"/>
                  <a:pt x="622450" y="1534029"/>
                  <a:pt x="664369" y="1486121"/>
                </a:cubicBezTo>
                <a:cubicBezTo>
                  <a:pt x="718650" y="1424085"/>
                  <a:pt x="656666" y="1469824"/>
                  <a:pt x="707231" y="1436115"/>
                </a:cubicBezTo>
                <a:cubicBezTo>
                  <a:pt x="718248" y="1403065"/>
                  <a:pt x="708878" y="1424908"/>
                  <a:pt x="728663" y="1393252"/>
                </a:cubicBezTo>
                <a:cubicBezTo>
                  <a:pt x="736022" y="1381478"/>
                  <a:pt x="741569" y="1368493"/>
                  <a:pt x="750094" y="1357533"/>
                </a:cubicBezTo>
                <a:cubicBezTo>
                  <a:pt x="758364" y="1346900"/>
                  <a:pt x="769799" y="1339096"/>
                  <a:pt x="778669" y="1328958"/>
                </a:cubicBezTo>
                <a:cubicBezTo>
                  <a:pt x="786509" y="1319998"/>
                  <a:pt x="793790" y="1310479"/>
                  <a:pt x="800100" y="1300383"/>
                </a:cubicBezTo>
                <a:cubicBezTo>
                  <a:pt x="805744" y="1291352"/>
                  <a:pt x="807570" y="1279989"/>
                  <a:pt x="814388" y="1271808"/>
                </a:cubicBezTo>
                <a:cubicBezTo>
                  <a:pt x="819884" y="1265212"/>
                  <a:pt x="828675" y="1262283"/>
                  <a:pt x="835819" y="1257521"/>
                </a:cubicBezTo>
                <a:cubicBezTo>
                  <a:pt x="847552" y="1210589"/>
                  <a:pt x="835325" y="1245884"/>
                  <a:pt x="857250" y="1207515"/>
                </a:cubicBezTo>
                <a:cubicBezTo>
                  <a:pt x="862534" y="1198269"/>
                  <a:pt x="864720" y="1187121"/>
                  <a:pt x="871538" y="1178940"/>
                </a:cubicBezTo>
                <a:cubicBezTo>
                  <a:pt x="877034" y="1172344"/>
                  <a:pt x="885825" y="1169415"/>
                  <a:pt x="892969" y="1164652"/>
                </a:cubicBezTo>
                <a:cubicBezTo>
                  <a:pt x="897731" y="1150365"/>
                  <a:pt x="892646" y="1125443"/>
                  <a:pt x="907256" y="1121790"/>
                </a:cubicBezTo>
                <a:cubicBezTo>
                  <a:pt x="936232" y="1114546"/>
                  <a:pt x="971003" y="1108048"/>
                  <a:pt x="992981" y="1086071"/>
                </a:cubicBezTo>
                <a:cubicBezTo>
                  <a:pt x="1019738" y="1059316"/>
                  <a:pt x="1004829" y="1067835"/>
                  <a:pt x="1035844" y="1057496"/>
                </a:cubicBezTo>
                <a:cubicBezTo>
                  <a:pt x="1045369" y="1050352"/>
                  <a:pt x="1052971" y="1039336"/>
                  <a:pt x="1064419" y="1036065"/>
                </a:cubicBezTo>
                <a:cubicBezTo>
                  <a:pt x="1126763" y="1018252"/>
                  <a:pt x="1131929" y="1028826"/>
                  <a:pt x="1185863" y="1043208"/>
                </a:cubicBezTo>
                <a:cubicBezTo>
                  <a:pt x="1204836" y="1048268"/>
                  <a:pt x="1223758" y="1053645"/>
                  <a:pt x="1243013" y="1057496"/>
                </a:cubicBezTo>
                <a:cubicBezTo>
                  <a:pt x="1254919" y="1059877"/>
                  <a:pt x="1266952" y="1061695"/>
                  <a:pt x="1278731" y="1064640"/>
                </a:cubicBezTo>
                <a:cubicBezTo>
                  <a:pt x="1286037" y="1066466"/>
                  <a:pt x="1292674" y="1070995"/>
                  <a:pt x="1300163" y="1071783"/>
                </a:cubicBezTo>
                <a:cubicBezTo>
                  <a:pt x="1338128" y="1075779"/>
                  <a:pt x="1376363" y="1076546"/>
                  <a:pt x="1414463" y="1078927"/>
                </a:cubicBezTo>
                <a:cubicBezTo>
                  <a:pt x="1458473" y="1093598"/>
                  <a:pt x="1413670" y="1080083"/>
                  <a:pt x="1485900" y="1093215"/>
                </a:cubicBezTo>
                <a:cubicBezTo>
                  <a:pt x="1495560" y="1094971"/>
                  <a:pt x="1504891" y="1098228"/>
                  <a:pt x="1514475" y="1100358"/>
                </a:cubicBezTo>
                <a:cubicBezTo>
                  <a:pt x="1526328" y="1102992"/>
                  <a:pt x="1538288" y="1105121"/>
                  <a:pt x="1550194" y="1107502"/>
                </a:cubicBezTo>
                <a:lnTo>
                  <a:pt x="1964531" y="1100358"/>
                </a:lnTo>
                <a:cubicBezTo>
                  <a:pt x="1972057" y="1100111"/>
                  <a:pt x="1978554" y="1094562"/>
                  <a:pt x="1985963" y="1093215"/>
                </a:cubicBezTo>
                <a:cubicBezTo>
                  <a:pt x="2004852" y="1089781"/>
                  <a:pt x="2024083" y="1088608"/>
                  <a:pt x="2043113" y="1086071"/>
                </a:cubicBezTo>
                <a:lnTo>
                  <a:pt x="2093119" y="1078927"/>
                </a:lnTo>
                <a:cubicBezTo>
                  <a:pt x="2112149" y="1076390"/>
                  <a:pt x="2131332" y="1074939"/>
                  <a:pt x="2150269" y="1071783"/>
                </a:cubicBezTo>
                <a:cubicBezTo>
                  <a:pt x="2159954" y="1070169"/>
                  <a:pt x="2169319" y="1067021"/>
                  <a:pt x="2178844" y="1064640"/>
                </a:cubicBezTo>
                <a:cubicBezTo>
                  <a:pt x="2188369" y="1069402"/>
                  <a:pt x="2199103" y="1072274"/>
                  <a:pt x="2207419" y="1078927"/>
                </a:cubicBezTo>
                <a:cubicBezTo>
                  <a:pt x="2223197" y="1091549"/>
                  <a:pt x="2235994" y="1107502"/>
                  <a:pt x="2250281" y="1121790"/>
                </a:cubicBezTo>
                <a:cubicBezTo>
                  <a:pt x="2259806" y="1131315"/>
                  <a:pt x="2268080" y="1142283"/>
                  <a:pt x="2278856" y="1150365"/>
                </a:cubicBezTo>
                <a:cubicBezTo>
                  <a:pt x="2288381" y="1157509"/>
                  <a:pt x="2299012" y="1163377"/>
                  <a:pt x="2307431" y="1171796"/>
                </a:cubicBezTo>
                <a:cubicBezTo>
                  <a:pt x="2367646" y="1232010"/>
                  <a:pt x="2282387" y="1156562"/>
                  <a:pt x="2328863" y="1214658"/>
                </a:cubicBezTo>
                <a:cubicBezTo>
                  <a:pt x="2334226" y="1221362"/>
                  <a:pt x="2343150" y="1224183"/>
                  <a:pt x="2350294" y="1228946"/>
                </a:cubicBezTo>
                <a:cubicBezTo>
                  <a:pt x="2352675" y="1238471"/>
                  <a:pt x="2351731" y="1249532"/>
                  <a:pt x="2357438" y="1257521"/>
                </a:cubicBezTo>
                <a:cubicBezTo>
                  <a:pt x="2364358" y="1267209"/>
                  <a:pt x="2377053" y="1271112"/>
                  <a:pt x="2386013" y="1278952"/>
                </a:cubicBezTo>
                <a:cubicBezTo>
                  <a:pt x="2396151" y="1287822"/>
                  <a:pt x="2405063" y="1298002"/>
                  <a:pt x="2414588" y="1307527"/>
                </a:cubicBezTo>
                <a:cubicBezTo>
                  <a:pt x="2416969" y="1314671"/>
                  <a:pt x="2417554" y="1322693"/>
                  <a:pt x="2421731" y="1328958"/>
                </a:cubicBezTo>
                <a:cubicBezTo>
                  <a:pt x="2438936" y="1354765"/>
                  <a:pt x="2443508" y="1346227"/>
                  <a:pt x="2464594" y="1364677"/>
                </a:cubicBezTo>
                <a:cubicBezTo>
                  <a:pt x="2477266" y="1375765"/>
                  <a:pt x="2488407" y="1388490"/>
                  <a:pt x="2500313" y="1400396"/>
                </a:cubicBezTo>
                <a:cubicBezTo>
                  <a:pt x="2502694" y="1407540"/>
                  <a:pt x="2503279" y="1415562"/>
                  <a:pt x="2507456" y="1421827"/>
                </a:cubicBezTo>
                <a:cubicBezTo>
                  <a:pt x="2527564" y="1451989"/>
                  <a:pt x="2543370" y="1443451"/>
                  <a:pt x="2571750" y="1471833"/>
                </a:cubicBezTo>
                <a:cubicBezTo>
                  <a:pt x="2634370" y="1534455"/>
                  <a:pt x="2557733" y="1455014"/>
                  <a:pt x="2607469" y="1514696"/>
                </a:cubicBezTo>
                <a:cubicBezTo>
                  <a:pt x="2613937" y="1522457"/>
                  <a:pt x="2622247" y="1528524"/>
                  <a:pt x="2628900" y="1536127"/>
                </a:cubicBezTo>
                <a:cubicBezTo>
                  <a:pt x="2638941" y="1547602"/>
                  <a:pt x="2647950" y="1559940"/>
                  <a:pt x="2657475" y="1571846"/>
                </a:cubicBezTo>
                <a:cubicBezTo>
                  <a:pt x="2670573" y="1611137"/>
                  <a:pt x="2656750" y="1575934"/>
                  <a:pt x="2678906" y="1614708"/>
                </a:cubicBezTo>
                <a:cubicBezTo>
                  <a:pt x="2695187" y="1643200"/>
                  <a:pt x="2693213" y="1650452"/>
                  <a:pt x="2714625" y="1679002"/>
                </a:cubicBezTo>
                <a:cubicBezTo>
                  <a:pt x="2720687" y="1687084"/>
                  <a:pt x="2728912" y="1693289"/>
                  <a:pt x="2736056" y="1700433"/>
                </a:cubicBezTo>
                <a:cubicBezTo>
                  <a:pt x="2748976" y="1752110"/>
                  <a:pt x="2737309" y="1721153"/>
                  <a:pt x="2786063" y="1786158"/>
                </a:cubicBezTo>
                <a:lnTo>
                  <a:pt x="2807494" y="1814733"/>
                </a:lnTo>
                <a:cubicBezTo>
                  <a:pt x="2814638" y="1824258"/>
                  <a:pt x="2822321" y="1833401"/>
                  <a:pt x="2828925" y="1843308"/>
                </a:cubicBezTo>
                <a:cubicBezTo>
                  <a:pt x="2833688" y="1850452"/>
                  <a:pt x="2837142" y="1858669"/>
                  <a:pt x="2843213" y="1864740"/>
                </a:cubicBezTo>
                <a:cubicBezTo>
                  <a:pt x="2849284" y="1870811"/>
                  <a:pt x="2857500" y="1874265"/>
                  <a:pt x="2864644" y="1879027"/>
                </a:cubicBezTo>
                <a:cubicBezTo>
                  <a:pt x="2902742" y="1936175"/>
                  <a:pt x="2852738" y="1867121"/>
                  <a:pt x="2900363" y="1914746"/>
                </a:cubicBezTo>
                <a:cubicBezTo>
                  <a:pt x="2906434" y="1920817"/>
                  <a:pt x="2908054" y="1930681"/>
                  <a:pt x="2914650" y="1936177"/>
                </a:cubicBezTo>
                <a:cubicBezTo>
                  <a:pt x="2933162" y="1951604"/>
                  <a:pt x="2945000" y="1948673"/>
                  <a:pt x="2964656" y="1957608"/>
                </a:cubicBezTo>
                <a:cubicBezTo>
                  <a:pt x="2984046" y="1966421"/>
                  <a:pt x="3001600" y="1979448"/>
                  <a:pt x="3021806" y="1986183"/>
                </a:cubicBezTo>
                <a:cubicBezTo>
                  <a:pt x="3036094" y="1990946"/>
                  <a:pt x="3050906" y="1994354"/>
                  <a:pt x="3064669" y="2000471"/>
                </a:cubicBezTo>
                <a:cubicBezTo>
                  <a:pt x="3072515" y="2003958"/>
                  <a:pt x="3078254" y="2011271"/>
                  <a:pt x="3086100" y="2014758"/>
                </a:cubicBezTo>
                <a:cubicBezTo>
                  <a:pt x="3099863" y="2020875"/>
                  <a:pt x="3128963" y="2029046"/>
                  <a:pt x="3128963" y="2029046"/>
                </a:cubicBezTo>
                <a:cubicBezTo>
                  <a:pt x="3214052" y="2092862"/>
                  <a:pt x="3105862" y="2017495"/>
                  <a:pt x="3186113" y="2057621"/>
                </a:cubicBezTo>
                <a:cubicBezTo>
                  <a:pt x="3196762" y="2062946"/>
                  <a:pt x="3204351" y="2073145"/>
                  <a:pt x="3214688" y="2079052"/>
                </a:cubicBezTo>
                <a:cubicBezTo>
                  <a:pt x="3221226" y="2082788"/>
                  <a:pt x="3229198" y="2083230"/>
                  <a:pt x="3236119" y="2086196"/>
                </a:cubicBezTo>
                <a:cubicBezTo>
                  <a:pt x="3245907" y="2090391"/>
                  <a:pt x="3254806" y="2096528"/>
                  <a:pt x="3264694" y="2100483"/>
                </a:cubicBezTo>
                <a:cubicBezTo>
                  <a:pt x="3293684" y="2112079"/>
                  <a:pt x="3308061" y="2114897"/>
                  <a:pt x="3336131" y="2121915"/>
                </a:cubicBezTo>
                <a:cubicBezTo>
                  <a:pt x="3343275" y="2126677"/>
                  <a:pt x="3349234" y="2138284"/>
                  <a:pt x="3357563" y="2136202"/>
                </a:cubicBezTo>
                <a:cubicBezTo>
                  <a:pt x="3364868" y="2134376"/>
                  <a:pt x="3364706" y="2122301"/>
                  <a:pt x="3364706" y="2114771"/>
                </a:cubicBezTo>
                <a:cubicBezTo>
                  <a:pt x="3364706" y="2083723"/>
                  <a:pt x="3363285" y="2052418"/>
                  <a:pt x="3357563" y="2021902"/>
                </a:cubicBezTo>
                <a:cubicBezTo>
                  <a:pt x="3355268" y="2009662"/>
                  <a:pt x="3328640" y="1985836"/>
                  <a:pt x="3321844" y="1979040"/>
                </a:cubicBezTo>
                <a:cubicBezTo>
                  <a:pt x="3303009" y="1884869"/>
                  <a:pt x="3322997" y="1994047"/>
                  <a:pt x="3307556" y="1793302"/>
                </a:cubicBezTo>
                <a:cubicBezTo>
                  <a:pt x="3305069" y="1760972"/>
                  <a:pt x="3294815" y="1746582"/>
                  <a:pt x="3286125" y="1714721"/>
                </a:cubicBezTo>
                <a:cubicBezTo>
                  <a:pt x="3269506" y="1653785"/>
                  <a:pt x="3290890" y="1702820"/>
                  <a:pt x="3264694" y="1650427"/>
                </a:cubicBezTo>
                <a:cubicBezTo>
                  <a:pt x="3262313" y="1636140"/>
                  <a:pt x="3259507" y="1621917"/>
                  <a:pt x="3257550" y="1607565"/>
                </a:cubicBezTo>
                <a:cubicBezTo>
                  <a:pt x="3252362" y="1569521"/>
                  <a:pt x="3250793" y="1530916"/>
                  <a:pt x="3243263" y="1493265"/>
                </a:cubicBezTo>
                <a:cubicBezTo>
                  <a:pt x="3241991" y="1486907"/>
                  <a:pt x="3232759" y="1437799"/>
                  <a:pt x="3228975" y="1428971"/>
                </a:cubicBezTo>
                <a:cubicBezTo>
                  <a:pt x="3199491" y="1360176"/>
                  <a:pt x="3229950" y="1470319"/>
                  <a:pt x="3200400" y="1371821"/>
                </a:cubicBezTo>
                <a:cubicBezTo>
                  <a:pt x="3196911" y="1360191"/>
                  <a:pt x="3195890" y="1347955"/>
                  <a:pt x="3193256" y="1336102"/>
                </a:cubicBezTo>
                <a:cubicBezTo>
                  <a:pt x="3178977" y="1271846"/>
                  <a:pt x="3193290" y="1338605"/>
                  <a:pt x="3178969" y="1286096"/>
                </a:cubicBezTo>
                <a:cubicBezTo>
                  <a:pt x="3173802" y="1267152"/>
                  <a:pt x="3164681" y="1228946"/>
                  <a:pt x="3164681" y="1228946"/>
                </a:cubicBezTo>
                <a:cubicBezTo>
                  <a:pt x="3162300" y="1200371"/>
                  <a:pt x="3162010" y="1171544"/>
                  <a:pt x="3157538" y="1143221"/>
                </a:cubicBezTo>
                <a:cubicBezTo>
                  <a:pt x="3154834" y="1126097"/>
                  <a:pt x="3146100" y="1110315"/>
                  <a:pt x="3143250" y="1093215"/>
                </a:cubicBezTo>
                <a:cubicBezTo>
                  <a:pt x="3138926" y="1067271"/>
                  <a:pt x="3139508" y="1040714"/>
                  <a:pt x="3136106" y="1014633"/>
                </a:cubicBezTo>
                <a:cubicBezTo>
                  <a:pt x="3126125" y="938112"/>
                  <a:pt x="3129539" y="952067"/>
                  <a:pt x="3114675" y="907477"/>
                </a:cubicBezTo>
                <a:cubicBezTo>
                  <a:pt x="3112294" y="874140"/>
                  <a:pt x="3110700" y="840737"/>
                  <a:pt x="3107531" y="807465"/>
                </a:cubicBezTo>
                <a:cubicBezTo>
                  <a:pt x="3105935" y="790703"/>
                  <a:pt x="3101912" y="774227"/>
                  <a:pt x="3100388" y="757458"/>
                </a:cubicBezTo>
                <a:cubicBezTo>
                  <a:pt x="3094723" y="695138"/>
                  <a:pt x="3098141" y="661624"/>
                  <a:pt x="3086100" y="607440"/>
                </a:cubicBezTo>
                <a:cubicBezTo>
                  <a:pt x="3084466" y="600089"/>
                  <a:pt x="3081337" y="593152"/>
                  <a:pt x="3078956" y="586008"/>
                </a:cubicBezTo>
                <a:cubicBezTo>
                  <a:pt x="3076575" y="571721"/>
                  <a:pt x="3074955" y="557285"/>
                  <a:pt x="3071813" y="543146"/>
                </a:cubicBezTo>
                <a:cubicBezTo>
                  <a:pt x="3070180" y="535795"/>
                  <a:pt x="3065907" y="529143"/>
                  <a:pt x="3064669" y="521715"/>
                </a:cubicBezTo>
                <a:cubicBezTo>
                  <a:pt x="3061124" y="500445"/>
                  <a:pt x="3060888" y="478720"/>
                  <a:pt x="3057525" y="457421"/>
                </a:cubicBezTo>
                <a:cubicBezTo>
                  <a:pt x="3053738" y="433434"/>
                  <a:pt x="3047230" y="409937"/>
                  <a:pt x="3043238" y="385983"/>
                </a:cubicBezTo>
                <a:lnTo>
                  <a:pt x="3036094" y="343121"/>
                </a:lnTo>
                <a:cubicBezTo>
                  <a:pt x="3031912" y="288751"/>
                  <a:pt x="3031035" y="251004"/>
                  <a:pt x="3021806" y="200246"/>
                </a:cubicBezTo>
                <a:cubicBezTo>
                  <a:pt x="3021764" y="200017"/>
                  <a:pt x="3010921" y="153642"/>
                  <a:pt x="3007519" y="150240"/>
                </a:cubicBezTo>
                <a:cubicBezTo>
                  <a:pt x="3002194" y="144915"/>
                  <a:pt x="2993393" y="144922"/>
                  <a:pt x="2986088" y="143096"/>
                </a:cubicBezTo>
                <a:lnTo>
                  <a:pt x="2928938" y="128808"/>
                </a:lnTo>
                <a:cubicBezTo>
                  <a:pt x="2902744" y="131189"/>
                  <a:pt x="2876147" y="130794"/>
                  <a:pt x="2850356" y="135952"/>
                </a:cubicBezTo>
                <a:cubicBezTo>
                  <a:pt x="2822527" y="141518"/>
                  <a:pt x="2820031" y="155270"/>
                  <a:pt x="2800350" y="171671"/>
                </a:cubicBezTo>
                <a:cubicBezTo>
                  <a:pt x="2781887" y="187057"/>
                  <a:pt x="2778966" y="185942"/>
                  <a:pt x="2757488" y="193102"/>
                </a:cubicBezTo>
                <a:cubicBezTo>
                  <a:pt x="2709863" y="190721"/>
                  <a:pt x="2661929" y="191872"/>
                  <a:pt x="2614613" y="185958"/>
                </a:cubicBezTo>
                <a:cubicBezTo>
                  <a:pt x="2604046" y="184637"/>
                  <a:pt x="2596009" y="175410"/>
                  <a:pt x="2586038" y="171671"/>
                </a:cubicBezTo>
                <a:cubicBezTo>
                  <a:pt x="2567727" y="164805"/>
                  <a:pt x="2553301" y="166018"/>
                  <a:pt x="2536031" y="157383"/>
                </a:cubicBezTo>
                <a:cubicBezTo>
                  <a:pt x="2499336" y="139036"/>
                  <a:pt x="2527035" y="143814"/>
                  <a:pt x="2486025" y="114521"/>
                </a:cubicBezTo>
                <a:cubicBezTo>
                  <a:pt x="2479898" y="110144"/>
                  <a:pt x="2471329" y="110745"/>
                  <a:pt x="2464594" y="107377"/>
                </a:cubicBezTo>
                <a:cubicBezTo>
                  <a:pt x="2417846" y="84003"/>
                  <a:pt x="2469134" y="103259"/>
                  <a:pt x="2421731" y="71658"/>
                </a:cubicBezTo>
                <a:cubicBezTo>
                  <a:pt x="2415466" y="67481"/>
                  <a:pt x="2407444" y="66896"/>
                  <a:pt x="2400300" y="64515"/>
                </a:cubicBezTo>
                <a:cubicBezTo>
                  <a:pt x="2359119" y="37060"/>
                  <a:pt x="2398841" y="60827"/>
                  <a:pt x="2357438" y="43083"/>
                </a:cubicBezTo>
                <a:cubicBezTo>
                  <a:pt x="2347650" y="38888"/>
                  <a:pt x="2338651" y="32991"/>
                  <a:pt x="2328863" y="28796"/>
                </a:cubicBezTo>
                <a:cubicBezTo>
                  <a:pt x="2314515" y="22647"/>
                  <a:pt x="2293357" y="18133"/>
                  <a:pt x="2278856" y="14508"/>
                </a:cubicBezTo>
                <a:cubicBezTo>
                  <a:pt x="2271712" y="9746"/>
                  <a:pt x="2265985" y="879"/>
                  <a:pt x="2257425" y="221"/>
                </a:cubicBezTo>
                <a:cubicBezTo>
                  <a:pt x="2212537" y="-3232"/>
                  <a:pt x="2162175" y="34749"/>
                  <a:pt x="2150269" y="43083"/>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AAAE8E63-778D-43B0-8CED-71FBE1A35B69}"/>
              </a:ext>
            </a:extLst>
          </p:cNvPr>
          <p:cNvSpPr/>
          <p:nvPr/>
        </p:nvSpPr>
        <p:spPr>
          <a:xfrm>
            <a:off x="4495800" y="1783556"/>
            <a:ext cx="152400" cy="2286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E9097A1-6028-4660-B89C-B6404683EB5A}"/>
              </a:ext>
            </a:extLst>
          </p:cNvPr>
          <p:cNvSpPr/>
          <p:nvPr/>
        </p:nvSpPr>
        <p:spPr>
          <a:xfrm>
            <a:off x="8167686" y="1797049"/>
            <a:ext cx="152400" cy="2286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E531F35-1D1E-4AB6-A095-98F8397E4425}"/>
              </a:ext>
            </a:extLst>
          </p:cNvPr>
          <p:cNvSpPr/>
          <p:nvPr/>
        </p:nvSpPr>
        <p:spPr>
          <a:xfrm>
            <a:off x="4791075" y="2109787"/>
            <a:ext cx="609600" cy="533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4B075DC-0796-4A31-944F-B71D5C56744E}"/>
              </a:ext>
            </a:extLst>
          </p:cNvPr>
          <p:cNvSpPr/>
          <p:nvPr/>
        </p:nvSpPr>
        <p:spPr>
          <a:xfrm>
            <a:off x="7450931" y="2167157"/>
            <a:ext cx="609600" cy="533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92CE83C-98C3-47C2-9032-CD6588681C86}"/>
              </a:ext>
            </a:extLst>
          </p:cNvPr>
          <p:cNvSpPr/>
          <p:nvPr/>
        </p:nvSpPr>
        <p:spPr>
          <a:xfrm>
            <a:off x="4754853" y="2533650"/>
            <a:ext cx="92870" cy="10953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68F36CC-CC51-41C2-A8FC-51AAD7AF8CA3}"/>
              </a:ext>
            </a:extLst>
          </p:cNvPr>
          <p:cNvSpPr/>
          <p:nvPr/>
        </p:nvSpPr>
        <p:spPr>
          <a:xfrm>
            <a:off x="8013408" y="2560222"/>
            <a:ext cx="111416" cy="10438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A9BC2E69-959C-44FA-8C5B-C261E301DCDB}"/>
              </a:ext>
            </a:extLst>
          </p:cNvPr>
          <p:cNvSpPr/>
          <p:nvPr/>
        </p:nvSpPr>
        <p:spPr>
          <a:xfrm>
            <a:off x="3936206" y="1521619"/>
            <a:ext cx="5051160" cy="3364706"/>
          </a:xfrm>
          <a:custGeom>
            <a:avLst/>
            <a:gdLst>
              <a:gd name="connsiteX0" fmla="*/ 1735932 w 5051160"/>
              <a:gd name="connsiteY0" fmla="*/ 121444 h 3364706"/>
              <a:gd name="connsiteX1" fmla="*/ 1614488 w 5051160"/>
              <a:gd name="connsiteY1" fmla="*/ 121444 h 3364706"/>
              <a:gd name="connsiteX2" fmla="*/ 1593057 w 5051160"/>
              <a:gd name="connsiteY2" fmla="*/ 135731 h 3364706"/>
              <a:gd name="connsiteX3" fmla="*/ 1557338 w 5051160"/>
              <a:gd name="connsiteY3" fmla="*/ 142875 h 3364706"/>
              <a:gd name="connsiteX4" fmla="*/ 1535907 w 5051160"/>
              <a:gd name="connsiteY4" fmla="*/ 157162 h 3364706"/>
              <a:gd name="connsiteX5" fmla="*/ 1514475 w 5051160"/>
              <a:gd name="connsiteY5" fmla="*/ 164306 h 3364706"/>
              <a:gd name="connsiteX6" fmla="*/ 1485900 w 5051160"/>
              <a:gd name="connsiteY6" fmla="*/ 192881 h 3364706"/>
              <a:gd name="connsiteX7" fmla="*/ 1428750 w 5051160"/>
              <a:gd name="connsiteY7" fmla="*/ 221456 h 3364706"/>
              <a:gd name="connsiteX8" fmla="*/ 1407319 w 5051160"/>
              <a:gd name="connsiteY8" fmla="*/ 228600 h 3364706"/>
              <a:gd name="connsiteX9" fmla="*/ 1321594 w 5051160"/>
              <a:gd name="connsiteY9" fmla="*/ 250031 h 3364706"/>
              <a:gd name="connsiteX10" fmla="*/ 1293019 w 5051160"/>
              <a:gd name="connsiteY10" fmla="*/ 257175 h 3364706"/>
              <a:gd name="connsiteX11" fmla="*/ 1221582 w 5051160"/>
              <a:gd name="connsiteY11" fmla="*/ 250031 h 3364706"/>
              <a:gd name="connsiteX12" fmla="*/ 1178719 w 5051160"/>
              <a:gd name="connsiteY12" fmla="*/ 235744 h 3364706"/>
              <a:gd name="connsiteX13" fmla="*/ 1157288 w 5051160"/>
              <a:gd name="connsiteY13" fmla="*/ 221456 h 3364706"/>
              <a:gd name="connsiteX14" fmla="*/ 1128713 w 5051160"/>
              <a:gd name="connsiteY14" fmla="*/ 214312 h 3364706"/>
              <a:gd name="connsiteX15" fmla="*/ 1107282 w 5051160"/>
              <a:gd name="connsiteY15" fmla="*/ 207169 h 3364706"/>
              <a:gd name="connsiteX16" fmla="*/ 1057275 w 5051160"/>
              <a:gd name="connsiteY16" fmla="*/ 178594 h 3364706"/>
              <a:gd name="connsiteX17" fmla="*/ 1035844 w 5051160"/>
              <a:gd name="connsiteY17" fmla="*/ 171450 h 3364706"/>
              <a:gd name="connsiteX18" fmla="*/ 1000125 w 5051160"/>
              <a:gd name="connsiteY18" fmla="*/ 150019 h 3364706"/>
              <a:gd name="connsiteX19" fmla="*/ 942975 w 5051160"/>
              <a:gd name="connsiteY19" fmla="*/ 121444 h 3364706"/>
              <a:gd name="connsiteX20" fmla="*/ 914400 w 5051160"/>
              <a:gd name="connsiteY20" fmla="*/ 92869 h 3364706"/>
              <a:gd name="connsiteX21" fmla="*/ 900113 w 5051160"/>
              <a:gd name="connsiteY21" fmla="*/ 71437 h 3364706"/>
              <a:gd name="connsiteX22" fmla="*/ 864394 w 5051160"/>
              <a:gd name="connsiteY22" fmla="*/ 50006 h 3364706"/>
              <a:gd name="connsiteX23" fmla="*/ 807244 w 5051160"/>
              <a:gd name="connsiteY23" fmla="*/ 28575 h 3364706"/>
              <a:gd name="connsiteX24" fmla="*/ 742950 w 5051160"/>
              <a:gd name="connsiteY24" fmla="*/ 35719 h 3364706"/>
              <a:gd name="connsiteX25" fmla="*/ 721519 w 5051160"/>
              <a:gd name="connsiteY25" fmla="*/ 42862 h 3364706"/>
              <a:gd name="connsiteX26" fmla="*/ 714375 w 5051160"/>
              <a:gd name="connsiteY26" fmla="*/ 64294 h 3364706"/>
              <a:gd name="connsiteX27" fmla="*/ 692944 w 5051160"/>
              <a:gd name="connsiteY27" fmla="*/ 78581 h 3364706"/>
              <a:gd name="connsiteX28" fmla="*/ 671513 w 5051160"/>
              <a:gd name="connsiteY28" fmla="*/ 114300 h 3364706"/>
              <a:gd name="connsiteX29" fmla="*/ 650082 w 5051160"/>
              <a:gd name="connsiteY29" fmla="*/ 135731 h 3364706"/>
              <a:gd name="connsiteX30" fmla="*/ 642938 w 5051160"/>
              <a:gd name="connsiteY30" fmla="*/ 164306 h 3364706"/>
              <a:gd name="connsiteX31" fmla="*/ 600075 w 5051160"/>
              <a:gd name="connsiteY31" fmla="*/ 235744 h 3364706"/>
              <a:gd name="connsiteX32" fmla="*/ 592932 w 5051160"/>
              <a:gd name="connsiteY32" fmla="*/ 257175 h 3364706"/>
              <a:gd name="connsiteX33" fmla="*/ 585788 w 5051160"/>
              <a:gd name="connsiteY33" fmla="*/ 285750 h 3364706"/>
              <a:gd name="connsiteX34" fmla="*/ 564357 w 5051160"/>
              <a:gd name="connsiteY34" fmla="*/ 314325 h 3364706"/>
              <a:gd name="connsiteX35" fmla="*/ 571500 w 5051160"/>
              <a:gd name="connsiteY35" fmla="*/ 485775 h 3364706"/>
              <a:gd name="connsiteX36" fmla="*/ 642938 w 5051160"/>
              <a:gd name="connsiteY36" fmla="*/ 507206 h 3364706"/>
              <a:gd name="connsiteX37" fmla="*/ 692944 w 5051160"/>
              <a:gd name="connsiteY37" fmla="*/ 500062 h 3364706"/>
              <a:gd name="connsiteX38" fmla="*/ 707232 w 5051160"/>
              <a:gd name="connsiteY38" fmla="*/ 478631 h 3364706"/>
              <a:gd name="connsiteX39" fmla="*/ 714375 w 5051160"/>
              <a:gd name="connsiteY39" fmla="*/ 378619 h 3364706"/>
              <a:gd name="connsiteX40" fmla="*/ 707232 w 5051160"/>
              <a:gd name="connsiteY40" fmla="*/ 321469 h 3364706"/>
              <a:gd name="connsiteX41" fmla="*/ 700088 w 5051160"/>
              <a:gd name="connsiteY41" fmla="*/ 300037 h 3364706"/>
              <a:gd name="connsiteX42" fmla="*/ 635794 w 5051160"/>
              <a:gd name="connsiteY42" fmla="*/ 264319 h 3364706"/>
              <a:gd name="connsiteX43" fmla="*/ 607219 w 5051160"/>
              <a:gd name="connsiteY43" fmla="*/ 257175 h 3364706"/>
              <a:gd name="connsiteX44" fmla="*/ 585788 w 5051160"/>
              <a:gd name="connsiteY44" fmla="*/ 278606 h 3364706"/>
              <a:gd name="connsiteX45" fmla="*/ 557213 w 5051160"/>
              <a:gd name="connsiteY45" fmla="*/ 300037 h 3364706"/>
              <a:gd name="connsiteX46" fmla="*/ 542925 w 5051160"/>
              <a:gd name="connsiteY46" fmla="*/ 321469 h 3364706"/>
              <a:gd name="connsiteX47" fmla="*/ 557213 w 5051160"/>
              <a:gd name="connsiteY47" fmla="*/ 521494 h 3364706"/>
              <a:gd name="connsiteX48" fmla="*/ 564357 w 5051160"/>
              <a:gd name="connsiteY48" fmla="*/ 557212 h 3364706"/>
              <a:gd name="connsiteX49" fmla="*/ 571500 w 5051160"/>
              <a:gd name="connsiteY49" fmla="*/ 621506 h 3364706"/>
              <a:gd name="connsiteX50" fmla="*/ 564357 w 5051160"/>
              <a:gd name="connsiteY50" fmla="*/ 735806 h 3364706"/>
              <a:gd name="connsiteX51" fmla="*/ 557213 w 5051160"/>
              <a:gd name="connsiteY51" fmla="*/ 764381 h 3364706"/>
              <a:gd name="connsiteX52" fmla="*/ 542925 w 5051160"/>
              <a:gd name="connsiteY52" fmla="*/ 842962 h 3364706"/>
              <a:gd name="connsiteX53" fmla="*/ 578644 w 5051160"/>
              <a:gd name="connsiteY53" fmla="*/ 878681 h 3364706"/>
              <a:gd name="connsiteX54" fmla="*/ 621507 w 5051160"/>
              <a:gd name="connsiteY54" fmla="*/ 864394 h 3364706"/>
              <a:gd name="connsiteX55" fmla="*/ 635794 w 5051160"/>
              <a:gd name="connsiteY55" fmla="*/ 842962 h 3364706"/>
              <a:gd name="connsiteX56" fmla="*/ 607219 w 5051160"/>
              <a:gd name="connsiteY56" fmla="*/ 778669 h 3364706"/>
              <a:gd name="connsiteX57" fmla="*/ 585788 w 5051160"/>
              <a:gd name="connsiteY57" fmla="*/ 771525 h 3364706"/>
              <a:gd name="connsiteX58" fmla="*/ 542925 w 5051160"/>
              <a:gd name="connsiteY58" fmla="*/ 778669 h 3364706"/>
              <a:gd name="connsiteX59" fmla="*/ 557213 w 5051160"/>
              <a:gd name="connsiteY59" fmla="*/ 1007269 h 3364706"/>
              <a:gd name="connsiteX60" fmla="*/ 550069 w 5051160"/>
              <a:gd name="connsiteY60" fmla="*/ 1300162 h 3364706"/>
              <a:gd name="connsiteX61" fmla="*/ 542925 w 5051160"/>
              <a:gd name="connsiteY61" fmla="*/ 1321594 h 3364706"/>
              <a:gd name="connsiteX62" fmla="*/ 535782 w 5051160"/>
              <a:gd name="connsiteY62" fmla="*/ 1350169 h 3364706"/>
              <a:gd name="connsiteX63" fmla="*/ 514350 w 5051160"/>
              <a:gd name="connsiteY63" fmla="*/ 1357312 h 3364706"/>
              <a:gd name="connsiteX64" fmla="*/ 500063 w 5051160"/>
              <a:gd name="connsiteY64" fmla="*/ 1385887 h 3364706"/>
              <a:gd name="connsiteX65" fmla="*/ 485775 w 5051160"/>
              <a:gd name="connsiteY65" fmla="*/ 1407319 h 3364706"/>
              <a:gd name="connsiteX66" fmla="*/ 478632 w 5051160"/>
              <a:gd name="connsiteY66" fmla="*/ 1450181 h 3364706"/>
              <a:gd name="connsiteX67" fmla="*/ 471488 w 5051160"/>
              <a:gd name="connsiteY67" fmla="*/ 1471612 h 3364706"/>
              <a:gd name="connsiteX68" fmla="*/ 478632 w 5051160"/>
              <a:gd name="connsiteY68" fmla="*/ 1614487 h 3364706"/>
              <a:gd name="connsiteX69" fmla="*/ 492919 w 5051160"/>
              <a:gd name="connsiteY69" fmla="*/ 1635919 h 3364706"/>
              <a:gd name="connsiteX70" fmla="*/ 564357 w 5051160"/>
              <a:gd name="connsiteY70" fmla="*/ 1657350 h 3364706"/>
              <a:gd name="connsiteX71" fmla="*/ 614363 w 5051160"/>
              <a:gd name="connsiteY71" fmla="*/ 1650206 h 3364706"/>
              <a:gd name="connsiteX72" fmla="*/ 642938 w 5051160"/>
              <a:gd name="connsiteY72" fmla="*/ 1643062 h 3364706"/>
              <a:gd name="connsiteX73" fmla="*/ 664369 w 5051160"/>
              <a:gd name="connsiteY73" fmla="*/ 1600200 h 3364706"/>
              <a:gd name="connsiteX74" fmla="*/ 678657 w 5051160"/>
              <a:gd name="connsiteY74" fmla="*/ 1578769 h 3364706"/>
              <a:gd name="connsiteX75" fmla="*/ 692944 w 5051160"/>
              <a:gd name="connsiteY75" fmla="*/ 1528762 h 3364706"/>
              <a:gd name="connsiteX76" fmla="*/ 707232 w 5051160"/>
              <a:gd name="connsiteY76" fmla="*/ 1478756 h 3364706"/>
              <a:gd name="connsiteX77" fmla="*/ 700088 w 5051160"/>
              <a:gd name="connsiteY77" fmla="*/ 1378744 h 3364706"/>
              <a:gd name="connsiteX78" fmla="*/ 685800 w 5051160"/>
              <a:gd name="connsiteY78" fmla="*/ 1357312 h 3364706"/>
              <a:gd name="connsiteX79" fmla="*/ 628650 w 5051160"/>
              <a:gd name="connsiteY79" fmla="*/ 1314450 h 3364706"/>
              <a:gd name="connsiteX80" fmla="*/ 542925 w 5051160"/>
              <a:gd name="connsiteY80" fmla="*/ 1335881 h 3364706"/>
              <a:gd name="connsiteX81" fmla="*/ 521494 w 5051160"/>
              <a:gd name="connsiteY81" fmla="*/ 1385887 h 3364706"/>
              <a:gd name="connsiteX82" fmla="*/ 485775 w 5051160"/>
              <a:gd name="connsiteY82" fmla="*/ 1450181 h 3364706"/>
              <a:gd name="connsiteX83" fmla="*/ 471488 w 5051160"/>
              <a:gd name="connsiteY83" fmla="*/ 1543050 h 3364706"/>
              <a:gd name="connsiteX84" fmla="*/ 478632 w 5051160"/>
              <a:gd name="connsiteY84" fmla="*/ 1614487 h 3364706"/>
              <a:gd name="connsiteX85" fmla="*/ 492919 w 5051160"/>
              <a:gd name="connsiteY85" fmla="*/ 1635919 h 3364706"/>
              <a:gd name="connsiteX86" fmla="*/ 492919 w 5051160"/>
              <a:gd name="connsiteY86" fmla="*/ 1843087 h 3364706"/>
              <a:gd name="connsiteX87" fmla="*/ 471488 w 5051160"/>
              <a:gd name="connsiteY87" fmla="*/ 1914525 h 3364706"/>
              <a:gd name="connsiteX88" fmla="*/ 464344 w 5051160"/>
              <a:gd name="connsiteY88" fmla="*/ 1943100 h 3364706"/>
              <a:gd name="connsiteX89" fmla="*/ 457200 w 5051160"/>
              <a:gd name="connsiteY89" fmla="*/ 2021681 h 3364706"/>
              <a:gd name="connsiteX90" fmla="*/ 442913 w 5051160"/>
              <a:gd name="connsiteY90" fmla="*/ 2071687 h 3364706"/>
              <a:gd name="connsiteX91" fmla="*/ 435769 w 5051160"/>
              <a:gd name="connsiteY91" fmla="*/ 2100262 h 3364706"/>
              <a:gd name="connsiteX92" fmla="*/ 421482 w 5051160"/>
              <a:gd name="connsiteY92" fmla="*/ 2121694 h 3364706"/>
              <a:gd name="connsiteX93" fmla="*/ 414338 w 5051160"/>
              <a:gd name="connsiteY93" fmla="*/ 2178844 h 3364706"/>
              <a:gd name="connsiteX94" fmla="*/ 400050 w 5051160"/>
              <a:gd name="connsiteY94" fmla="*/ 2243137 h 3364706"/>
              <a:gd name="connsiteX95" fmla="*/ 378619 w 5051160"/>
              <a:gd name="connsiteY95" fmla="*/ 2293144 h 3364706"/>
              <a:gd name="connsiteX96" fmla="*/ 364332 w 5051160"/>
              <a:gd name="connsiteY96" fmla="*/ 2336006 h 3364706"/>
              <a:gd name="connsiteX97" fmla="*/ 350044 w 5051160"/>
              <a:gd name="connsiteY97" fmla="*/ 2386012 h 3364706"/>
              <a:gd name="connsiteX98" fmla="*/ 335757 w 5051160"/>
              <a:gd name="connsiteY98" fmla="*/ 2407444 h 3364706"/>
              <a:gd name="connsiteX99" fmla="*/ 307182 w 5051160"/>
              <a:gd name="connsiteY99" fmla="*/ 2507456 h 3364706"/>
              <a:gd name="connsiteX100" fmla="*/ 292894 w 5051160"/>
              <a:gd name="connsiteY100" fmla="*/ 2564606 h 3364706"/>
              <a:gd name="connsiteX101" fmla="*/ 285750 w 5051160"/>
              <a:gd name="connsiteY101" fmla="*/ 2586037 h 3364706"/>
              <a:gd name="connsiteX102" fmla="*/ 278607 w 5051160"/>
              <a:gd name="connsiteY102" fmla="*/ 2614612 h 3364706"/>
              <a:gd name="connsiteX103" fmla="*/ 264319 w 5051160"/>
              <a:gd name="connsiteY103" fmla="*/ 2764631 h 3364706"/>
              <a:gd name="connsiteX104" fmla="*/ 257175 w 5051160"/>
              <a:gd name="connsiteY104" fmla="*/ 2821781 h 3364706"/>
              <a:gd name="connsiteX105" fmla="*/ 235744 w 5051160"/>
              <a:gd name="connsiteY105" fmla="*/ 2871787 h 3364706"/>
              <a:gd name="connsiteX106" fmla="*/ 242888 w 5051160"/>
              <a:gd name="connsiteY106" fmla="*/ 2900362 h 3364706"/>
              <a:gd name="connsiteX107" fmla="*/ 250032 w 5051160"/>
              <a:gd name="connsiteY107" fmla="*/ 2921794 h 3364706"/>
              <a:gd name="connsiteX108" fmla="*/ 242888 w 5051160"/>
              <a:gd name="connsiteY108" fmla="*/ 2957512 h 3364706"/>
              <a:gd name="connsiteX109" fmla="*/ 214313 w 5051160"/>
              <a:gd name="connsiteY109" fmla="*/ 3000375 h 3364706"/>
              <a:gd name="connsiteX110" fmla="*/ 192882 w 5051160"/>
              <a:gd name="connsiteY110" fmla="*/ 3007519 h 3364706"/>
              <a:gd name="connsiteX111" fmla="*/ 171450 w 5051160"/>
              <a:gd name="connsiteY111" fmla="*/ 3028950 h 3364706"/>
              <a:gd name="connsiteX112" fmla="*/ 142875 w 5051160"/>
              <a:gd name="connsiteY112" fmla="*/ 3036094 h 3364706"/>
              <a:gd name="connsiteX113" fmla="*/ 121444 w 5051160"/>
              <a:gd name="connsiteY113" fmla="*/ 3064669 h 3364706"/>
              <a:gd name="connsiteX114" fmla="*/ 100013 w 5051160"/>
              <a:gd name="connsiteY114" fmla="*/ 3086100 h 3364706"/>
              <a:gd name="connsiteX115" fmla="*/ 85725 w 5051160"/>
              <a:gd name="connsiteY115" fmla="*/ 3107531 h 3364706"/>
              <a:gd name="connsiteX116" fmla="*/ 42863 w 5051160"/>
              <a:gd name="connsiteY116" fmla="*/ 3150394 h 3364706"/>
              <a:gd name="connsiteX117" fmla="*/ 35719 w 5051160"/>
              <a:gd name="connsiteY117" fmla="*/ 3171825 h 3364706"/>
              <a:gd name="connsiteX118" fmla="*/ 21432 w 5051160"/>
              <a:gd name="connsiteY118" fmla="*/ 3200400 h 3364706"/>
              <a:gd name="connsiteX119" fmla="*/ 14288 w 5051160"/>
              <a:gd name="connsiteY119" fmla="*/ 3228975 h 3364706"/>
              <a:gd name="connsiteX120" fmla="*/ 0 w 5051160"/>
              <a:gd name="connsiteY120" fmla="*/ 3264694 h 3364706"/>
              <a:gd name="connsiteX121" fmla="*/ 14288 w 5051160"/>
              <a:gd name="connsiteY121" fmla="*/ 3314700 h 3364706"/>
              <a:gd name="connsiteX122" fmla="*/ 28575 w 5051160"/>
              <a:gd name="connsiteY122" fmla="*/ 3357562 h 3364706"/>
              <a:gd name="connsiteX123" fmla="*/ 135732 w 5051160"/>
              <a:gd name="connsiteY123" fmla="*/ 3336131 h 3364706"/>
              <a:gd name="connsiteX124" fmla="*/ 171450 w 5051160"/>
              <a:gd name="connsiteY124" fmla="*/ 3321844 h 3364706"/>
              <a:gd name="connsiteX125" fmla="*/ 178594 w 5051160"/>
              <a:gd name="connsiteY125" fmla="*/ 3300412 h 3364706"/>
              <a:gd name="connsiteX126" fmla="*/ 192882 w 5051160"/>
              <a:gd name="connsiteY126" fmla="*/ 3271837 h 3364706"/>
              <a:gd name="connsiteX127" fmla="*/ 200025 w 5051160"/>
              <a:gd name="connsiteY127" fmla="*/ 3250406 h 3364706"/>
              <a:gd name="connsiteX128" fmla="*/ 228600 w 5051160"/>
              <a:gd name="connsiteY128" fmla="*/ 3207544 h 3364706"/>
              <a:gd name="connsiteX129" fmla="*/ 221457 w 5051160"/>
              <a:gd name="connsiteY129" fmla="*/ 3093244 h 3364706"/>
              <a:gd name="connsiteX130" fmla="*/ 207169 w 5051160"/>
              <a:gd name="connsiteY130" fmla="*/ 3071812 h 3364706"/>
              <a:gd name="connsiteX131" fmla="*/ 228600 w 5051160"/>
              <a:gd name="connsiteY131" fmla="*/ 2986087 h 3364706"/>
              <a:gd name="connsiteX132" fmla="*/ 264319 w 5051160"/>
              <a:gd name="connsiteY132" fmla="*/ 2964656 h 3364706"/>
              <a:gd name="connsiteX133" fmla="*/ 321469 w 5051160"/>
              <a:gd name="connsiteY133" fmla="*/ 2943225 h 3364706"/>
              <a:gd name="connsiteX134" fmla="*/ 335757 w 5051160"/>
              <a:gd name="connsiteY134" fmla="*/ 2921794 h 3364706"/>
              <a:gd name="connsiteX135" fmla="*/ 364332 w 5051160"/>
              <a:gd name="connsiteY135" fmla="*/ 2914650 h 3364706"/>
              <a:gd name="connsiteX136" fmla="*/ 385763 w 5051160"/>
              <a:gd name="connsiteY136" fmla="*/ 2900362 h 3364706"/>
              <a:gd name="connsiteX137" fmla="*/ 400050 w 5051160"/>
              <a:gd name="connsiteY137" fmla="*/ 2878931 h 3364706"/>
              <a:gd name="connsiteX138" fmla="*/ 407194 w 5051160"/>
              <a:gd name="connsiteY138" fmla="*/ 2857500 h 3364706"/>
              <a:gd name="connsiteX139" fmla="*/ 428625 w 5051160"/>
              <a:gd name="connsiteY139" fmla="*/ 2828925 h 3364706"/>
              <a:gd name="connsiteX140" fmla="*/ 450057 w 5051160"/>
              <a:gd name="connsiteY140" fmla="*/ 2778919 h 3364706"/>
              <a:gd name="connsiteX141" fmla="*/ 464344 w 5051160"/>
              <a:gd name="connsiteY141" fmla="*/ 2736056 h 3364706"/>
              <a:gd name="connsiteX142" fmla="*/ 478632 w 5051160"/>
              <a:gd name="connsiteY142" fmla="*/ 2671762 h 3364706"/>
              <a:gd name="connsiteX143" fmla="*/ 471488 w 5051160"/>
              <a:gd name="connsiteY143" fmla="*/ 2607469 h 3364706"/>
              <a:gd name="connsiteX144" fmla="*/ 442913 w 5051160"/>
              <a:gd name="connsiteY144" fmla="*/ 2600325 h 3364706"/>
              <a:gd name="connsiteX145" fmla="*/ 421482 w 5051160"/>
              <a:gd name="connsiteY145" fmla="*/ 2586037 h 3364706"/>
              <a:gd name="connsiteX146" fmla="*/ 357188 w 5051160"/>
              <a:gd name="connsiteY146" fmla="*/ 2600325 h 3364706"/>
              <a:gd name="connsiteX147" fmla="*/ 307182 w 5051160"/>
              <a:gd name="connsiteY147" fmla="*/ 2664619 h 3364706"/>
              <a:gd name="connsiteX148" fmla="*/ 300038 w 5051160"/>
              <a:gd name="connsiteY148" fmla="*/ 2686050 h 3364706"/>
              <a:gd name="connsiteX149" fmla="*/ 271463 w 5051160"/>
              <a:gd name="connsiteY149" fmla="*/ 2707481 h 3364706"/>
              <a:gd name="connsiteX150" fmla="*/ 264319 w 5051160"/>
              <a:gd name="connsiteY150" fmla="*/ 2764631 h 3364706"/>
              <a:gd name="connsiteX151" fmla="*/ 250032 w 5051160"/>
              <a:gd name="connsiteY151" fmla="*/ 2793206 h 3364706"/>
              <a:gd name="connsiteX152" fmla="*/ 242888 w 5051160"/>
              <a:gd name="connsiteY152" fmla="*/ 2836069 h 3364706"/>
              <a:gd name="connsiteX153" fmla="*/ 235744 w 5051160"/>
              <a:gd name="connsiteY153" fmla="*/ 2857500 h 3364706"/>
              <a:gd name="connsiteX154" fmla="*/ 250032 w 5051160"/>
              <a:gd name="connsiteY154" fmla="*/ 2943225 h 3364706"/>
              <a:gd name="connsiteX155" fmla="*/ 292894 w 5051160"/>
              <a:gd name="connsiteY155" fmla="*/ 2957512 h 3364706"/>
              <a:gd name="connsiteX156" fmla="*/ 335757 w 5051160"/>
              <a:gd name="connsiteY156" fmla="*/ 2950369 h 3364706"/>
              <a:gd name="connsiteX157" fmla="*/ 357188 w 5051160"/>
              <a:gd name="connsiteY157" fmla="*/ 2936081 h 3364706"/>
              <a:gd name="connsiteX158" fmla="*/ 392907 w 5051160"/>
              <a:gd name="connsiteY158" fmla="*/ 2914650 h 3364706"/>
              <a:gd name="connsiteX159" fmla="*/ 428625 w 5051160"/>
              <a:gd name="connsiteY159" fmla="*/ 2850356 h 3364706"/>
              <a:gd name="connsiteX160" fmla="*/ 464344 w 5051160"/>
              <a:gd name="connsiteY160" fmla="*/ 2800350 h 3364706"/>
              <a:gd name="connsiteX161" fmla="*/ 471488 w 5051160"/>
              <a:gd name="connsiteY161" fmla="*/ 2771775 h 3364706"/>
              <a:gd name="connsiteX162" fmla="*/ 514350 w 5051160"/>
              <a:gd name="connsiteY162" fmla="*/ 2736056 h 3364706"/>
              <a:gd name="connsiteX163" fmla="*/ 528638 w 5051160"/>
              <a:gd name="connsiteY163" fmla="*/ 2714625 h 3364706"/>
              <a:gd name="connsiteX164" fmla="*/ 578644 w 5051160"/>
              <a:gd name="connsiteY164" fmla="*/ 2678906 h 3364706"/>
              <a:gd name="connsiteX165" fmla="*/ 607219 w 5051160"/>
              <a:gd name="connsiteY165" fmla="*/ 2643187 h 3364706"/>
              <a:gd name="connsiteX166" fmla="*/ 650082 w 5051160"/>
              <a:gd name="connsiteY166" fmla="*/ 2586037 h 3364706"/>
              <a:gd name="connsiteX167" fmla="*/ 692944 w 5051160"/>
              <a:gd name="connsiteY167" fmla="*/ 2550319 h 3364706"/>
              <a:gd name="connsiteX168" fmla="*/ 721519 w 5051160"/>
              <a:gd name="connsiteY168" fmla="*/ 2500312 h 3364706"/>
              <a:gd name="connsiteX169" fmla="*/ 764382 w 5051160"/>
              <a:gd name="connsiteY169" fmla="*/ 2464594 h 3364706"/>
              <a:gd name="connsiteX170" fmla="*/ 785813 w 5051160"/>
              <a:gd name="connsiteY170" fmla="*/ 2436019 h 3364706"/>
              <a:gd name="connsiteX171" fmla="*/ 828675 w 5051160"/>
              <a:gd name="connsiteY171" fmla="*/ 2400300 h 3364706"/>
              <a:gd name="connsiteX172" fmla="*/ 850107 w 5051160"/>
              <a:gd name="connsiteY172" fmla="*/ 2364581 h 3364706"/>
              <a:gd name="connsiteX173" fmla="*/ 871538 w 5051160"/>
              <a:gd name="connsiteY173" fmla="*/ 2336006 h 3364706"/>
              <a:gd name="connsiteX174" fmla="*/ 885825 w 5051160"/>
              <a:gd name="connsiteY174" fmla="*/ 2307431 h 3364706"/>
              <a:gd name="connsiteX175" fmla="*/ 914400 w 5051160"/>
              <a:gd name="connsiteY175" fmla="*/ 2293144 h 3364706"/>
              <a:gd name="connsiteX176" fmla="*/ 964407 w 5051160"/>
              <a:gd name="connsiteY176" fmla="*/ 2228850 h 3364706"/>
              <a:gd name="connsiteX177" fmla="*/ 1000125 w 5051160"/>
              <a:gd name="connsiteY177" fmla="*/ 2193131 h 3364706"/>
              <a:gd name="connsiteX178" fmla="*/ 1028700 w 5051160"/>
              <a:gd name="connsiteY178" fmla="*/ 2150269 h 3364706"/>
              <a:gd name="connsiteX179" fmla="*/ 1064419 w 5051160"/>
              <a:gd name="connsiteY179" fmla="*/ 2093119 h 3364706"/>
              <a:gd name="connsiteX180" fmla="*/ 1085850 w 5051160"/>
              <a:gd name="connsiteY180" fmla="*/ 2085975 h 3364706"/>
              <a:gd name="connsiteX181" fmla="*/ 1100138 w 5051160"/>
              <a:gd name="connsiteY181" fmla="*/ 2050256 h 3364706"/>
              <a:gd name="connsiteX182" fmla="*/ 1135857 w 5051160"/>
              <a:gd name="connsiteY182" fmla="*/ 2007394 h 3364706"/>
              <a:gd name="connsiteX183" fmla="*/ 1157288 w 5051160"/>
              <a:gd name="connsiteY183" fmla="*/ 1978819 h 3364706"/>
              <a:gd name="connsiteX184" fmla="*/ 1164432 w 5051160"/>
              <a:gd name="connsiteY184" fmla="*/ 1950244 h 3364706"/>
              <a:gd name="connsiteX185" fmla="*/ 1200150 w 5051160"/>
              <a:gd name="connsiteY185" fmla="*/ 1907381 h 3364706"/>
              <a:gd name="connsiteX186" fmla="*/ 1264444 w 5051160"/>
              <a:gd name="connsiteY186" fmla="*/ 1821656 h 3364706"/>
              <a:gd name="connsiteX187" fmla="*/ 1285875 w 5051160"/>
              <a:gd name="connsiteY187" fmla="*/ 1807369 h 3364706"/>
              <a:gd name="connsiteX188" fmla="*/ 1314450 w 5051160"/>
              <a:gd name="connsiteY188" fmla="*/ 1757362 h 3364706"/>
              <a:gd name="connsiteX189" fmla="*/ 1321594 w 5051160"/>
              <a:gd name="connsiteY189" fmla="*/ 1735931 h 3364706"/>
              <a:gd name="connsiteX190" fmla="*/ 1343025 w 5051160"/>
              <a:gd name="connsiteY190" fmla="*/ 1721644 h 3364706"/>
              <a:gd name="connsiteX191" fmla="*/ 1371600 w 5051160"/>
              <a:gd name="connsiteY191" fmla="*/ 1685925 h 3364706"/>
              <a:gd name="connsiteX192" fmla="*/ 1385888 w 5051160"/>
              <a:gd name="connsiteY192" fmla="*/ 1664494 h 3364706"/>
              <a:gd name="connsiteX193" fmla="*/ 1407319 w 5051160"/>
              <a:gd name="connsiteY193" fmla="*/ 1650206 h 3364706"/>
              <a:gd name="connsiteX194" fmla="*/ 1421607 w 5051160"/>
              <a:gd name="connsiteY194" fmla="*/ 1614487 h 3364706"/>
              <a:gd name="connsiteX195" fmla="*/ 1435894 w 5051160"/>
              <a:gd name="connsiteY195" fmla="*/ 1593056 h 3364706"/>
              <a:gd name="connsiteX196" fmla="*/ 1450182 w 5051160"/>
              <a:gd name="connsiteY196" fmla="*/ 1564481 h 3364706"/>
              <a:gd name="connsiteX197" fmla="*/ 1464469 w 5051160"/>
              <a:gd name="connsiteY197" fmla="*/ 1543050 h 3364706"/>
              <a:gd name="connsiteX198" fmla="*/ 1478757 w 5051160"/>
              <a:gd name="connsiteY198" fmla="*/ 1514475 h 3364706"/>
              <a:gd name="connsiteX199" fmla="*/ 1500188 w 5051160"/>
              <a:gd name="connsiteY199" fmla="*/ 1493044 h 3364706"/>
              <a:gd name="connsiteX200" fmla="*/ 1514475 w 5051160"/>
              <a:gd name="connsiteY200" fmla="*/ 1471612 h 3364706"/>
              <a:gd name="connsiteX201" fmla="*/ 1557338 w 5051160"/>
              <a:gd name="connsiteY201" fmla="*/ 1443037 h 3364706"/>
              <a:gd name="connsiteX202" fmla="*/ 1578769 w 5051160"/>
              <a:gd name="connsiteY202" fmla="*/ 1421606 h 3364706"/>
              <a:gd name="connsiteX203" fmla="*/ 1650207 w 5051160"/>
              <a:gd name="connsiteY203" fmla="*/ 1407319 h 3364706"/>
              <a:gd name="connsiteX204" fmla="*/ 1750219 w 5051160"/>
              <a:gd name="connsiteY204" fmla="*/ 1385887 h 3364706"/>
              <a:gd name="connsiteX205" fmla="*/ 1943100 w 5051160"/>
              <a:gd name="connsiteY205" fmla="*/ 1407319 h 3364706"/>
              <a:gd name="connsiteX206" fmla="*/ 1964532 w 5051160"/>
              <a:gd name="connsiteY206" fmla="*/ 1414462 h 3364706"/>
              <a:gd name="connsiteX207" fmla="*/ 2028825 w 5051160"/>
              <a:gd name="connsiteY207" fmla="*/ 1428750 h 3364706"/>
              <a:gd name="connsiteX208" fmla="*/ 2057400 w 5051160"/>
              <a:gd name="connsiteY208" fmla="*/ 1435894 h 3364706"/>
              <a:gd name="connsiteX209" fmla="*/ 2235994 w 5051160"/>
              <a:gd name="connsiteY209" fmla="*/ 1450181 h 3364706"/>
              <a:gd name="connsiteX210" fmla="*/ 2286000 w 5051160"/>
              <a:gd name="connsiteY210" fmla="*/ 1457325 h 3364706"/>
              <a:gd name="connsiteX211" fmla="*/ 2364582 w 5051160"/>
              <a:gd name="connsiteY211" fmla="*/ 1471612 h 3364706"/>
              <a:gd name="connsiteX212" fmla="*/ 2486025 w 5051160"/>
              <a:gd name="connsiteY212" fmla="*/ 1478756 h 3364706"/>
              <a:gd name="connsiteX213" fmla="*/ 2600325 w 5051160"/>
              <a:gd name="connsiteY213" fmla="*/ 1493044 h 3364706"/>
              <a:gd name="connsiteX214" fmla="*/ 2650332 w 5051160"/>
              <a:gd name="connsiteY214" fmla="*/ 1485900 h 3364706"/>
              <a:gd name="connsiteX215" fmla="*/ 2714625 w 5051160"/>
              <a:gd name="connsiteY215" fmla="*/ 1478756 h 3364706"/>
              <a:gd name="connsiteX216" fmla="*/ 2836069 w 5051160"/>
              <a:gd name="connsiteY216" fmla="*/ 1464469 h 3364706"/>
              <a:gd name="connsiteX217" fmla="*/ 3136107 w 5051160"/>
              <a:gd name="connsiteY217" fmla="*/ 1457325 h 3364706"/>
              <a:gd name="connsiteX218" fmla="*/ 3221832 w 5051160"/>
              <a:gd name="connsiteY218" fmla="*/ 1443037 h 3364706"/>
              <a:gd name="connsiteX219" fmla="*/ 3328988 w 5051160"/>
              <a:gd name="connsiteY219" fmla="*/ 1471612 h 3364706"/>
              <a:gd name="connsiteX220" fmla="*/ 3364707 w 5051160"/>
              <a:gd name="connsiteY220" fmla="*/ 1507331 h 3364706"/>
              <a:gd name="connsiteX221" fmla="*/ 3378994 w 5051160"/>
              <a:gd name="connsiteY221" fmla="*/ 1528762 h 3364706"/>
              <a:gd name="connsiteX222" fmla="*/ 3414713 w 5051160"/>
              <a:gd name="connsiteY222" fmla="*/ 1557337 h 3364706"/>
              <a:gd name="connsiteX223" fmla="*/ 3436144 w 5051160"/>
              <a:gd name="connsiteY223" fmla="*/ 1578769 h 3364706"/>
              <a:gd name="connsiteX224" fmla="*/ 3450432 w 5051160"/>
              <a:gd name="connsiteY224" fmla="*/ 1600200 h 3364706"/>
              <a:gd name="connsiteX225" fmla="*/ 3471863 w 5051160"/>
              <a:gd name="connsiteY225" fmla="*/ 1614487 h 3364706"/>
              <a:gd name="connsiteX226" fmla="*/ 3514725 w 5051160"/>
              <a:gd name="connsiteY226" fmla="*/ 1657350 h 3364706"/>
              <a:gd name="connsiteX227" fmla="*/ 3529013 w 5051160"/>
              <a:gd name="connsiteY227" fmla="*/ 1678781 h 3364706"/>
              <a:gd name="connsiteX228" fmla="*/ 3557588 w 5051160"/>
              <a:gd name="connsiteY228" fmla="*/ 1700212 h 3364706"/>
              <a:gd name="connsiteX229" fmla="*/ 3586163 w 5051160"/>
              <a:gd name="connsiteY229" fmla="*/ 1743075 h 3364706"/>
              <a:gd name="connsiteX230" fmla="*/ 3600450 w 5051160"/>
              <a:gd name="connsiteY230" fmla="*/ 1764506 h 3364706"/>
              <a:gd name="connsiteX231" fmla="*/ 3621882 w 5051160"/>
              <a:gd name="connsiteY231" fmla="*/ 1771650 h 3364706"/>
              <a:gd name="connsiteX232" fmla="*/ 3629025 w 5051160"/>
              <a:gd name="connsiteY232" fmla="*/ 1793081 h 3364706"/>
              <a:gd name="connsiteX233" fmla="*/ 3671888 w 5051160"/>
              <a:gd name="connsiteY233" fmla="*/ 1843087 h 3364706"/>
              <a:gd name="connsiteX234" fmla="*/ 3707607 w 5051160"/>
              <a:gd name="connsiteY234" fmla="*/ 1893094 h 3364706"/>
              <a:gd name="connsiteX235" fmla="*/ 3729038 w 5051160"/>
              <a:gd name="connsiteY235" fmla="*/ 1921669 h 3364706"/>
              <a:gd name="connsiteX236" fmla="*/ 3743325 w 5051160"/>
              <a:gd name="connsiteY236" fmla="*/ 1943100 h 3364706"/>
              <a:gd name="connsiteX237" fmla="*/ 3779044 w 5051160"/>
              <a:gd name="connsiteY237" fmla="*/ 1971675 h 3364706"/>
              <a:gd name="connsiteX238" fmla="*/ 3807619 w 5051160"/>
              <a:gd name="connsiteY238" fmla="*/ 2035969 h 3364706"/>
              <a:gd name="connsiteX239" fmla="*/ 3829050 w 5051160"/>
              <a:gd name="connsiteY239" fmla="*/ 2057400 h 3364706"/>
              <a:gd name="connsiteX240" fmla="*/ 3836194 w 5051160"/>
              <a:gd name="connsiteY240" fmla="*/ 2085975 h 3364706"/>
              <a:gd name="connsiteX241" fmla="*/ 3879057 w 5051160"/>
              <a:gd name="connsiteY241" fmla="*/ 2135981 h 3364706"/>
              <a:gd name="connsiteX242" fmla="*/ 3914775 w 5051160"/>
              <a:gd name="connsiteY242" fmla="*/ 2171700 h 3364706"/>
              <a:gd name="connsiteX243" fmla="*/ 3929063 w 5051160"/>
              <a:gd name="connsiteY243" fmla="*/ 2207419 h 3364706"/>
              <a:gd name="connsiteX244" fmla="*/ 3971925 w 5051160"/>
              <a:gd name="connsiteY244" fmla="*/ 2257425 h 3364706"/>
              <a:gd name="connsiteX245" fmla="*/ 3979069 w 5051160"/>
              <a:gd name="connsiteY245" fmla="*/ 2278856 h 3364706"/>
              <a:gd name="connsiteX246" fmla="*/ 4029075 w 5051160"/>
              <a:gd name="connsiteY246" fmla="*/ 2343150 h 3364706"/>
              <a:gd name="connsiteX247" fmla="*/ 4064794 w 5051160"/>
              <a:gd name="connsiteY247" fmla="*/ 2407444 h 3364706"/>
              <a:gd name="connsiteX248" fmla="*/ 4086225 w 5051160"/>
              <a:gd name="connsiteY248" fmla="*/ 2421731 h 3364706"/>
              <a:gd name="connsiteX249" fmla="*/ 4121944 w 5051160"/>
              <a:gd name="connsiteY249" fmla="*/ 2464594 h 3364706"/>
              <a:gd name="connsiteX250" fmla="*/ 4157663 w 5051160"/>
              <a:gd name="connsiteY250" fmla="*/ 2500312 h 3364706"/>
              <a:gd name="connsiteX251" fmla="*/ 4200525 w 5051160"/>
              <a:gd name="connsiteY251" fmla="*/ 2536031 h 3364706"/>
              <a:gd name="connsiteX252" fmla="*/ 4214813 w 5051160"/>
              <a:gd name="connsiteY252" fmla="*/ 2557462 h 3364706"/>
              <a:gd name="connsiteX253" fmla="*/ 4257675 w 5051160"/>
              <a:gd name="connsiteY253" fmla="*/ 2586037 h 3364706"/>
              <a:gd name="connsiteX254" fmla="*/ 4279107 w 5051160"/>
              <a:gd name="connsiteY254" fmla="*/ 2600325 h 3364706"/>
              <a:gd name="connsiteX255" fmla="*/ 4300538 w 5051160"/>
              <a:gd name="connsiteY255" fmla="*/ 2621756 h 3364706"/>
              <a:gd name="connsiteX256" fmla="*/ 4321969 w 5051160"/>
              <a:gd name="connsiteY256" fmla="*/ 2628900 h 3364706"/>
              <a:gd name="connsiteX257" fmla="*/ 4350544 w 5051160"/>
              <a:gd name="connsiteY257" fmla="*/ 2643187 h 3364706"/>
              <a:gd name="connsiteX258" fmla="*/ 4371975 w 5051160"/>
              <a:gd name="connsiteY258" fmla="*/ 2671762 h 3364706"/>
              <a:gd name="connsiteX259" fmla="*/ 4421982 w 5051160"/>
              <a:gd name="connsiteY259" fmla="*/ 2686050 h 3364706"/>
              <a:gd name="connsiteX260" fmla="*/ 4450557 w 5051160"/>
              <a:gd name="connsiteY260" fmla="*/ 2707481 h 3364706"/>
              <a:gd name="connsiteX261" fmla="*/ 4471988 w 5051160"/>
              <a:gd name="connsiteY261" fmla="*/ 2714625 h 3364706"/>
              <a:gd name="connsiteX262" fmla="*/ 4536282 w 5051160"/>
              <a:gd name="connsiteY262" fmla="*/ 2736056 h 3364706"/>
              <a:gd name="connsiteX263" fmla="*/ 4564857 w 5051160"/>
              <a:gd name="connsiteY263" fmla="*/ 2757487 h 3364706"/>
              <a:gd name="connsiteX264" fmla="*/ 4593432 w 5051160"/>
              <a:gd name="connsiteY264" fmla="*/ 2771775 h 3364706"/>
              <a:gd name="connsiteX265" fmla="*/ 4686300 w 5051160"/>
              <a:gd name="connsiteY265" fmla="*/ 2800350 h 3364706"/>
              <a:gd name="connsiteX266" fmla="*/ 4736307 w 5051160"/>
              <a:gd name="connsiteY266" fmla="*/ 2843212 h 3364706"/>
              <a:gd name="connsiteX267" fmla="*/ 4779169 w 5051160"/>
              <a:gd name="connsiteY267" fmla="*/ 2864644 h 3364706"/>
              <a:gd name="connsiteX268" fmla="*/ 4814888 w 5051160"/>
              <a:gd name="connsiteY268" fmla="*/ 2921794 h 3364706"/>
              <a:gd name="connsiteX269" fmla="*/ 4807744 w 5051160"/>
              <a:gd name="connsiteY269" fmla="*/ 3000375 h 3364706"/>
              <a:gd name="connsiteX270" fmla="*/ 4793457 w 5051160"/>
              <a:gd name="connsiteY270" fmla="*/ 3043237 h 3364706"/>
              <a:gd name="connsiteX271" fmla="*/ 4786313 w 5051160"/>
              <a:gd name="connsiteY271" fmla="*/ 3071812 h 3364706"/>
              <a:gd name="connsiteX272" fmla="*/ 4800600 w 5051160"/>
              <a:gd name="connsiteY272" fmla="*/ 3121819 h 3364706"/>
              <a:gd name="connsiteX273" fmla="*/ 4814888 w 5051160"/>
              <a:gd name="connsiteY273" fmla="*/ 3178969 h 3364706"/>
              <a:gd name="connsiteX274" fmla="*/ 4864894 w 5051160"/>
              <a:gd name="connsiteY274" fmla="*/ 3264694 h 3364706"/>
              <a:gd name="connsiteX275" fmla="*/ 4872038 w 5051160"/>
              <a:gd name="connsiteY275" fmla="*/ 3293269 h 3364706"/>
              <a:gd name="connsiteX276" fmla="*/ 4936332 w 5051160"/>
              <a:gd name="connsiteY276" fmla="*/ 3343275 h 3364706"/>
              <a:gd name="connsiteX277" fmla="*/ 4979194 w 5051160"/>
              <a:gd name="connsiteY277" fmla="*/ 3364706 h 3364706"/>
              <a:gd name="connsiteX278" fmla="*/ 5050632 w 5051160"/>
              <a:gd name="connsiteY278" fmla="*/ 3328987 h 3364706"/>
              <a:gd name="connsiteX279" fmla="*/ 5029200 w 5051160"/>
              <a:gd name="connsiteY279" fmla="*/ 3314700 h 3364706"/>
              <a:gd name="connsiteX280" fmla="*/ 5014913 w 5051160"/>
              <a:gd name="connsiteY280" fmla="*/ 3157537 h 3364706"/>
              <a:gd name="connsiteX281" fmla="*/ 4986338 w 5051160"/>
              <a:gd name="connsiteY281" fmla="*/ 3078956 h 3364706"/>
              <a:gd name="connsiteX282" fmla="*/ 4964907 w 5051160"/>
              <a:gd name="connsiteY282" fmla="*/ 3064669 h 3364706"/>
              <a:gd name="connsiteX283" fmla="*/ 4936332 w 5051160"/>
              <a:gd name="connsiteY283" fmla="*/ 3036094 h 3364706"/>
              <a:gd name="connsiteX284" fmla="*/ 4922044 w 5051160"/>
              <a:gd name="connsiteY284" fmla="*/ 3014662 h 3364706"/>
              <a:gd name="connsiteX285" fmla="*/ 4886325 w 5051160"/>
              <a:gd name="connsiteY285" fmla="*/ 3000375 h 3364706"/>
              <a:gd name="connsiteX286" fmla="*/ 4843463 w 5051160"/>
              <a:gd name="connsiteY286" fmla="*/ 2978944 h 3364706"/>
              <a:gd name="connsiteX287" fmla="*/ 4836319 w 5051160"/>
              <a:gd name="connsiteY287" fmla="*/ 2957512 h 3364706"/>
              <a:gd name="connsiteX288" fmla="*/ 4814888 w 5051160"/>
              <a:gd name="connsiteY288" fmla="*/ 2943225 h 3364706"/>
              <a:gd name="connsiteX289" fmla="*/ 4836319 w 5051160"/>
              <a:gd name="connsiteY289" fmla="*/ 2828925 h 3364706"/>
              <a:gd name="connsiteX290" fmla="*/ 4829175 w 5051160"/>
              <a:gd name="connsiteY290" fmla="*/ 2636044 h 3364706"/>
              <a:gd name="connsiteX291" fmla="*/ 4822032 w 5051160"/>
              <a:gd name="connsiteY291" fmla="*/ 2600325 h 3364706"/>
              <a:gd name="connsiteX292" fmla="*/ 4779169 w 5051160"/>
              <a:gd name="connsiteY292" fmla="*/ 2571750 h 3364706"/>
              <a:gd name="connsiteX293" fmla="*/ 4722019 w 5051160"/>
              <a:gd name="connsiteY293" fmla="*/ 2543175 h 3364706"/>
              <a:gd name="connsiteX294" fmla="*/ 4643438 w 5051160"/>
              <a:gd name="connsiteY294" fmla="*/ 2550319 h 3364706"/>
              <a:gd name="connsiteX295" fmla="*/ 4622007 w 5051160"/>
              <a:gd name="connsiteY295" fmla="*/ 2571750 h 3364706"/>
              <a:gd name="connsiteX296" fmla="*/ 4629150 w 5051160"/>
              <a:gd name="connsiteY296" fmla="*/ 2664619 h 3364706"/>
              <a:gd name="connsiteX297" fmla="*/ 4643438 w 5051160"/>
              <a:gd name="connsiteY297" fmla="*/ 2693194 h 3364706"/>
              <a:gd name="connsiteX298" fmla="*/ 4657725 w 5051160"/>
              <a:gd name="connsiteY298" fmla="*/ 2736056 h 3364706"/>
              <a:gd name="connsiteX299" fmla="*/ 4672013 w 5051160"/>
              <a:gd name="connsiteY299" fmla="*/ 2786062 h 3364706"/>
              <a:gd name="connsiteX300" fmla="*/ 4643438 w 5051160"/>
              <a:gd name="connsiteY300" fmla="*/ 2778919 h 3364706"/>
              <a:gd name="connsiteX301" fmla="*/ 4636294 w 5051160"/>
              <a:gd name="connsiteY301" fmla="*/ 2728912 h 3364706"/>
              <a:gd name="connsiteX302" fmla="*/ 4643438 w 5051160"/>
              <a:gd name="connsiteY302" fmla="*/ 2571750 h 3364706"/>
              <a:gd name="connsiteX303" fmla="*/ 4686300 w 5051160"/>
              <a:gd name="connsiteY303" fmla="*/ 2557462 h 3364706"/>
              <a:gd name="connsiteX304" fmla="*/ 4714875 w 5051160"/>
              <a:gd name="connsiteY304" fmla="*/ 2543175 h 3364706"/>
              <a:gd name="connsiteX305" fmla="*/ 4764882 w 5051160"/>
              <a:gd name="connsiteY305" fmla="*/ 2528887 h 3364706"/>
              <a:gd name="connsiteX306" fmla="*/ 4757738 w 5051160"/>
              <a:gd name="connsiteY306" fmla="*/ 2464594 h 3364706"/>
              <a:gd name="connsiteX307" fmla="*/ 4743450 w 5051160"/>
              <a:gd name="connsiteY307" fmla="*/ 2364581 h 3364706"/>
              <a:gd name="connsiteX308" fmla="*/ 4736307 w 5051160"/>
              <a:gd name="connsiteY308" fmla="*/ 2336006 h 3364706"/>
              <a:gd name="connsiteX309" fmla="*/ 4722019 w 5051160"/>
              <a:gd name="connsiteY309" fmla="*/ 2314575 h 3364706"/>
              <a:gd name="connsiteX310" fmla="*/ 4707732 w 5051160"/>
              <a:gd name="connsiteY310" fmla="*/ 2250281 h 3364706"/>
              <a:gd name="connsiteX311" fmla="*/ 4700588 w 5051160"/>
              <a:gd name="connsiteY311" fmla="*/ 2221706 h 3364706"/>
              <a:gd name="connsiteX312" fmla="*/ 4686300 w 5051160"/>
              <a:gd name="connsiteY312" fmla="*/ 2157412 h 3364706"/>
              <a:gd name="connsiteX313" fmla="*/ 4672013 w 5051160"/>
              <a:gd name="connsiteY313" fmla="*/ 2128837 h 3364706"/>
              <a:gd name="connsiteX314" fmla="*/ 4664869 w 5051160"/>
              <a:gd name="connsiteY314" fmla="*/ 2093119 h 3364706"/>
              <a:gd name="connsiteX315" fmla="*/ 4650582 w 5051160"/>
              <a:gd name="connsiteY315" fmla="*/ 2035969 h 3364706"/>
              <a:gd name="connsiteX316" fmla="*/ 4643438 w 5051160"/>
              <a:gd name="connsiteY316" fmla="*/ 2000250 h 3364706"/>
              <a:gd name="connsiteX317" fmla="*/ 4636294 w 5051160"/>
              <a:gd name="connsiteY317" fmla="*/ 1978819 h 3364706"/>
              <a:gd name="connsiteX318" fmla="*/ 4622007 w 5051160"/>
              <a:gd name="connsiteY318" fmla="*/ 1885950 h 3364706"/>
              <a:gd name="connsiteX319" fmla="*/ 4593432 w 5051160"/>
              <a:gd name="connsiteY319" fmla="*/ 1800225 h 3364706"/>
              <a:gd name="connsiteX320" fmla="*/ 4579144 w 5051160"/>
              <a:gd name="connsiteY320" fmla="*/ 1728787 h 3364706"/>
              <a:gd name="connsiteX321" fmla="*/ 4564857 w 5051160"/>
              <a:gd name="connsiteY321" fmla="*/ 1657350 h 3364706"/>
              <a:gd name="connsiteX322" fmla="*/ 4557713 w 5051160"/>
              <a:gd name="connsiteY322" fmla="*/ 1571625 h 3364706"/>
              <a:gd name="connsiteX323" fmla="*/ 4550569 w 5051160"/>
              <a:gd name="connsiteY323" fmla="*/ 1543050 h 3364706"/>
              <a:gd name="connsiteX324" fmla="*/ 4529138 w 5051160"/>
              <a:gd name="connsiteY324" fmla="*/ 1350169 h 3364706"/>
              <a:gd name="connsiteX325" fmla="*/ 4500563 w 5051160"/>
              <a:gd name="connsiteY325" fmla="*/ 1250156 h 3364706"/>
              <a:gd name="connsiteX326" fmla="*/ 4479132 w 5051160"/>
              <a:gd name="connsiteY326" fmla="*/ 1235869 h 3364706"/>
              <a:gd name="connsiteX327" fmla="*/ 4450557 w 5051160"/>
              <a:gd name="connsiteY327" fmla="*/ 1228725 h 3364706"/>
              <a:gd name="connsiteX328" fmla="*/ 4429125 w 5051160"/>
              <a:gd name="connsiteY328" fmla="*/ 1221581 h 3364706"/>
              <a:gd name="connsiteX329" fmla="*/ 4407694 w 5051160"/>
              <a:gd name="connsiteY329" fmla="*/ 1235869 h 3364706"/>
              <a:gd name="connsiteX330" fmla="*/ 4371975 w 5051160"/>
              <a:gd name="connsiteY330" fmla="*/ 1293019 h 3364706"/>
              <a:gd name="connsiteX331" fmla="*/ 4336257 w 5051160"/>
              <a:gd name="connsiteY331" fmla="*/ 1378744 h 3364706"/>
              <a:gd name="connsiteX332" fmla="*/ 4350544 w 5051160"/>
              <a:gd name="connsiteY332" fmla="*/ 1493044 h 3364706"/>
              <a:gd name="connsiteX333" fmla="*/ 4364832 w 5051160"/>
              <a:gd name="connsiteY333" fmla="*/ 1514475 h 3364706"/>
              <a:gd name="connsiteX334" fmla="*/ 4386263 w 5051160"/>
              <a:gd name="connsiteY334" fmla="*/ 1521619 h 3364706"/>
              <a:gd name="connsiteX335" fmla="*/ 4429125 w 5051160"/>
              <a:gd name="connsiteY335" fmla="*/ 1550194 h 3364706"/>
              <a:gd name="connsiteX336" fmla="*/ 4486275 w 5051160"/>
              <a:gd name="connsiteY336" fmla="*/ 1543050 h 3364706"/>
              <a:gd name="connsiteX337" fmla="*/ 4507707 w 5051160"/>
              <a:gd name="connsiteY337" fmla="*/ 1535906 h 3364706"/>
              <a:gd name="connsiteX338" fmla="*/ 4521994 w 5051160"/>
              <a:gd name="connsiteY338" fmla="*/ 1514475 h 3364706"/>
              <a:gd name="connsiteX339" fmla="*/ 4536282 w 5051160"/>
              <a:gd name="connsiteY339" fmla="*/ 1471612 h 3364706"/>
              <a:gd name="connsiteX340" fmla="*/ 4529138 w 5051160"/>
              <a:gd name="connsiteY340" fmla="*/ 1421606 h 3364706"/>
              <a:gd name="connsiteX341" fmla="*/ 4514850 w 5051160"/>
              <a:gd name="connsiteY341" fmla="*/ 1400175 h 3364706"/>
              <a:gd name="connsiteX342" fmla="*/ 4507707 w 5051160"/>
              <a:gd name="connsiteY342" fmla="*/ 1357312 h 3364706"/>
              <a:gd name="connsiteX343" fmla="*/ 4500563 w 5051160"/>
              <a:gd name="connsiteY343" fmla="*/ 1328737 h 3364706"/>
              <a:gd name="connsiteX344" fmla="*/ 4486275 w 5051160"/>
              <a:gd name="connsiteY344" fmla="*/ 1250156 h 3364706"/>
              <a:gd name="connsiteX345" fmla="*/ 4479132 w 5051160"/>
              <a:gd name="connsiteY345" fmla="*/ 1064419 h 3364706"/>
              <a:gd name="connsiteX346" fmla="*/ 4464844 w 5051160"/>
              <a:gd name="connsiteY346" fmla="*/ 914400 h 3364706"/>
              <a:gd name="connsiteX347" fmla="*/ 4457700 w 5051160"/>
              <a:gd name="connsiteY347" fmla="*/ 864394 h 3364706"/>
              <a:gd name="connsiteX348" fmla="*/ 4450557 w 5051160"/>
              <a:gd name="connsiteY348" fmla="*/ 828675 h 3364706"/>
              <a:gd name="connsiteX349" fmla="*/ 4429125 w 5051160"/>
              <a:gd name="connsiteY349" fmla="*/ 814387 h 3364706"/>
              <a:gd name="connsiteX350" fmla="*/ 4379119 w 5051160"/>
              <a:gd name="connsiteY350" fmla="*/ 821531 h 3364706"/>
              <a:gd name="connsiteX351" fmla="*/ 4350544 w 5051160"/>
              <a:gd name="connsiteY351" fmla="*/ 885825 h 3364706"/>
              <a:gd name="connsiteX352" fmla="*/ 4379119 w 5051160"/>
              <a:gd name="connsiteY352" fmla="*/ 935831 h 3364706"/>
              <a:gd name="connsiteX353" fmla="*/ 4421982 w 5051160"/>
              <a:gd name="connsiteY353" fmla="*/ 921544 h 3364706"/>
              <a:gd name="connsiteX354" fmla="*/ 4436269 w 5051160"/>
              <a:gd name="connsiteY354" fmla="*/ 900112 h 3364706"/>
              <a:gd name="connsiteX355" fmla="*/ 4443413 w 5051160"/>
              <a:gd name="connsiteY355" fmla="*/ 871537 h 3364706"/>
              <a:gd name="connsiteX356" fmla="*/ 4436269 w 5051160"/>
              <a:gd name="connsiteY356" fmla="*/ 678656 h 3364706"/>
              <a:gd name="connsiteX357" fmla="*/ 4421982 w 5051160"/>
              <a:gd name="connsiteY357" fmla="*/ 578644 h 3364706"/>
              <a:gd name="connsiteX358" fmla="*/ 4400550 w 5051160"/>
              <a:gd name="connsiteY358" fmla="*/ 492919 h 3364706"/>
              <a:gd name="connsiteX359" fmla="*/ 4393407 w 5051160"/>
              <a:gd name="connsiteY359" fmla="*/ 400050 h 3364706"/>
              <a:gd name="connsiteX360" fmla="*/ 4379119 w 5051160"/>
              <a:gd name="connsiteY360" fmla="*/ 335756 h 3364706"/>
              <a:gd name="connsiteX361" fmla="*/ 4371975 w 5051160"/>
              <a:gd name="connsiteY361" fmla="*/ 314325 h 3364706"/>
              <a:gd name="connsiteX362" fmla="*/ 4329113 w 5051160"/>
              <a:gd name="connsiteY362" fmla="*/ 285750 h 3364706"/>
              <a:gd name="connsiteX363" fmla="*/ 4250532 w 5051160"/>
              <a:gd name="connsiteY363" fmla="*/ 307181 h 3364706"/>
              <a:gd name="connsiteX364" fmla="*/ 4236244 w 5051160"/>
              <a:gd name="connsiteY364" fmla="*/ 328612 h 3364706"/>
              <a:gd name="connsiteX365" fmla="*/ 4236244 w 5051160"/>
              <a:gd name="connsiteY365" fmla="*/ 464344 h 3364706"/>
              <a:gd name="connsiteX366" fmla="*/ 4250532 w 5051160"/>
              <a:gd name="connsiteY366" fmla="*/ 485775 h 3364706"/>
              <a:gd name="connsiteX367" fmla="*/ 4293394 w 5051160"/>
              <a:gd name="connsiteY367" fmla="*/ 500062 h 3364706"/>
              <a:gd name="connsiteX368" fmla="*/ 4357688 w 5051160"/>
              <a:gd name="connsiteY368" fmla="*/ 485775 h 3364706"/>
              <a:gd name="connsiteX369" fmla="*/ 4364832 w 5051160"/>
              <a:gd name="connsiteY369" fmla="*/ 464344 h 3364706"/>
              <a:gd name="connsiteX370" fmla="*/ 4371975 w 5051160"/>
              <a:gd name="connsiteY370" fmla="*/ 407194 h 3364706"/>
              <a:gd name="connsiteX371" fmla="*/ 4364832 w 5051160"/>
              <a:gd name="connsiteY371" fmla="*/ 235744 h 3364706"/>
              <a:gd name="connsiteX372" fmla="*/ 4314825 w 5051160"/>
              <a:gd name="connsiteY372" fmla="*/ 200025 h 3364706"/>
              <a:gd name="connsiteX373" fmla="*/ 4293394 w 5051160"/>
              <a:gd name="connsiteY373" fmla="*/ 185737 h 3364706"/>
              <a:gd name="connsiteX374" fmla="*/ 4243388 w 5051160"/>
              <a:gd name="connsiteY374" fmla="*/ 171450 h 3364706"/>
              <a:gd name="connsiteX375" fmla="*/ 4186238 w 5051160"/>
              <a:gd name="connsiteY375" fmla="*/ 157162 h 3364706"/>
              <a:gd name="connsiteX376" fmla="*/ 4164807 w 5051160"/>
              <a:gd name="connsiteY376" fmla="*/ 171450 h 3364706"/>
              <a:gd name="connsiteX377" fmla="*/ 4136232 w 5051160"/>
              <a:gd name="connsiteY377" fmla="*/ 178594 h 3364706"/>
              <a:gd name="connsiteX378" fmla="*/ 4107657 w 5051160"/>
              <a:gd name="connsiteY378" fmla="*/ 192881 h 3364706"/>
              <a:gd name="connsiteX379" fmla="*/ 4079082 w 5051160"/>
              <a:gd name="connsiteY379" fmla="*/ 221456 h 3364706"/>
              <a:gd name="connsiteX380" fmla="*/ 4050507 w 5051160"/>
              <a:gd name="connsiteY380" fmla="*/ 228600 h 3364706"/>
              <a:gd name="connsiteX381" fmla="*/ 3800475 w 5051160"/>
              <a:gd name="connsiteY381" fmla="*/ 221456 h 3364706"/>
              <a:gd name="connsiteX382" fmla="*/ 3764757 w 5051160"/>
              <a:gd name="connsiteY382" fmla="*/ 214312 h 3364706"/>
              <a:gd name="connsiteX383" fmla="*/ 3721894 w 5051160"/>
              <a:gd name="connsiteY383" fmla="*/ 207169 h 3364706"/>
              <a:gd name="connsiteX384" fmla="*/ 3693319 w 5051160"/>
              <a:gd name="connsiteY384" fmla="*/ 200025 h 3364706"/>
              <a:gd name="connsiteX385" fmla="*/ 3643313 w 5051160"/>
              <a:gd name="connsiteY385" fmla="*/ 150019 h 3364706"/>
              <a:gd name="connsiteX386" fmla="*/ 3621882 w 5051160"/>
              <a:gd name="connsiteY386" fmla="*/ 128587 h 3364706"/>
              <a:gd name="connsiteX387" fmla="*/ 3593307 w 5051160"/>
              <a:gd name="connsiteY387" fmla="*/ 121444 h 3364706"/>
              <a:gd name="connsiteX388" fmla="*/ 3543300 w 5051160"/>
              <a:gd name="connsiteY388" fmla="*/ 85725 h 3364706"/>
              <a:gd name="connsiteX389" fmla="*/ 3514725 w 5051160"/>
              <a:gd name="connsiteY389" fmla="*/ 64294 h 3364706"/>
              <a:gd name="connsiteX390" fmla="*/ 3421857 w 5051160"/>
              <a:gd name="connsiteY390" fmla="*/ 35719 h 3364706"/>
              <a:gd name="connsiteX391" fmla="*/ 3364707 w 5051160"/>
              <a:gd name="connsiteY391" fmla="*/ 14287 h 3364706"/>
              <a:gd name="connsiteX392" fmla="*/ 3336132 w 5051160"/>
              <a:gd name="connsiteY392" fmla="*/ 0 h 3364706"/>
              <a:gd name="connsiteX393" fmla="*/ 3186113 w 5051160"/>
              <a:gd name="connsiteY393" fmla="*/ 28575 h 336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5051160" h="3364706">
                <a:moveTo>
                  <a:pt x="1735932" y="121444"/>
                </a:moveTo>
                <a:cubicBezTo>
                  <a:pt x="1684177" y="111093"/>
                  <a:pt x="1683782" y="107585"/>
                  <a:pt x="1614488" y="121444"/>
                </a:cubicBezTo>
                <a:cubicBezTo>
                  <a:pt x="1606069" y="123128"/>
                  <a:pt x="1601096" y="132716"/>
                  <a:pt x="1593057" y="135731"/>
                </a:cubicBezTo>
                <a:cubicBezTo>
                  <a:pt x="1581688" y="139994"/>
                  <a:pt x="1569244" y="140494"/>
                  <a:pt x="1557338" y="142875"/>
                </a:cubicBezTo>
                <a:cubicBezTo>
                  <a:pt x="1550194" y="147637"/>
                  <a:pt x="1543586" y="153322"/>
                  <a:pt x="1535907" y="157162"/>
                </a:cubicBezTo>
                <a:cubicBezTo>
                  <a:pt x="1529172" y="160530"/>
                  <a:pt x="1520603" y="159929"/>
                  <a:pt x="1514475" y="164306"/>
                </a:cubicBezTo>
                <a:cubicBezTo>
                  <a:pt x="1503514" y="172135"/>
                  <a:pt x="1496127" y="184115"/>
                  <a:pt x="1485900" y="192881"/>
                </a:cubicBezTo>
                <a:cubicBezTo>
                  <a:pt x="1467995" y="208228"/>
                  <a:pt x="1451238" y="213023"/>
                  <a:pt x="1428750" y="221456"/>
                </a:cubicBezTo>
                <a:cubicBezTo>
                  <a:pt x="1421699" y="224100"/>
                  <a:pt x="1414584" y="226619"/>
                  <a:pt x="1407319" y="228600"/>
                </a:cubicBezTo>
                <a:cubicBezTo>
                  <a:pt x="1378902" y="236350"/>
                  <a:pt x="1350169" y="242887"/>
                  <a:pt x="1321594" y="250031"/>
                </a:cubicBezTo>
                <a:lnTo>
                  <a:pt x="1293019" y="257175"/>
                </a:lnTo>
                <a:cubicBezTo>
                  <a:pt x="1269207" y="254794"/>
                  <a:pt x="1245103" y="254441"/>
                  <a:pt x="1221582" y="250031"/>
                </a:cubicBezTo>
                <a:cubicBezTo>
                  <a:pt x="1206779" y="247256"/>
                  <a:pt x="1178719" y="235744"/>
                  <a:pt x="1178719" y="235744"/>
                </a:cubicBezTo>
                <a:cubicBezTo>
                  <a:pt x="1171575" y="230981"/>
                  <a:pt x="1165179" y="224838"/>
                  <a:pt x="1157288" y="221456"/>
                </a:cubicBezTo>
                <a:cubicBezTo>
                  <a:pt x="1148264" y="217588"/>
                  <a:pt x="1138153" y="217009"/>
                  <a:pt x="1128713" y="214312"/>
                </a:cubicBezTo>
                <a:cubicBezTo>
                  <a:pt x="1121473" y="212243"/>
                  <a:pt x="1114426" y="209550"/>
                  <a:pt x="1107282" y="207169"/>
                </a:cubicBezTo>
                <a:cubicBezTo>
                  <a:pt x="1085757" y="192819"/>
                  <a:pt x="1082656" y="189471"/>
                  <a:pt x="1057275" y="178594"/>
                </a:cubicBezTo>
                <a:cubicBezTo>
                  <a:pt x="1050354" y="175628"/>
                  <a:pt x="1042579" y="174818"/>
                  <a:pt x="1035844" y="171450"/>
                </a:cubicBezTo>
                <a:cubicBezTo>
                  <a:pt x="1023425" y="165240"/>
                  <a:pt x="1012350" y="156602"/>
                  <a:pt x="1000125" y="150019"/>
                </a:cubicBezTo>
                <a:cubicBezTo>
                  <a:pt x="981372" y="139921"/>
                  <a:pt x="942975" y="121444"/>
                  <a:pt x="942975" y="121444"/>
                </a:cubicBezTo>
                <a:cubicBezTo>
                  <a:pt x="933450" y="111919"/>
                  <a:pt x="923166" y="103097"/>
                  <a:pt x="914400" y="92869"/>
                </a:cubicBezTo>
                <a:cubicBezTo>
                  <a:pt x="908812" y="86350"/>
                  <a:pt x="906632" y="77025"/>
                  <a:pt x="900113" y="71437"/>
                </a:cubicBezTo>
                <a:cubicBezTo>
                  <a:pt x="889571" y="62401"/>
                  <a:pt x="876532" y="56749"/>
                  <a:pt x="864394" y="50006"/>
                </a:cubicBezTo>
                <a:cubicBezTo>
                  <a:pt x="833830" y="33027"/>
                  <a:pt x="839887" y="36736"/>
                  <a:pt x="807244" y="28575"/>
                </a:cubicBezTo>
                <a:cubicBezTo>
                  <a:pt x="785813" y="30956"/>
                  <a:pt x="764220" y="32174"/>
                  <a:pt x="742950" y="35719"/>
                </a:cubicBezTo>
                <a:cubicBezTo>
                  <a:pt x="735522" y="36957"/>
                  <a:pt x="726844" y="37537"/>
                  <a:pt x="721519" y="42862"/>
                </a:cubicBezTo>
                <a:cubicBezTo>
                  <a:pt x="716194" y="48187"/>
                  <a:pt x="719079" y="58414"/>
                  <a:pt x="714375" y="64294"/>
                </a:cubicBezTo>
                <a:cubicBezTo>
                  <a:pt x="709012" y="70998"/>
                  <a:pt x="700088" y="73819"/>
                  <a:pt x="692944" y="78581"/>
                </a:cubicBezTo>
                <a:cubicBezTo>
                  <a:pt x="685800" y="90487"/>
                  <a:pt x="679844" y="103192"/>
                  <a:pt x="671513" y="114300"/>
                </a:cubicBezTo>
                <a:cubicBezTo>
                  <a:pt x="665451" y="122382"/>
                  <a:pt x="655094" y="126959"/>
                  <a:pt x="650082" y="135731"/>
                </a:cubicBezTo>
                <a:cubicBezTo>
                  <a:pt x="645211" y="144256"/>
                  <a:pt x="647329" y="155524"/>
                  <a:pt x="642938" y="164306"/>
                </a:cubicBezTo>
                <a:cubicBezTo>
                  <a:pt x="630519" y="189144"/>
                  <a:pt x="608856" y="209399"/>
                  <a:pt x="600075" y="235744"/>
                </a:cubicBezTo>
                <a:cubicBezTo>
                  <a:pt x="597694" y="242888"/>
                  <a:pt x="595001" y="249935"/>
                  <a:pt x="592932" y="257175"/>
                </a:cubicBezTo>
                <a:cubicBezTo>
                  <a:pt x="590235" y="266615"/>
                  <a:pt x="590179" y="276968"/>
                  <a:pt x="585788" y="285750"/>
                </a:cubicBezTo>
                <a:cubicBezTo>
                  <a:pt x="580463" y="296399"/>
                  <a:pt x="571501" y="304800"/>
                  <a:pt x="564357" y="314325"/>
                </a:cubicBezTo>
                <a:cubicBezTo>
                  <a:pt x="544246" y="374655"/>
                  <a:pt x="537028" y="386669"/>
                  <a:pt x="571500" y="485775"/>
                </a:cubicBezTo>
                <a:cubicBezTo>
                  <a:pt x="573156" y="490536"/>
                  <a:pt x="632688" y="504643"/>
                  <a:pt x="642938" y="507206"/>
                </a:cubicBezTo>
                <a:cubicBezTo>
                  <a:pt x="659607" y="504825"/>
                  <a:pt x="677557" y="506901"/>
                  <a:pt x="692944" y="500062"/>
                </a:cubicBezTo>
                <a:cubicBezTo>
                  <a:pt x="700790" y="496575"/>
                  <a:pt x="705740" y="487086"/>
                  <a:pt x="707232" y="478631"/>
                </a:cubicBezTo>
                <a:cubicBezTo>
                  <a:pt x="713040" y="445717"/>
                  <a:pt x="711994" y="411956"/>
                  <a:pt x="714375" y="378619"/>
                </a:cubicBezTo>
                <a:cubicBezTo>
                  <a:pt x="711994" y="359569"/>
                  <a:pt x="710666" y="340358"/>
                  <a:pt x="707232" y="321469"/>
                </a:cubicBezTo>
                <a:cubicBezTo>
                  <a:pt x="705885" y="314060"/>
                  <a:pt x="705413" y="305362"/>
                  <a:pt x="700088" y="300037"/>
                </a:cubicBezTo>
                <a:cubicBezTo>
                  <a:pt x="679618" y="279567"/>
                  <a:pt x="660948" y="271506"/>
                  <a:pt x="635794" y="264319"/>
                </a:cubicBezTo>
                <a:cubicBezTo>
                  <a:pt x="626354" y="261622"/>
                  <a:pt x="616744" y="259556"/>
                  <a:pt x="607219" y="257175"/>
                </a:cubicBezTo>
                <a:cubicBezTo>
                  <a:pt x="600075" y="264319"/>
                  <a:pt x="593459" y="272031"/>
                  <a:pt x="585788" y="278606"/>
                </a:cubicBezTo>
                <a:cubicBezTo>
                  <a:pt x="576748" y="286354"/>
                  <a:pt x="565632" y="291618"/>
                  <a:pt x="557213" y="300037"/>
                </a:cubicBezTo>
                <a:cubicBezTo>
                  <a:pt x="551142" y="306108"/>
                  <a:pt x="547688" y="314325"/>
                  <a:pt x="542925" y="321469"/>
                </a:cubicBezTo>
                <a:cubicBezTo>
                  <a:pt x="562520" y="419438"/>
                  <a:pt x="541870" y="306702"/>
                  <a:pt x="557213" y="521494"/>
                </a:cubicBezTo>
                <a:cubicBezTo>
                  <a:pt x="558078" y="533605"/>
                  <a:pt x="562640" y="545192"/>
                  <a:pt x="564357" y="557212"/>
                </a:cubicBezTo>
                <a:cubicBezTo>
                  <a:pt x="567406" y="578558"/>
                  <a:pt x="569119" y="600075"/>
                  <a:pt x="571500" y="621506"/>
                </a:cubicBezTo>
                <a:cubicBezTo>
                  <a:pt x="569119" y="659606"/>
                  <a:pt x="568155" y="697821"/>
                  <a:pt x="564357" y="735806"/>
                </a:cubicBezTo>
                <a:cubicBezTo>
                  <a:pt x="563380" y="745575"/>
                  <a:pt x="559343" y="754797"/>
                  <a:pt x="557213" y="764381"/>
                </a:cubicBezTo>
                <a:cubicBezTo>
                  <a:pt x="550557" y="794333"/>
                  <a:pt x="548095" y="811946"/>
                  <a:pt x="542925" y="842962"/>
                </a:cubicBezTo>
                <a:cubicBezTo>
                  <a:pt x="549275" y="852487"/>
                  <a:pt x="562769" y="878681"/>
                  <a:pt x="578644" y="878681"/>
                </a:cubicBezTo>
                <a:cubicBezTo>
                  <a:pt x="593704" y="878681"/>
                  <a:pt x="607219" y="869156"/>
                  <a:pt x="621507" y="864394"/>
                </a:cubicBezTo>
                <a:cubicBezTo>
                  <a:pt x="626269" y="857250"/>
                  <a:pt x="634940" y="851505"/>
                  <a:pt x="635794" y="842962"/>
                </a:cubicBezTo>
                <a:cubicBezTo>
                  <a:pt x="639864" y="802254"/>
                  <a:pt x="636323" y="793221"/>
                  <a:pt x="607219" y="778669"/>
                </a:cubicBezTo>
                <a:cubicBezTo>
                  <a:pt x="600484" y="775301"/>
                  <a:pt x="592932" y="773906"/>
                  <a:pt x="585788" y="771525"/>
                </a:cubicBezTo>
                <a:lnTo>
                  <a:pt x="542925" y="778669"/>
                </a:lnTo>
                <a:cubicBezTo>
                  <a:pt x="539828" y="791058"/>
                  <a:pt x="554731" y="974999"/>
                  <a:pt x="557213" y="1007269"/>
                </a:cubicBezTo>
                <a:cubicBezTo>
                  <a:pt x="554832" y="1104900"/>
                  <a:pt x="554504" y="1202603"/>
                  <a:pt x="550069" y="1300162"/>
                </a:cubicBezTo>
                <a:cubicBezTo>
                  <a:pt x="549727" y="1307685"/>
                  <a:pt x="544994" y="1314353"/>
                  <a:pt x="542925" y="1321594"/>
                </a:cubicBezTo>
                <a:cubicBezTo>
                  <a:pt x="540228" y="1331034"/>
                  <a:pt x="541915" y="1342502"/>
                  <a:pt x="535782" y="1350169"/>
                </a:cubicBezTo>
                <a:cubicBezTo>
                  <a:pt x="531078" y="1356049"/>
                  <a:pt x="521494" y="1354931"/>
                  <a:pt x="514350" y="1357312"/>
                </a:cubicBezTo>
                <a:cubicBezTo>
                  <a:pt x="509588" y="1366837"/>
                  <a:pt x="505346" y="1376641"/>
                  <a:pt x="500063" y="1385887"/>
                </a:cubicBezTo>
                <a:cubicBezTo>
                  <a:pt x="495803" y="1393342"/>
                  <a:pt x="488490" y="1399174"/>
                  <a:pt x="485775" y="1407319"/>
                </a:cubicBezTo>
                <a:cubicBezTo>
                  <a:pt x="481195" y="1421060"/>
                  <a:pt x="481774" y="1436042"/>
                  <a:pt x="478632" y="1450181"/>
                </a:cubicBezTo>
                <a:cubicBezTo>
                  <a:pt x="476999" y="1457532"/>
                  <a:pt x="473869" y="1464468"/>
                  <a:pt x="471488" y="1471612"/>
                </a:cubicBezTo>
                <a:cubicBezTo>
                  <a:pt x="473869" y="1519237"/>
                  <a:pt x="472465" y="1567203"/>
                  <a:pt x="478632" y="1614487"/>
                </a:cubicBezTo>
                <a:cubicBezTo>
                  <a:pt x="479742" y="1623001"/>
                  <a:pt x="485638" y="1631368"/>
                  <a:pt x="492919" y="1635919"/>
                </a:cubicBezTo>
                <a:cubicBezTo>
                  <a:pt x="504511" y="1643164"/>
                  <a:pt x="547630" y="1653168"/>
                  <a:pt x="564357" y="1657350"/>
                </a:cubicBezTo>
                <a:cubicBezTo>
                  <a:pt x="581026" y="1654969"/>
                  <a:pt x="597797" y="1653218"/>
                  <a:pt x="614363" y="1650206"/>
                </a:cubicBezTo>
                <a:cubicBezTo>
                  <a:pt x="624023" y="1648450"/>
                  <a:pt x="634769" y="1648508"/>
                  <a:pt x="642938" y="1643062"/>
                </a:cubicBezTo>
                <a:cubicBezTo>
                  <a:pt x="658292" y="1632826"/>
                  <a:pt x="657238" y="1614462"/>
                  <a:pt x="664369" y="1600200"/>
                </a:cubicBezTo>
                <a:cubicBezTo>
                  <a:pt x="668209" y="1592521"/>
                  <a:pt x="673894" y="1585913"/>
                  <a:pt x="678657" y="1578769"/>
                </a:cubicBezTo>
                <a:cubicBezTo>
                  <a:pt x="700973" y="1489494"/>
                  <a:pt x="672458" y="1600462"/>
                  <a:pt x="692944" y="1528762"/>
                </a:cubicBezTo>
                <a:cubicBezTo>
                  <a:pt x="710882" y="1465979"/>
                  <a:pt x="690105" y="1530134"/>
                  <a:pt x="707232" y="1478756"/>
                </a:cubicBezTo>
                <a:cubicBezTo>
                  <a:pt x="704851" y="1445419"/>
                  <a:pt x="705896" y="1411658"/>
                  <a:pt x="700088" y="1378744"/>
                </a:cubicBezTo>
                <a:cubicBezTo>
                  <a:pt x="698596" y="1370289"/>
                  <a:pt x="691297" y="1363908"/>
                  <a:pt x="685800" y="1357312"/>
                </a:cubicBezTo>
                <a:cubicBezTo>
                  <a:pt x="664967" y="1332313"/>
                  <a:pt x="658716" y="1332489"/>
                  <a:pt x="628650" y="1314450"/>
                </a:cubicBezTo>
                <a:cubicBezTo>
                  <a:pt x="600075" y="1321594"/>
                  <a:pt x="569998" y="1324278"/>
                  <a:pt x="542925" y="1335881"/>
                </a:cubicBezTo>
                <a:cubicBezTo>
                  <a:pt x="528620" y="1342012"/>
                  <a:pt x="524514" y="1375822"/>
                  <a:pt x="521494" y="1385887"/>
                </a:cubicBezTo>
                <a:cubicBezTo>
                  <a:pt x="506509" y="1435838"/>
                  <a:pt x="516182" y="1419776"/>
                  <a:pt x="485775" y="1450181"/>
                </a:cubicBezTo>
                <a:cubicBezTo>
                  <a:pt x="480338" y="1477368"/>
                  <a:pt x="471488" y="1517107"/>
                  <a:pt x="471488" y="1543050"/>
                </a:cubicBezTo>
                <a:cubicBezTo>
                  <a:pt x="471488" y="1566981"/>
                  <a:pt x="473251" y="1591169"/>
                  <a:pt x="478632" y="1614487"/>
                </a:cubicBezTo>
                <a:cubicBezTo>
                  <a:pt x="480563" y="1622853"/>
                  <a:pt x="488157" y="1628775"/>
                  <a:pt x="492919" y="1635919"/>
                </a:cubicBezTo>
                <a:cubicBezTo>
                  <a:pt x="504032" y="1735934"/>
                  <a:pt x="504008" y="1704484"/>
                  <a:pt x="492919" y="1843087"/>
                </a:cubicBezTo>
                <a:cubicBezTo>
                  <a:pt x="489949" y="1880211"/>
                  <a:pt x="483220" y="1879328"/>
                  <a:pt x="471488" y="1914525"/>
                </a:cubicBezTo>
                <a:cubicBezTo>
                  <a:pt x="468383" y="1923839"/>
                  <a:pt x="466725" y="1933575"/>
                  <a:pt x="464344" y="1943100"/>
                </a:cubicBezTo>
                <a:cubicBezTo>
                  <a:pt x="461963" y="1969294"/>
                  <a:pt x="460676" y="1995610"/>
                  <a:pt x="457200" y="2021681"/>
                </a:cubicBezTo>
                <a:cubicBezTo>
                  <a:pt x="454408" y="2042625"/>
                  <a:pt x="448425" y="2052397"/>
                  <a:pt x="442913" y="2071687"/>
                </a:cubicBezTo>
                <a:cubicBezTo>
                  <a:pt x="440216" y="2081127"/>
                  <a:pt x="439636" y="2091238"/>
                  <a:pt x="435769" y="2100262"/>
                </a:cubicBezTo>
                <a:cubicBezTo>
                  <a:pt x="432387" y="2108154"/>
                  <a:pt x="426244" y="2114550"/>
                  <a:pt x="421482" y="2121694"/>
                </a:cubicBezTo>
                <a:cubicBezTo>
                  <a:pt x="419101" y="2140744"/>
                  <a:pt x="417257" y="2159869"/>
                  <a:pt x="414338" y="2178844"/>
                </a:cubicBezTo>
                <a:cubicBezTo>
                  <a:pt x="411882" y="2194805"/>
                  <a:pt x="404791" y="2226544"/>
                  <a:pt x="400050" y="2243137"/>
                </a:cubicBezTo>
                <a:cubicBezTo>
                  <a:pt x="388550" y="2283391"/>
                  <a:pt x="397675" y="2245504"/>
                  <a:pt x="378619" y="2293144"/>
                </a:cubicBezTo>
                <a:cubicBezTo>
                  <a:pt x="373026" y="2307127"/>
                  <a:pt x="368659" y="2321581"/>
                  <a:pt x="364332" y="2336006"/>
                </a:cubicBezTo>
                <a:cubicBezTo>
                  <a:pt x="360898" y="2347453"/>
                  <a:pt x="356047" y="2374006"/>
                  <a:pt x="350044" y="2386012"/>
                </a:cubicBezTo>
                <a:cubicBezTo>
                  <a:pt x="346204" y="2393691"/>
                  <a:pt x="339244" y="2399598"/>
                  <a:pt x="335757" y="2407444"/>
                </a:cubicBezTo>
                <a:cubicBezTo>
                  <a:pt x="317403" y="2448741"/>
                  <a:pt x="322326" y="2462025"/>
                  <a:pt x="307182" y="2507456"/>
                </a:cubicBezTo>
                <a:cubicBezTo>
                  <a:pt x="290852" y="2556444"/>
                  <a:pt x="310136" y="2495642"/>
                  <a:pt x="292894" y="2564606"/>
                </a:cubicBezTo>
                <a:cubicBezTo>
                  <a:pt x="291068" y="2571911"/>
                  <a:pt x="287819" y="2578797"/>
                  <a:pt x="285750" y="2586037"/>
                </a:cubicBezTo>
                <a:cubicBezTo>
                  <a:pt x="283053" y="2595477"/>
                  <a:pt x="280988" y="2605087"/>
                  <a:pt x="278607" y="2614612"/>
                </a:cubicBezTo>
                <a:cubicBezTo>
                  <a:pt x="273844" y="2664618"/>
                  <a:pt x="270550" y="2714786"/>
                  <a:pt x="264319" y="2764631"/>
                </a:cubicBezTo>
                <a:cubicBezTo>
                  <a:pt x="261938" y="2783681"/>
                  <a:pt x="260609" y="2802892"/>
                  <a:pt x="257175" y="2821781"/>
                </a:cubicBezTo>
                <a:cubicBezTo>
                  <a:pt x="254171" y="2838302"/>
                  <a:pt x="242783" y="2857709"/>
                  <a:pt x="235744" y="2871787"/>
                </a:cubicBezTo>
                <a:cubicBezTo>
                  <a:pt x="238125" y="2881312"/>
                  <a:pt x="240191" y="2890922"/>
                  <a:pt x="242888" y="2900362"/>
                </a:cubicBezTo>
                <a:cubicBezTo>
                  <a:pt x="244957" y="2907603"/>
                  <a:pt x="250032" y="2914264"/>
                  <a:pt x="250032" y="2921794"/>
                </a:cubicBezTo>
                <a:cubicBezTo>
                  <a:pt x="250032" y="2933936"/>
                  <a:pt x="245833" y="2945733"/>
                  <a:pt x="242888" y="2957512"/>
                </a:cubicBezTo>
                <a:cubicBezTo>
                  <a:pt x="237645" y="2978483"/>
                  <a:pt x="234233" y="2987095"/>
                  <a:pt x="214313" y="3000375"/>
                </a:cubicBezTo>
                <a:cubicBezTo>
                  <a:pt x="208048" y="3004552"/>
                  <a:pt x="200026" y="3005138"/>
                  <a:pt x="192882" y="3007519"/>
                </a:cubicBezTo>
                <a:cubicBezTo>
                  <a:pt x="185738" y="3014663"/>
                  <a:pt x="180222" y="3023938"/>
                  <a:pt x="171450" y="3028950"/>
                </a:cubicBezTo>
                <a:cubicBezTo>
                  <a:pt x="162925" y="3033821"/>
                  <a:pt x="150864" y="3030387"/>
                  <a:pt x="142875" y="3036094"/>
                </a:cubicBezTo>
                <a:cubicBezTo>
                  <a:pt x="133187" y="3043014"/>
                  <a:pt x="129192" y="3055629"/>
                  <a:pt x="121444" y="3064669"/>
                </a:cubicBezTo>
                <a:cubicBezTo>
                  <a:pt x="114869" y="3072340"/>
                  <a:pt x="106481" y="3078339"/>
                  <a:pt x="100013" y="3086100"/>
                </a:cubicBezTo>
                <a:cubicBezTo>
                  <a:pt x="94516" y="3092696"/>
                  <a:pt x="91429" y="3101114"/>
                  <a:pt x="85725" y="3107531"/>
                </a:cubicBezTo>
                <a:cubicBezTo>
                  <a:pt x="72301" y="3122633"/>
                  <a:pt x="42863" y="3150394"/>
                  <a:pt x="42863" y="3150394"/>
                </a:cubicBezTo>
                <a:cubicBezTo>
                  <a:pt x="40482" y="3157538"/>
                  <a:pt x="38685" y="3164904"/>
                  <a:pt x="35719" y="3171825"/>
                </a:cubicBezTo>
                <a:cubicBezTo>
                  <a:pt x="31524" y="3181613"/>
                  <a:pt x="25171" y="3190429"/>
                  <a:pt x="21432" y="3200400"/>
                </a:cubicBezTo>
                <a:cubicBezTo>
                  <a:pt x="17985" y="3209593"/>
                  <a:pt x="17393" y="3219661"/>
                  <a:pt x="14288" y="3228975"/>
                </a:cubicBezTo>
                <a:cubicBezTo>
                  <a:pt x="10233" y="3241140"/>
                  <a:pt x="4763" y="3252788"/>
                  <a:pt x="0" y="3264694"/>
                </a:cubicBezTo>
                <a:cubicBezTo>
                  <a:pt x="4763" y="3281363"/>
                  <a:pt x="9190" y="3298131"/>
                  <a:pt x="14288" y="3314700"/>
                </a:cubicBezTo>
                <a:cubicBezTo>
                  <a:pt x="18717" y="3329094"/>
                  <a:pt x="28575" y="3357562"/>
                  <a:pt x="28575" y="3357562"/>
                </a:cubicBezTo>
                <a:cubicBezTo>
                  <a:pt x="64294" y="3350418"/>
                  <a:pt x="100393" y="3344966"/>
                  <a:pt x="135732" y="3336131"/>
                </a:cubicBezTo>
                <a:cubicBezTo>
                  <a:pt x="148172" y="3333021"/>
                  <a:pt x="161599" y="3330053"/>
                  <a:pt x="171450" y="3321844"/>
                </a:cubicBezTo>
                <a:cubicBezTo>
                  <a:pt x="177235" y="3317023"/>
                  <a:pt x="175628" y="3307334"/>
                  <a:pt x="178594" y="3300412"/>
                </a:cubicBezTo>
                <a:cubicBezTo>
                  <a:pt x="182789" y="3290624"/>
                  <a:pt x="188687" y="3281625"/>
                  <a:pt x="192882" y="3271837"/>
                </a:cubicBezTo>
                <a:cubicBezTo>
                  <a:pt x="195848" y="3264916"/>
                  <a:pt x="196368" y="3256988"/>
                  <a:pt x="200025" y="3250406"/>
                </a:cubicBezTo>
                <a:cubicBezTo>
                  <a:pt x="208364" y="3235396"/>
                  <a:pt x="219075" y="3221831"/>
                  <a:pt x="228600" y="3207544"/>
                </a:cubicBezTo>
                <a:cubicBezTo>
                  <a:pt x="226219" y="3169444"/>
                  <a:pt x="227411" y="3130951"/>
                  <a:pt x="221457" y="3093244"/>
                </a:cubicBezTo>
                <a:cubicBezTo>
                  <a:pt x="220118" y="3084763"/>
                  <a:pt x="207946" y="3080363"/>
                  <a:pt x="207169" y="3071812"/>
                </a:cubicBezTo>
                <a:cubicBezTo>
                  <a:pt x="205668" y="3055298"/>
                  <a:pt x="211256" y="3003431"/>
                  <a:pt x="228600" y="2986087"/>
                </a:cubicBezTo>
                <a:cubicBezTo>
                  <a:pt x="238418" y="2976269"/>
                  <a:pt x="252544" y="2972015"/>
                  <a:pt x="264319" y="2964656"/>
                </a:cubicBezTo>
                <a:cubicBezTo>
                  <a:pt x="298944" y="2943016"/>
                  <a:pt x="272959" y="2952927"/>
                  <a:pt x="321469" y="2943225"/>
                </a:cubicBezTo>
                <a:cubicBezTo>
                  <a:pt x="326232" y="2936081"/>
                  <a:pt x="328613" y="2926556"/>
                  <a:pt x="335757" y="2921794"/>
                </a:cubicBezTo>
                <a:cubicBezTo>
                  <a:pt x="343926" y="2916348"/>
                  <a:pt x="355308" y="2918518"/>
                  <a:pt x="364332" y="2914650"/>
                </a:cubicBezTo>
                <a:cubicBezTo>
                  <a:pt x="372223" y="2911268"/>
                  <a:pt x="378619" y="2905125"/>
                  <a:pt x="385763" y="2900362"/>
                </a:cubicBezTo>
                <a:cubicBezTo>
                  <a:pt x="390525" y="2893218"/>
                  <a:pt x="396210" y="2886610"/>
                  <a:pt x="400050" y="2878931"/>
                </a:cubicBezTo>
                <a:cubicBezTo>
                  <a:pt x="403418" y="2872196"/>
                  <a:pt x="403458" y="2864038"/>
                  <a:pt x="407194" y="2857500"/>
                </a:cubicBezTo>
                <a:cubicBezTo>
                  <a:pt x="413101" y="2847163"/>
                  <a:pt x="421481" y="2838450"/>
                  <a:pt x="428625" y="2828925"/>
                </a:cubicBezTo>
                <a:cubicBezTo>
                  <a:pt x="451627" y="2759922"/>
                  <a:pt x="414737" y="2867220"/>
                  <a:pt x="450057" y="2778919"/>
                </a:cubicBezTo>
                <a:cubicBezTo>
                  <a:pt x="455650" y="2764936"/>
                  <a:pt x="461390" y="2750824"/>
                  <a:pt x="464344" y="2736056"/>
                </a:cubicBezTo>
                <a:cubicBezTo>
                  <a:pt x="473414" y="2690710"/>
                  <a:pt x="468543" y="2712117"/>
                  <a:pt x="478632" y="2671762"/>
                </a:cubicBezTo>
                <a:cubicBezTo>
                  <a:pt x="476251" y="2650331"/>
                  <a:pt x="481131" y="2626755"/>
                  <a:pt x="471488" y="2607469"/>
                </a:cubicBezTo>
                <a:cubicBezTo>
                  <a:pt x="467097" y="2598687"/>
                  <a:pt x="451937" y="2604193"/>
                  <a:pt x="442913" y="2600325"/>
                </a:cubicBezTo>
                <a:cubicBezTo>
                  <a:pt x="435022" y="2596943"/>
                  <a:pt x="428626" y="2590800"/>
                  <a:pt x="421482" y="2586037"/>
                </a:cubicBezTo>
                <a:cubicBezTo>
                  <a:pt x="400051" y="2590800"/>
                  <a:pt x="377453" y="2591881"/>
                  <a:pt x="357188" y="2600325"/>
                </a:cubicBezTo>
                <a:cubicBezTo>
                  <a:pt x="342872" y="2606290"/>
                  <a:pt x="308630" y="2660276"/>
                  <a:pt x="307182" y="2664619"/>
                </a:cubicBezTo>
                <a:cubicBezTo>
                  <a:pt x="304801" y="2671763"/>
                  <a:pt x="304859" y="2680265"/>
                  <a:pt x="300038" y="2686050"/>
                </a:cubicBezTo>
                <a:cubicBezTo>
                  <a:pt x="292416" y="2695197"/>
                  <a:pt x="280988" y="2700337"/>
                  <a:pt x="271463" y="2707481"/>
                </a:cubicBezTo>
                <a:cubicBezTo>
                  <a:pt x="269082" y="2726531"/>
                  <a:pt x="268975" y="2746006"/>
                  <a:pt x="264319" y="2764631"/>
                </a:cubicBezTo>
                <a:cubicBezTo>
                  <a:pt x="261736" y="2774962"/>
                  <a:pt x="253092" y="2783006"/>
                  <a:pt x="250032" y="2793206"/>
                </a:cubicBezTo>
                <a:cubicBezTo>
                  <a:pt x="245870" y="2807080"/>
                  <a:pt x="246030" y="2821929"/>
                  <a:pt x="242888" y="2836069"/>
                </a:cubicBezTo>
                <a:cubicBezTo>
                  <a:pt x="241254" y="2843420"/>
                  <a:pt x="238125" y="2850356"/>
                  <a:pt x="235744" y="2857500"/>
                </a:cubicBezTo>
                <a:cubicBezTo>
                  <a:pt x="240507" y="2886075"/>
                  <a:pt x="235659" y="2918073"/>
                  <a:pt x="250032" y="2943225"/>
                </a:cubicBezTo>
                <a:cubicBezTo>
                  <a:pt x="257504" y="2956301"/>
                  <a:pt x="292894" y="2957512"/>
                  <a:pt x="292894" y="2957512"/>
                </a:cubicBezTo>
                <a:cubicBezTo>
                  <a:pt x="307182" y="2955131"/>
                  <a:pt x="322016" y="2954949"/>
                  <a:pt x="335757" y="2950369"/>
                </a:cubicBezTo>
                <a:cubicBezTo>
                  <a:pt x="343902" y="2947654"/>
                  <a:pt x="349907" y="2940631"/>
                  <a:pt x="357188" y="2936081"/>
                </a:cubicBezTo>
                <a:cubicBezTo>
                  <a:pt x="368962" y="2928722"/>
                  <a:pt x="381001" y="2921794"/>
                  <a:pt x="392907" y="2914650"/>
                </a:cubicBezTo>
                <a:cubicBezTo>
                  <a:pt x="412657" y="2855394"/>
                  <a:pt x="379506" y="2948591"/>
                  <a:pt x="428625" y="2850356"/>
                </a:cubicBezTo>
                <a:cubicBezTo>
                  <a:pt x="447431" y="2812745"/>
                  <a:pt x="435383" y="2829311"/>
                  <a:pt x="464344" y="2800350"/>
                </a:cubicBezTo>
                <a:cubicBezTo>
                  <a:pt x="466725" y="2790825"/>
                  <a:pt x="466617" y="2780300"/>
                  <a:pt x="471488" y="2771775"/>
                </a:cubicBezTo>
                <a:cubicBezTo>
                  <a:pt x="479950" y="2756967"/>
                  <a:pt x="500695" y="2745160"/>
                  <a:pt x="514350" y="2736056"/>
                </a:cubicBezTo>
                <a:cubicBezTo>
                  <a:pt x="519113" y="2728912"/>
                  <a:pt x="522567" y="2720696"/>
                  <a:pt x="528638" y="2714625"/>
                </a:cubicBezTo>
                <a:cubicBezTo>
                  <a:pt x="537496" y="2705767"/>
                  <a:pt x="566478" y="2687017"/>
                  <a:pt x="578644" y="2678906"/>
                </a:cubicBezTo>
                <a:cubicBezTo>
                  <a:pt x="592552" y="2637185"/>
                  <a:pt x="574907" y="2675499"/>
                  <a:pt x="607219" y="2643187"/>
                </a:cubicBezTo>
                <a:cubicBezTo>
                  <a:pt x="659325" y="2591081"/>
                  <a:pt x="617106" y="2625609"/>
                  <a:pt x="650082" y="2586037"/>
                </a:cubicBezTo>
                <a:cubicBezTo>
                  <a:pt x="667271" y="2565410"/>
                  <a:pt x="671871" y="2564367"/>
                  <a:pt x="692944" y="2550319"/>
                </a:cubicBezTo>
                <a:cubicBezTo>
                  <a:pt x="698545" y="2539117"/>
                  <a:pt x="711425" y="2510407"/>
                  <a:pt x="721519" y="2500312"/>
                </a:cubicBezTo>
                <a:cubicBezTo>
                  <a:pt x="787672" y="2434157"/>
                  <a:pt x="694144" y="2546537"/>
                  <a:pt x="764382" y="2464594"/>
                </a:cubicBezTo>
                <a:cubicBezTo>
                  <a:pt x="772131" y="2455554"/>
                  <a:pt x="777394" y="2444438"/>
                  <a:pt x="785813" y="2436019"/>
                </a:cubicBezTo>
                <a:cubicBezTo>
                  <a:pt x="822115" y="2399716"/>
                  <a:pt x="793565" y="2447112"/>
                  <a:pt x="828675" y="2400300"/>
                </a:cubicBezTo>
                <a:cubicBezTo>
                  <a:pt x="837006" y="2389192"/>
                  <a:pt x="842405" y="2376134"/>
                  <a:pt x="850107" y="2364581"/>
                </a:cubicBezTo>
                <a:cubicBezTo>
                  <a:pt x="856711" y="2354674"/>
                  <a:pt x="865228" y="2346102"/>
                  <a:pt x="871538" y="2336006"/>
                </a:cubicBezTo>
                <a:cubicBezTo>
                  <a:pt x="877182" y="2326975"/>
                  <a:pt x="878295" y="2314961"/>
                  <a:pt x="885825" y="2307431"/>
                </a:cubicBezTo>
                <a:cubicBezTo>
                  <a:pt x="893355" y="2299901"/>
                  <a:pt x="904875" y="2297906"/>
                  <a:pt x="914400" y="2293144"/>
                </a:cubicBezTo>
                <a:cubicBezTo>
                  <a:pt x="986622" y="2184810"/>
                  <a:pt x="908450" y="2295997"/>
                  <a:pt x="964407" y="2228850"/>
                </a:cubicBezTo>
                <a:cubicBezTo>
                  <a:pt x="994175" y="2193129"/>
                  <a:pt x="960832" y="2219328"/>
                  <a:pt x="1000125" y="2193131"/>
                </a:cubicBezTo>
                <a:cubicBezTo>
                  <a:pt x="1009650" y="2178844"/>
                  <a:pt x="1019599" y="2164830"/>
                  <a:pt x="1028700" y="2150269"/>
                </a:cubicBezTo>
                <a:cubicBezTo>
                  <a:pt x="1040606" y="2131219"/>
                  <a:pt x="1043107" y="2100223"/>
                  <a:pt x="1064419" y="2093119"/>
                </a:cubicBezTo>
                <a:lnTo>
                  <a:pt x="1085850" y="2085975"/>
                </a:lnTo>
                <a:cubicBezTo>
                  <a:pt x="1090613" y="2074069"/>
                  <a:pt x="1094403" y="2061726"/>
                  <a:pt x="1100138" y="2050256"/>
                </a:cubicBezTo>
                <a:cubicBezTo>
                  <a:pt x="1112771" y="2024991"/>
                  <a:pt x="1116895" y="2029516"/>
                  <a:pt x="1135857" y="2007394"/>
                </a:cubicBezTo>
                <a:cubicBezTo>
                  <a:pt x="1143606" y="1998354"/>
                  <a:pt x="1150144" y="1988344"/>
                  <a:pt x="1157288" y="1978819"/>
                </a:cubicBezTo>
                <a:cubicBezTo>
                  <a:pt x="1159669" y="1969294"/>
                  <a:pt x="1160565" y="1959268"/>
                  <a:pt x="1164432" y="1950244"/>
                </a:cubicBezTo>
                <a:cubicBezTo>
                  <a:pt x="1173823" y="1928331"/>
                  <a:pt x="1185003" y="1925557"/>
                  <a:pt x="1200150" y="1907381"/>
                </a:cubicBezTo>
                <a:cubicBezTo>
                  <a:pt x="1225715" y="1876704"/>
                  <a:pt x="1221134" y="1850529"/>
                  <a:pt x="1264444" y="1821656"/>
                </a:cubicBezTo>
                <a:lnTo>
                  <a:pt x="1285875" y="1807369"/>
                </a:lnTo>
                <a:cubicBezTo>
                  <a:pt x="1302255" y="1758230"/>
                  <a:pt x="1279852" y="1817909"/>
                  <a:pt x="1314450" y="1757362"/>
                </a:cubicBezTo>
                <a:cubicBezTo>
                  <a:pt x="1318186" y="1750824"/>
                  <a:pt x="1316890" y="1741811"/>
                  <a:pt x="1321594" y="1735931"/>
                </a:cubicBezTo>
                <a:cubicBezTo>
                  <a:pt x="1326957" y="1729227"/>
                  <a:pt x="1336954" y="1727715"/>
                  <a:pt x="1343025" y="1721644"/>
                </a:cubicBezTo>
                <a:cubicBezTo>
                  <a:pt x="1353807" y="1710862"/>
                  <a:pt x="1362451" y="1698123"/>
                  <a:pt x="1371600" y="1685925"/>
                </a:cubicBezTo>
                <a:cubicBezTo>
                  <a:pt x="1376751" y="1679056"/>
                  <a:pt x="1379817" y="1670565"/>
                  <a:pt x="1385888" y="1664494"/>
                </a:cubicBezTo>
                <a:cubicBezTo>
                  <a:pt x="1391959" y="1658423"/>
                  <a:pt x="1400175" y="1654969"/>
                  <a:pt x="1407319" y="1650206"/>
                </a:cubicBezTo>
                <a:cubicBezTo>
                  <a:pt x="1412082" y="1638300"/>
                  <a:pt x="1415872" y="1625957"/>
                  <a:pt x="1421607" y="1614487"/>
                </a:cubicBezTo>
                <a:cubicBezTo>
                  <a:pt x="1425447" y="1606808"/>
                  <a:pt x="1431634" y="1600510"/>
                  <a:pt x="1435894" y="1593056"/>
                </a:cubicBezTo>
                <a:cubicBezTo>
                  <a:pt x="1441178" y="1583810"/>
                  <a:pt x="1444898" y="1573727"/>
                  <a:pt x="1450182" y="1564481"/>
                </a:cubicBezTo>
                <a:cubicBezTo>
                  <a:pt x="1454442" y="1557027"/>
                  <a:pt x="1460209" y="1550504"/>
                  <a:pt x="1464469" y="1543050"/>
                </a:cubicBezTo>
                <a:cubicBezTo>
                  <a:pt x="1469753" y="1533804"/>
                  <a:pt x="1472567" y="1523141"/>
                  <a:pt x="1478757" y="1514475"/>
                </a:cubicBezTo>
                <a:cubicBezTo>
                  <a:pt x="1484629" y="1506254"/>
                  <a:pt x="1493721" y="1500805"/>
                  <a:pt x="1500188" y="1493044"/>
                </a:cubicBezTo>
                <a:cubicBezTo>
                  <a:pt x="1505684" y="1486448"/>
                  <a:pt x="1508014" y="1477266"/>
                  <a:pt x="1514475" y="1471612"/>
                </a:cubicBezTo>
                <a:cubicBezTo>
                  <a:pt x="1527398" y="1460304"/>
                  <a:pt x="1545196" y="1455179"/>
                  <a:pt x="1557338" y="1443037"/>
                </a:cubicBezTo>
                <a:cubicBezTo>
                  <a:pt x="1564482" y="1435893"/>
                  <a:pt x="1569340" y="1425233"/>
                  <a:pt x="1578769" y="1421606"/>
                </a:cubicBezTo>
                <a:cubicBezTo>
                  <a:pt x="1601435" y="1412889"/>
                  <a:pt x="1626648" y="1413209"/>
                  <a:pt x="1650207" y="1407319"/>
                </a:cubicBezTo>
                <a:cubicBezTo>
                  <a:pt x="1721409" y="1389518"/>
                  <a:pt x="1687988" y="1396259"/>
                  <a:pt x="1750219" y="1385887"/>
                </a:cubicBezTo>
                <a:cubicBezTo>
                  <a:pt x="1751681" y="1386033"/>
                  <a:pt x="1901355" y="1398970"/>
                  <a:pt x="1943100" y="1407319"/>
                </a:cubicBezTo>
                <a:cubicBezTo>
                  <a:pt x="1950484" y="1408796"/>
                  <a:pt x="1957227" y="1412636"/>
                  <a:pt x="1964532" y="1414462"/>
                </a:cubicBezTo>
                <a:cubicBezTo>
                  <a:pt x="1985830" y="1419787"/>
                  <a:pt x="2007433" y="1423813"/>
                  <a:pt x="2028825" y="1428750"/>
                </a:cubicBezTo>
                <a:cubicBezTo>
                  <a:pt x="2038392" y="1430958"/>
                  <a:pt x="2047681" y="1434506"/>
                  <a:pt x="2057400" y="1435894"/>
                </a:cubicBezTo>
                <a:cubicBezTo>
                  <a:pt x="2104224" y="1442583"/>
                  <a:pt x="2195062" y="1447452"/>
                  <a:pt x="2235994" y="1450181"/>
                </a:cubicBezTo>
                <a:cubicBezTo>
                  <a:pt x="2252663" y="1452562"/>
                  <a:pt x="2269434" y="1454313"/>
                  <a:pt x="2286000" y="1457325"/>
                </a:cubicBezTo>
                <a:cubicBezTo>
                  <a:pt x="2340958" y="1467318"/>
                  <a:pt x="2287623" y="1465199"/>
                  <a:pt x="2364582" y="1471612"/>
                </a:cubicBezTo>
                <a:cubicBezTo>
                  <a:pt x="2404993" y="1474979"/>
                  <a:pt x="2445544" y="1476375"/>
                  <a:pt x="2486025" y="1478756"/>
                </a:cubicBezTo>
                <a:cubicBezTo>
                  <a:pt x="2508164" y="1481919"/>
                  <a:pt x="2582320" y="1493044"/>
                  <a:pt x="2600325" y="1493044"/>
                </a:cubicBezTo>
                <a:cubicBezTo>
                  <a:pt x="2617163" y="1493044"/>
                  <a:pt x="2633624" y="1487989"/>
                  <a:pt x="2650332" y="1485900"/>
                </a:cubicBezTo>
                <a:cubicBezTo>
                  <a:pt x="2671728" y="1483225"/>
                  <a:pt x="2693251" y="1481606"/>
                  <a:pt x="2714625" y="1478756"/>
                </a:cubicBezTo>
                <a:cubicBezTo>
                  <a:pt x="2778938" y="1470181"/>
                  <a:pt x="2751223" y="1467671"/>
                  <a:pt x="2836069" y="1464469"/>
                </a:cubicBezTo>
                <a:cubicBezTo>
                  <a:pt x="2936039" y="1460697"/>
                  <a:pt x="3036094" y="1459706"/>
                  <a:pt x="3136107" y="1457325"/>
                </a:cubicBezTo>
                <a:cubicBezTo>
                  <a:pt x="3167361" y="1446907"/>
                  <a:pt x="3180505" y="1440862"/>
                  <a:pt x="3221832" y="1443037"/>
                </a:cubicBezTo>
                <a:cubicBezTo>
                  <a:pt x="3270199" y="1445583"/>
                  <a:pt x="3289544" y="1455835"/>
                  <a:pt x="3328988" y="1471612"/>
                </a:cubicBezTo>
                <a:cubicBezTo>
                  <a:pt x="3363984" y="1541606"/>
                  <a:pt x="3320910" y="1472293"/>
                  <a:pt x="3364707" y="1507331"/>
                </a:cubicBezTo>
                <a:cubicBezTo>
                  <a:pt x="3371411" y="1512694"/>
                  <a:pt x="3372923" y="1522691"/>
                  <a:pt x="3378994" y="1528762"/>
                </a:cubicBezTo>
                <a:cubicBezTo>
                  <a:pt x="3389776" y="1539544"/>
                  <a:pt x="3403238" y="1547296"/>
                  <a:pt x="3414713" y="1557337"/>
                </a:cubicBezTo>
                <a:cubicBezTo>
                  <a:pt x="3422316" y="1563990"/>
                  <a:pt x="3429676" y="1571008"/>
                  <a:pt x="3436144" y="1578769"/>
                </a:cubicBezTo>
                <a:cubicBezTo>
                  <a:pt x="3441640" y="1585365"/>
                  <a:pt x="3444361" y="1594129"/>
                  <a:pt x="3450432" y="1600200"/>
                </a:cubicBezTo>
                <a:cubicBezTo>
                  <a:pt x="3456503" y="1606271"/>
                  <a:pt x="3464719" y="1609725"/>
                  <a:pt x="3471863" y="1614487"/>
                </a:cubicBezTo>
                <a:cubicBezTo>
                  <a:pt x="3505530" y="1664991"/>
                  <a:pt x="3461565" y="1604191"/>
                  <a:pt x="3514725" y="1657350"/>
                </a:cubicBezTo>
                <a:cubicBezTo>
                  <a:pt x="3520796" y="1663421"/>
                  <a:pt x="3522942" y="1672710"/>
                  <a:pt x="3529013" y="1678781"/>
                </a:cubicBezTo>
                <a:cubicBezTo>
                  <a:pt x="3537432" y="1687200"/>
                  <a:pt x="3548063" y="1693068"/>
                  <a:pt x="3557588" y="1700212"/>
                </a:cubicBezTo>
                <a:cubicBezTo>
                  <a:pt x="3570143" y="1737876"/>
                  <a:pt x="3556434" y="1707400"/>
                  <a:pt x="3586163" y="1743075"/>
                </a:cubicBezTo>
                <a:cubicBezTo>
                  <a:pt x="3591659" y="1749671"/>
                  <a:pt x="3593746" y="1759143"/>
                  <a:pt x="3600450" y="1764506"/>
                </a:cubicBezTo>
                <a:cubicBezTo>
                  <a:pt x="3606330" y="1769210"/>
                  <a:pt x="3614738" y="1769269"/>
                  <a:pt x="3621882" y="1771650"/>
                </a:cubicBezTo>
                <a:cubicBezTo>
                  <a:pt x="3624263" y="1778794"/>
                  <a:pt x="3625289" y="1786543"/>
                  <a:pt x="3629025" y="1793081"/>
                </a:cubicBezTo>
                <a:cubicBezTo>
                  <a:pt x="3641243" y="1814462"/>
                  <a:pt x="3655000" y="1826199"/>
                  <a:pt x="3671888" y="1843087"/>
                </a:cubicBezTo>
                <a:cubicBezTo>
                  <a:pt x="3696798" y="1892909"/>
                  <a:pt x="3672853" y="1852547"/>
                  <a:pt x="3707607" y="1893094"/>
                </a:cubicBezTo>
                <a:cubicBezTo>
                  <a:pt x="3715355" y="1902134"/>
                  <a:pt x="3722118" y="1911980"/>
                  <a:pt x="3729038" y="1921669"/>
                </a:cubicBezTo>
                <a:cubicBezTo>
                  <a:pt x="3734028" y="1928655"/>
                  <a:pt x="3737254" y="1937029"/>
                  <a:pt x="3743325" y="1943100"/>
                </a:cubicBezTo>
                <a:cubicBezTo>
                  <a:pt x="3754107" y="1953882"/>
                  <a:pt x="3767138" y="1962150"/>
                  <a:pt x="3779044" y="1971675"/>
                </a:cubicBezTo>
                <a:cubicBezTo>
                  <a:pt x="3787342" y="1996569"/>
                  <a:pt x="3791088" y="2011172"/>
                  <a:pt x="3807619" y="2035969"/>
                </a:cubicBezTo>
                <a:cubicBezTo>
                  <a:pt x="3813223" y="2044375"/>
                  <a:pt x="3821906" y="2050256"/>
                  <a:pt x="3829050" y="2057400"/>
                </a:cubicBezTo>
                <a:cubicBezTo>
                  <a:pt x="3831431" y="2066925"/>
                  <a:pt x="3831803" y="2077193"/>
                  <a:pt x="3836194" y="2085975"/>
                </a:cubicBezTo>
                <a:cubicBezTo>
                  <a:pt x="3849573" y="2112733"/>
                  <a:pt x="3861182" y="2114531"/>
                  <a:pt x="3879057" y="2135981"/>
                </a:cubicBezTo>
                <a:cubicBezTo>
                  <a:pt x="3908825" y="2171702"/>
                  <a:pt x="3875482" y="2145503"/>
                  <a:pt x="3914775" y="2171700"/>
                </a:cubicBezTo>
                <a:cubicBezTo>
                  <a:pt x="3919538" y="2183606"/>
                  <a:pt x="3921950" y="2196749"/>
                  <a:pt x="3929063" y="2207419"/>
                </a:cubicBezTo>
                <a:cubicBezTo>
                  <a:pt x="3964218" y="2260150"/>
                  <a:pt x="3949842" y="2213259"/>
                  <a:pt x="3971925" y="2257425"/>
                </a:cubicBezTo>
                <a:cubicBezTo>
                  <a:pt x="3975293" y="2264160"/>
                  <a:pt x="3975412" y="2272273"/>
                  <a:pt x="3979069" y="2278856"/>
                </a:cubicBezTo>
                <a:cubicBezTo>
                  <a:pt x="4000432" y="2317309"/>
                  <a:pt x="4003042" y="2317117"/>
                  <a:pt x="4029075" y="2343150"/>
                </a:cubicBezTo>
                <a:cubicBezTo>
                  <a:pt x="4036519" y="2365482"/>
                  <a:pt x="4043740" y="2393409"/>
                  <a:pt x="4064794" y="2407444"/>
                </a:cubicBezTo>
                <a:lnTo>
                  <a:pt x="4086225" y="2421731"/>
                </a:lnTo>
                <a:cubicBezTo>
                  <a:pt x="4116877" y="2483032"/>
                  <a:pt x="4081555" y="2424205"/>
                  <a:pt x="4121944" y="2464594"/>
                </a:cubicBezTo>
                <a:cubicBezTo>
                  <a:pt x="4169565" y="2512215"/>
                  <a:pt x="4100518" y="2462216"/>
                  <a:pt x="4157663" y="2500312"/>
                </a:cubicBezTo>
                <a:cubicBezTo>
                  <a:pt x="4192468" y="2552524"/>
                  <a:pt x="4146147" y="2490718"/>
                  <a:pt x="4200525" y="2536031"/>
                </a:cubicBezTo>
                <a:cubicBezTo>
                  <a:pt x="4207121" y="2541527"/>
                  <a:pt x="4208352" y="2551808"/>
                  <a:pt x="4214813" y="2557462"/>
                </a:cubicBezTo>
                <a:cubicBezTo>
                  <a:pt x="4227736" y="2568769"/>
                  <a:pt x="4243388" y="2576512"/>
                  <a:pt x="4257675" y="2586037"/>
                </a:cubicBezTo>
                <a:cubicBezTo>
                  <a:pt x="4264819" y="2590800"/>
                  <a:pt x="4273036" y="2594254"/>
                  <a:pt x="4279107" y="2600325"/>
                </a:cubicBezTo>
                <a:cubicBezTo>
                  <a:pt x="4286251" y="2607469"/>
                  <a:pt x="4292132" y="2616152"/>
                  <a:pt x="4300538" y="2621756"/>
                </a:cubicBezTo>
                <a:cubicBezTo>
                  <a:pt x="4306803" y="2625933"/>
                  <a:pt x="4315048" y="2625934"/>
                  <a:pt x="4321969" y="2628900"/>
                </a:cubicBezTo>
                <a:cubicBezTo>
                  <a:pt x="4331757" y="2633095"/>
                  <a:pt x="4341019" y="2638425"/>
                  <a:pt x="4350544" y="2643187"/>
                </a:cubicBezTo>
                <a:cubicBezTo>
                  <a:pt x="4357688" y="2652712"/>
                  <a:pt x="4362828" y="2664140"/>
                  <a:pt x="4371975" y="2671762"/>
                </a:cubicBezTo>
                <a:cubicBezTo>
                  <a:pt x="4376367" y="2675422"/>
                  <a:pt x="4420462" y="2685670"/>
                  <a:pt x="4421982" y="2686050"/>
                </a:cubicBezTo>
                <a:cubicBezTo>
                  <a:pt x="4431507" y="2693194"/>
                  <a:pt x="4440220" y="2701574"/>
                  <a:pt x="4450557" y="2707481"/>
                </a:cubicBezTo>
                <a:cubicBezTo>
                  <a:pt x="4457095" y="2711217"/>
                  <a:pt x="4464937" y="2711981"/>
                  <a:pt x="4471988" y="2714625"/>
                </a:cubicBezTo>
                <a:cubicBezTo>
                  <a:pt x="4525786" y="2734799"/>
                  <a:pt x="4488404" y="2724086"/>
                  <a:pt x="4536282" y="2736056"/>
                </a:cubicBezTo>
                <a:cubicBezTo>
                  <a:pt x="4545807" y="2743200"/>
                  <a:pt x="4554761" y="2751177"/>
                  <a:pt x="4564857" y="2757487"/>
                </a:cubicBezTo>
                <a:cubicBezTo>
                  <a:pt x="4573888" y="2763131"/>
                  <a:pt x="4583492" y="2767952"/>
                  <a:pt x="4593432" y="2771775"/>
                </a:cubicBezTo>
                <a:cubicBezTo>
                  <a:pt x="4638995" y="2789299"/>
                  <a:pt x="4647998" y="2790774"/>
                  <a:pt x="4686300" y="2800350"/>
                </a:cubicBezTo>
                <a:cubicBezTo>
                  <a:pt x="4703190" y="2817239"/>
                  <a:pt x="4714924" y="2830993"/>
                  <a:pt x="4736307" y="2843212"/>
                </a:cubicBezTo>
                <a:cubicBezTo>
                  <a:pt x="4763421" y="2858706"/>
                  <a:pt x="4754280" y="2839754"/>
                  <a:pt x="4779169" y="2864644"/>
                </a:cubicBezTo>
                <a:cubicBezTo>
                  <a:pt x="4797715" y="2883191"/>
                  <a:pt x="4803570" y="2899160"/>
                  <a:pt x="4814888" y="2921794"/>
                </a:cubicBezTo>
                <a:cubicBezTo>
                  <a:pt x="4812507" y="2947988"/>
                  <a:pt x="4812315" y="2974474"/>
                  <a:pt x="4807744" y="3000375"/>
                </a:cubicBezTo>
                <a:cubicBezTo>
                  <a:pt x="4805127" y="3015206"/>
                  <a:pt x="4797110" y="3028627"/>
                  <a:pt x="4793457" y="3043237"/>
                </a:cubicBezTo>
                <a:lnTo>
                  <a:pt x="4786313" y="3071812"/>
                </a:lnTo>
                <a:cubicBezTo>
                  <a:pt x="4794270" y="3095684"/>
                  <a:pt x="4794618" y="3094901"/>
                  <a:pt x="4800600" y="3121819"/>
                </a:cubicBezTo>
                <a:cubicBezTo>
                  <a:pt x="4804934" y="3141322"/>
                  <a:pt x="4806563" y="3160654"/>
                  <a:pt x="4814888" y="3178969"/>
                </a:cubicBezTo>
                <a:cubicBezTo>
                  <a:pt x="4840964" y="3236337"/>
                  <a:pt x="4835057" y="3224911"/>
                  <a:pt x="4864894" y="3264694"/>
                </a:cubicBezTo>
                <a:cubicBezTo>
                  <a:pt x="4867275" y="3274219"/>
                  <a:pt x="4866408" y="3285226"/>
                  <a:pt x="4872038" y="3293269"/>
                </a:cubicBezTo>
                <a:cubicBezTo>
                  <a:pt x="4917536" y="3358267"/>
                  <a:pt x="4896733" y="3323476"/>
                  <a:pt x="4936332" y="3343275"/>
                </a:cubicBezTo>
                <a:cubicBezTo>
                  <a:pt x="4991729" y="3370973"/>
                  <a:pt x="4925323" y="3346748"/>
                  <a:pt x="4979194" y="3364706"/>
                </a:cubicBezTo>
                <a:cubicBezTo>
                  <a:pt x="4993051" y="3362974"/>
                  <a:pt x="5057634" y="3370999"/>
                  <a:pt x="5050632" y="3328987"/>
                </a:cubicBezTo>
                <a:cubicBezTo>
                  <a:pt x="5049220" y="3320518"/>
                  <a:pt x="5036344" y="3319462"/>
                  <a:pt x="5029200" y="3314700"/>
                </a:cubicBezTo>
                <a:cubicBezTo>
                  <a:pt x="5005642" y="3244020"/>
                  <a:pt x="5035020" y="3338493"/>
                  <a:pt x="5014913" y="3157537"/>
                </a:cubicBezTo>
                <a:cubicBezTo>
                  <a:pt x="5012374" y="3134685"/>
                  <a:pt x="5005470" y="3098088"/>
                  <a:pt x="4986338" y="3078956"/>
                </a:cubicBezTo>
                <a:cubicBezTo>
                  <a:pt x="4980267" y="3072885"/>
                  <a:pt x="4972051" y="3069431"/>
                  <a:pt x="4964907" y="3064669"/>
                </a:cubicBezTo>
                <a:cubicBezTo>
                  <a:pt x="4949320" y="3017907"/>
                  <a:pt x="4970969" y="3063803"/>
                  <a:pt x="4936332" y="3036094"/>
                </a:cubicBezTo>
                <a:cubicBezTo>
                  <a:pt x="4929627" y="3030730"/>
                  <a:pt x="4929031" y="3019652"/>
                  <a:pt x="4922044" y="3014662"/>
                </a:cubicBezTo>
                <a:cubicBezTo>
                  <a:pt x="4911609" y="3007209"/>
                  <a:pt x="4897795" y="3006110"/>
                  <a:pt x="4886325" y="3000375"/>
                </a:cubicBezTo>
                <a:cubicBezTo>
                  <a:pt x="4830932" y="2972679"/>
                  <a:pt x="4897330" y="2996898"/>
                  <a:pt x="4843463" y="2978944"/>
                </a:cubicBezTo>
                <a:cubicBezTo>
                  <a:pt x="4841082" y="2971800"/>
                  <a:pt x="4841023" y="2963392"/>
                  <a:pt x="4836319" y="2957512"/>
                </a:cubicBezTo>
                <a:cubicBezTo>
                  <a:pt x="4830956" y="2950808"/>
                  <a:pt x="4815459" y="2951792"/>
                  <a:pt x="4814888" y="2943225"/>
                </a:cubicBezTo>
                <a:cubicBezTo>
                  <a:pt x="4811887" y="2898210"/>
                  <a:pt x="4823702" y="2866775"/>
                  <a:pt x="4836319" y="2828925"/>
                </a:cubicBezTo>
                <a:cubicBezTo>
                  <a:pt x="4833938" y="2764631"/>
                  <a:pt x="4833188" y="2700256"/>
                  <a:pt x="4829175" y="2636044"/>
                </a:cubicBezTo>
                <a:cubicBezTo>
                  <a:pt x="4828418" y="2623926"/>
                  <a:pt x="4826295" y="2611694"/>
                  <a:pt x="4822032" y="2600325"/>
                </a:cubicBezTo>
                <a:cubicBezTo>
                  <a:pt x="4810141" y="2568614"/>
                  <a:pt x="4807105" y="2583390"/>
                  <a:pt x="4779169" y="2571750"/>
                </a:cubicBezTo>
                <a:cubicBezTo>
                  <a:pt x="4759509" y="2563558"/>
                  <a:pt x="4722019" y="2543175"/>
                  <a:pt x="4722019" y="2543175"/>
                </a:cubicBezTo>
                <a:cubicBezTo>
                  <a:pt x="4695825" y="2545556"/>
                  <a:pt x="4668728" y="2543093"/>
                  <a:pt x="4643438" y="2550319"/>
                </a:cubicBezTo>
                <a:cubicBezTo>
                  <a:pt x="4633724" y="2553094"/>
                  <a:pt x="4623260" y="2561725"/>
                  <a:pt x="4622007" y="2571750"/>
                </a:cubicBezTo>
                <a:cubicBezTo>
                  <a:pt x="4618156" y="2602558"/>
                  <a:pt x="4623754" y="2634044"/>
                  <a:pt x="4629150" y="2664619"/>
                </a:cubicBezTo>
                <a:cubicBezTo>
                  <a:pt x="4631001" y="2675106"/>
                  <a:pt x="4639483" y="2683306"/>
                  <a:pt x="4643438" y="2693194"/>
                </a:cubicBezTo>
                <a:cubicBezTo>
                  <a:pt x="4649031" y="2707177"/>
                  <a:pt x="4652963" y="2721769"/>
                  <a:pt x="4657725" y="2736056"/>
                </a:cubicBezTo>
                <a:cubicBezTo>
                  <a:pt x="4659374" y="2741003"/>
                  <a:pt x="4674256" y="2783819"/>
                  <a:pt x="4672013" y="2786062"/>
                </a:cubicBezTo>
                <a:cubicBezTo>
                  <a:pt x="4665071" y="2793005"/>
                  <a:pt x="4652963" y="2781300"/>
                  <a:pt x="4643438" y="2778919"/>
                </a:cubicBezTo>
                <a:cubicBezTo>
                  <a:pt x="4641057" y="2762250"/>
                  <a:pt x="4639596" y="2745423"/>
                  <a:pt x="4636294" y="2728912"/>
                </a:cubicBezTo>
                <a:cubicBezTo>
                  <a:pt x="4622661" y="2660746"/>
                  <a:pt x="4580649" y="2736572"/>
                  <a:pt x="4643438" y="2571750"/>
                </a:cubicBezTo>
                <a:cubicBezTo>
                  <a:pt x="4648799" y="2557676"/>
                  <a:pt x="4672830" y="2564197"/>
                  <a:pt x="4686300" y="2557462"/>
                </a:cubicBezTo>
                <a:cubicBezTo>
                  <a:pt x="4695825" y="2552700"/>
                  <a:pt x="4705087" y="2547370"/>
                  <a:pt x="4714875" y="2543175"/>
                </a:cubicBezTo>
                <a:cubicBezTo>
                  <a:pt x="4729223" y="2537026"/>
                  <a:pt x="4750381" y="2532512"/>
                  <a:pt x="4764882" y="2528887"/>
                </a:cubicBezTo>
                <a:cubicBezTo>
                  <a:pt x="4762501" y="2507456"/>
                  <a:pt x="4760527" y="2485976"/>
                  <a:pt x="4757738" y="2464594"/>
                </a:cubicBezTo>
                <a:cubicBezTo>
                  <a:pt x="4753382" y="2431201"/>
                  <a:pt x="4751617" y="2397252"/>
                  <a:pt x="4743450" y="2364581"/>
                </a:cubicBezTo>
                <a:cubicBezTo>
                  <a:pt x="4741069" y="2355056"/>
                  <a:pt x="4740175" y="2345030"/>
                  <a:pt x="4736307" y="2336006"/>
                </a:cubicBezTo>
                <a:cubicBezTo>
                  <a:pt x="4732925" y="2328114"/>
                  <a:pt x="4726782" y="2321719"/>
                  <a:pt x="4722019" y="2314575"/>
                </a:cubicBezTo>
                <a:cubicBezTo>
                  <a:pt x="4704596" y="2244887"/>
                  <a:pt x="4725870" y="2331905"/>
                  <a:pt x="4707732" y="2250281"/>
                </a:cubicBezTo>
                <a:cubicBezTo>
                  <a:pt x="4705602" y="2240697"/>
                  <a:pt x="4702718" y="2231290"/>
                  <a:pt x="4700588" y="2221706"/>
                </a:cubicBezTo>
                <a:cubicBezTo>
                  <a:pt x="4698119" y="2210594"/>
                  <a:pt x="4691052" y="2170084"/>
                  <a:pt x="4686300" y="2157412"/>
                </a:cubicBezTo>
                <a:cubicBezTo>
                  <a:pt x="4682561" y="2147441"/>
                  <a:pt x="4676775" y="2138362"/>
                  <a:pt x="4672013" y="2128837"/>
                </a:cubicBezTo>
                <a:cubicBezTo>
                  <a:pt x="4669632" y="2116931"/>
                  <a:pt x="4667599" y="2104950"/>
                  <a:pt x="4664869" y="2093119"/>
                </a:cubicBezTo>
                <a:cubicBezTo>
                  <a:pt x="4660454" y="2073986"/>
                  <a:pt x="4654433" y="2055224"/>
                  <a:pt x="4650582" y="2035969"/>
                </a:cubicBezTo>
                <a:cubicBezTo>
                  <a:pt x="4648201" y="2024063"/>
                  <a:pt x="4646383" y="2012030"/>
                  <a:pt x="4643438" y="2000250"/>
                </a:cubicBezTo>
                <a:cubicBezTo>
                  <a:pt x="4641612" y="1992945"/>
                  <a:pt x="4638120" y="1986124"/>
                  <a:pt x="4636294" y="1978819"/>
                </a:cubicBezTo>
                <a:cubicBezTo>
                  <a:pt x="4622624" y="1924140"/>
                  <a:pt x="4635021" y="1955361"/>
                  <a:pt x="4622007" y="1885950"/>
                </a:cubicBezTo>
                <a:cubicBezTo>
                  <a:pt x="4602939" y="1784255"/>
                  <a:pt x="4617692" y="1864918"/>
                  <a:pt x="4593432" y="1800225"/>
                </a:cubicBezTo>
                <a:cubicBezTo>
                  <a:pt x="4586619" y="1782057"/>
                  <a:pt x="4582231" y="1745250"/>
                  <a:pt x="4579144" y="1728787"/>
                </a:cubicBezTo>
                <a:cubicBezTo>
                  <a:pt x="4574669" y="1704919"/>
                  <a:pt x="4564857" y="1657350"/>
                  <a:pt x="4564857" y="1657350"/>
                </a:cubicBezTo>
                <a:cubicBezTo>
                  <a:pt x="4562476" y="1628775"/>
                  <a:pt x="4561270" y="1600078"/>
                  <a:pt x="4557713" y="1571625"/>
                </a:cubicBezTo>
                <a:cubicBezTo>
                  <a:pt x="4556495" y="1561883"/>
                  <a:pt x="4551867" y="1552782"/>
                  <a:pt x="4550569" y="1543050"/>
                </a:cubicBezTo>
                <a:cubicBezTo>
                  <a:pt x="4539508" y="1460097"/>
                  <a:pt x="4547330" y="1441127"/>
                  <a:pt x="4529138" y="1350169"/>
                </a:cubicBezTo>
                <a:cubicBezTo>
                  <a:pt x="4524878" y="1328868"/>
                  <a:pt x="4512226" y="1257931"/>
                  <a:pt x="4500563" y="1250156"/>
                </a:cubicBezTo>
                <a:cubicBezTo>
                  <a:pt x="4493419" y="1245394"/>
                  <a:pt x="4487023" y="1239251"/>
                  <a:pt x="4479132" y="1235869"/>
                </a:cubicBezTo>
                <a:cubicBezTo>
                  <a:pt x="4470108" y="1232001"/>
                  <a:pt x="4459997" y="1231422"/>
                  <a:pt x="4450557" y="1228725"/>
                </a:cubicBezTo>
                <a:cubicBezTo>
                  <a:pt x="4443316" y="1226656"/>
                  <a:pt x="4436269" y="1223962"/>
                  <a:pt x="4429125" y="1221581"/>
                </a:cubicBezTo>
                <a:cubicBezTo>
                  <a:pt x="4421981" y="1226344"/>
                  <a:pt x="4413765" y="1229798"/>
                  <a:pt x="4407694" y="1235869"/>
                </a:cubicBezTo>
                <a:cubicBezTo>
                  <a:pt x="4389148" y="1254416"/>
                  <a:pt x="4383293" y="1270385"/>
                  <a:pt x="4371975" y="1293019"/>
                </a:cubicBezTo>
                <a:cubicBezTo>
                  <a:pt x="4354800" y="1361720"/>
                  <a:pt x="4369470" y="1334460"/>
                  <a:pt x="4336257" y="1378744"/>
                </a:cubicBezTo>
                <a:cubicBezTo>
                  <a:pt x="4323103" y="1431358"/>
                  <a:pt x="4323330" y="1411402"/>
                  <a:pt x="4350544" y="1493044"/>
                </a:cubicBezTo>
                <a:cubicBezTo>
                  <a:pt x="4353259" y="1501189"/>
                  <a:pt x="4358128" y="1509112"/>
                  <a:pt x="4364832" y="1514475"/>
                </a:cubicBezTo>
                <a:cubicBezTo>
                  <a:pt x="4370712" y="1519179"/>
                  <a:pt x="4379681" y="1517962"/>
                  <a:pt x="4386263" y="1521619"/>
                </a:cubicBezTo>
                <a:cubicBezTo>
                  <a:pt x="4401273" y="1529958"/>
                  <a:pt x="4429125" y="1550194"/>
                  <a:pt x="4429125" y="1550194"/>
                </a:cubicBezTo>
                <a:cubicBezTo>
                  <a:pt x="4448175" y="1547813"/>
                  <a:pt x="4467386" y="1546484"/>
                  <a:pt x="4486275" y="1543050"/>
                </a:cubicBezTo>
                <a:cubicBezTo>
                  <a:pt x="4493684" y="1541703"/>
                  <a:pt x="4501827" y="1540610"/>
                  <a:pt x="4507707" y="1535906"/>
                </a:cubicBezTo>
                <a:cubicBezTo>
                  <a:pt x="4514411" y="1530543"/>
                  <a:pt x="4518507" y="1522321"/>
                  <a:pt x="4521994" y="1514475"/>
                </a:cubicBezTo>
                <a:cubicBezTo>
                  <a:pt x="4528111" y="1500712"/>
                  <a:pt x="4536282" y="1471612"/>
                  <a:pt x="4536282" y="1471612"/>
                </a:cubicBezTo>
                <a:cubicBezTo>
                  <a:pt x="4533901" y="1454943"/>
                  <a:pt x="4533977" y="1437734"/>
                  <a:pt x="4529138" y="1421606"/>
                </a:cubicBezTo>
                <a:cubicBezTo>
                  <a:pt x="4526671" y="1413382"/>
                  <a:pt x="4517565" y="1408320"/>
                  <a:pt x="4514850" y="1400175"/>
                </a:cubicBezTo>
                <a:cubicBezTo>
                  <a:pt x="4510270" y="1386434"/>
                  <a:pt x="4510548" y="1371515"/>
                  <a:pt x="4507707" y="1357312"/>
                </a:cubicBezTo>
                <a:cubicBezTo>
                  <a:pt x="4505782" y="1347684"/>
                  <a:pt x="4502693" y="1338321"/>
                  <a:pt x="4500563" y="1328737"/>
                </a:cubicBezTo>
                <a:cubicBezTo>
                  <a:pt x="4493906" y="1298781"/>
                  <a:pt x="4491445" y="1281177"/>
                  <a:pt x="4486275" y="1250156"/>
                </a:cubicBezTo>
                <a:cubicBezTo>
                  <a:pt x="4483894" y="1188244"/>
                  <a:pt x="4482305" y="1126296"/>
                  <a:pt x="4479132" y="1064419"/>
                </a:cubicBezTo>
                <a:cubicBezTo>
                  <a:pt x="4475924" y="1001861"/>
                  <a:pt x="4472495" y="971779"/>
                  <a:pt x="4464844" y="914400"/>
                </a:cubicBezTo>
                <a:cubicBezTo>
                  <a:pt x="4462619" y="897710"/>
                  <a:pt x="4460468" y="881003"/>
                  <a:pt x="4457700" y="864394"/>
                </a:cubicBezTo>
                <a:cubicBezTo>
                  <a:pt x="4455704" y="852417"/>
                  <a:pt x="4456581" y="839217"/>
                  <a:pt x="4450557" y="828675"/>
                </a:cubicBezTo>
                <a:cubicBezTo>
                  <a:pt x="4446297" y="821220"/>
                  <a:pt x="4436269" y="819150"/>
                  <a:pt x="4429125" y="814387"/>
                </a:cubicBezTo>
                <a:cubicBezTo>
                  <a:pt x="4412456" y="816768"/>
                  <a:pt x="4394179" y="814001"/>
                  <a:pt x="4379119" y="821531"/>
                </a:cubicBezTo>
                <a:cubicBezTo>
                  <a:pt x="4355721" y="833230"/>
                  <a:pt x="4354600" y="865547"/>
                  <a:pt x="4350544" y="885825"/>
                </a:cubicBezTo>
                <a:cubicBezTo>
                  <a:pt x="4353426" y="900232"/>
                  <a:pt x="4351790" y="935831"/>
                  <a:pt x="4379119" y="935831"/>
                </a:cubicBezTo>
                <a:cubicBezTo>
                  <a:pt x="4394179" y="935831"/>
                  <a:pt x="4421982" y="921544"/>
                  <a:pt x="4421982" y="921544"/>
                </a:cubicBezTo>
                <a:cubicBezTo>
                  <a:pt x="4426744" y="914400"/>
                  <a:pt x="4432887" y="908004"/>
                  <a:pt x="4436269" y="900112"/>
                </a:cubicBezTo>
                <a:cubicBezTo>
                  <a:pt x="4440136" y="891088"/>
                  <a:pt x="4443413" y="881355"/>
                  <a:pt x="4443413" y="871537"/>
                </a:cubicBezTo>
                <a:cubicBezTo>
                  <a:pt x="4443413" y="807199"/>
                  <a:pt x="4439838" y="742895"/>
                  <a:pt x="4436269" y="678656"/>
                </a:cubicBezTo>
                <a:cubicBezTo>
                  <a:pt x="4434991" y="655656"/>
                  <a:pt x="4429295" y="605460"/>
                  <a:pt x="4421982" y="578644"/>
                </a:cubicBezTo>
                <a:cubicBezTo>
                  <a:pt x="4397721" y="489686"/>
                  <a:pt x="4415356" y="581753"/>
                  <a:pt x="4400550" y="492919"/>
                </a:cubicBezTo>
                <a:cubicBezTo>
                  <a:pt x="4398169" y="461963"/>
                  <a:pt x="4396836" y="430908"/>
                  <a:pt x="4393407" y="400050"/>
                </a:cubicBezTo>
                <a:cubicBezTo>
                  <a:pt x="4392068" y="387997"/>
                  <a:pt x="4382957" y="349189"/>
                  <a:pt x="4379119" y="335756"/>
                </a:cubicBezTo>
                <a:cubicBezTo>
                  <a:pt x="4377050" y="328516"/>
                  <a:pt x="4377300" y="319650"/>
                  <a:pt x="4371975" y="314325"/>
                </a:cubicBezTo>
                <a:cubicBezTo>
                  <a:pt x="4359833" y="302183"/>
                  <a:pt x="4329113" y="285750"/>
                  <a:pt x="4329113" y="285750"/>
                </a:cubicBezTo>
                <a:cubicBezTo>
                  <a:pt x="4295307" y="289976"/>
                  <a:pt x="4273688" y="284026"/>
                  <a:pt x="4250532" y="307181"/>
                </a:cubicBezTo>
                <a:cubicBezTo>
                  <a:pt x="4244461" y="313252"/>
                  <a:pt x="4241007" y="321468"/>
                  <a:pt x="4236244" y="328612"/>
                </a:cubicBezTo>
                <a:cubicBezTo>
                  <a:pt x="4226601" y="386469"/>
                  <a:pt x="4222405" y="390538"/>
                  <a:pt x="4236244" y="464344"/>
                </a:cubicBezTo>
                <a:cubicBezTo>
                  <a:pt x="4237826" y="472783"/>
                  <a:pt x="4243251" y="481225"/>
                  <a:pt x="4250532" y="485775"/>
                </a:cubicBezTo>
                <a:cubicBezTo>
                  <a:pt x="4263303" y="493757"/>
                  <a:pt x="4293394" y="500062"/>
                  <a:pt x="4293394" y="500062"/>
                </a:cubicBezTo>
                <a:cubicBezTo>
                  <a:pt x="4314825" y="495300"/>
                  <a:pt x="4338052" y="495593"/>
                  <a:pt x="4357688" y="485775"/>
                </a:cubicBezTo>
                <a:cubicBezTo>
                  <a:pt x="4364423" y="482408"/>
                  <a:pt x="4363485" y="471753"/>
                  <a:pt x="4364832" y="464344"/>
                </a:cubicBezTo>
                <a:cubicBezTo>
                  <a:pt x="4368266" y="445455"/>
                  <a:pt x="4369594" y="426244"/>
                  <a:pt x="4371975" y="407194"/>
                </a:cubicBezTo>
                <a:cubicBezTo>
                  <a:pt x="4369594" y="350044"/>
                  <a:pt x="4373214" y="292326"/>
                  <a:pt x="4364832" y="235744"/>
                </a:cubicBezTo>
                <a:cubicBezTo>
                  <a:pt x="4362410" y="219398"/>
                  <a:pt x="4324462" y="205532"/>
                  <a:pt x="4314825" y="200025"/>
                </a:cubicBezTo>
                <a:cubicBezTo>
                  <a:pt x="4307370" y="195765"/>
                  <a:pt x="4301073" y="189577"/>
                  <a:pt x="4293394" y="185737"/>
                </a:cubicBezTo>
                <a:cubicBezTo>
                  <a:pt x="4281980" y="180030"/>
                  <a:pt x="4254062" y="174500"/>
                  <a:pt x="4243388" y="171450"/>
                </a:cubicBezTo>
                <a:cubicBezTo>
                  <a:pt x="4192132" y="156805"/>
                  <a:pt x="4258859" y="171687"/>
                  <a:pt x="4186238" y="157162"/>
                </a:cubicBezTo>
                <a:cubicBezTo>
                  <a:pt x="4179094" y="161925"/>
                  <a:pt x="4172698" y="168068"/>
                  <a:pt x="4164807" y="171450"/>
                </a:cubicBezTo>
                <a:cubicBezTo>
                  <a:pt x="4155783" y="175318"/>
                  <a:pt x="4145425" y="175147"/>
                  <a:pt x="4136232" y="178594"/>
                </a:cubicBezTo>
                <a:cubicBezTo>
                  <a:pt x="4126261" y="182333"/>
                  <a:pt x="4117182" y="188119"/>
                  <a:pt x="4107657" y="192881"/>
                </a:cubicBezTo>
                <a:cubicBezTo>
                  <a:pt x="4098132" y="202406"/>
                  <a:pt x="4090505" y="214317"/>
                  <a:pt x="4079082" y="221456"/>
                </a:cubicBezTo>
                <a:cubicBezTo>
                  <a:pt x="4070756" y="226660"/>
                  <a:pt x="4060325" y="228600"/>
                  <a:pt x="4050507" y="228600"/>
                </a:cubicBezTo>
                <a:cubicBezTo>
                  <a:pt x="3967129" y="228600"/>
                  <a:pt x="3883819" y="223837"/>
                  <a:pt x="3800475" y="221456"/>
                </a:cubicBezTo>
                <a:lnTo>
                  <a:pt x="3764757" y="214312"/>
                </a:lnTo>
                <a:cubicBezTo>
                  <a:pt x="3750506" y="211721"/>
                  <a:pt x="3736097" y="210010"/>
                  <a:pt x="3721894" y="207169"/>
                </a:cubicBezTo>
                <a:cubicBezTo>
                  <a:pt x="3712266" y="205244"/>
                  <a:pt x="3702844" y="202406"/>
                  <a:pt x="3693319" y="200025"/>
                </a:cubicBezTo>
                <a:lnTo>
                  <a:pt x="3643313" y="150019"/>
                </a:lnTo>
                <a:cubicBezTo>
                  <a:pt x="3636169" y="142875"/>
                  <a:pt x="3631683" y="131037"/>
                  <a:pt x="3621882" y="128587"/>
                </a:cubicBezTo>
                <a:lnTo>
                  <a:pt x="3593307" y="121444"/>
                </a:lnTo>
                <a:cubicBezTo>
                  <a:pt x="3499976" y="51444"/>
                  <a:pt x="3616382" y="137924"/>
                  <a:pt x="3543300" y="85725"/>
                </a:cubicBezTo>
                <a:cubicBezTo>
                  <a:pt x="3533611" y="78805"/>
                  <a:pt x="3525374" y="69619"/>
                  <a:pt x="3514725" y="64294"/>
                </a:cubicBezTo>
                <a:cubicBezTo>
                  <a:pt x="3500832" y="57348"/>
                  <a:pt x="3434067" y="39382"/>
                  <a:pt x="3421857" y="35719"/>
                </a:cubicBezTo>
                <a:cubicBezTo>
                  <a:pt x="3403727" y="30280"/>
                  <a:pt x="3381078" y="21563"/>
                  <a:pt x="3364707" y="14287"/>
                </a:cubicBezTo>
                <a:cubicBezTo>
                  <a:pt x="3354976" y="9962"/>
                  <a:pt x="3345657" y="4762"/>
                  <a:pt x="3336132" y="0"/>
                </a:cubicBezTo>
                <a:cubicBezTo>
                  <a:pt x="3189927" y="21931"/>
                  <a:pt x="3227310" y="-12622"/>
                  <a:pt x="3186113" y="28575"/>
                </a:cubicBezTo>
              </a:path>
            </a:pathLst>
          </a:cu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030C191-9B79-4216-8934-621AB8C5BB6D}"/>
              </a:ext>
            </a:extLst>
          </p:cNvPr>
          <p:cNvSpPr/>
          <p:nvPr/>
        </p:nvSpPr>
        <p:spPr>
          <a:xfrm>
            <a:off x="3871913" y="1485900"/>
            <a:ext cx="5207793" cy="3521869"/>
          </a:xfrm>
          <a:custGeom>
            <a:avLst/>
            <a:gdLst>
              <a:gd name="connsiteX0" fmla="*/ 0 w 5207793"/>
              <a:gd name="connsiteY0" fmla="*/ 3464719 h 3521869"/>
              <a:gd name="connsiteX1" fmla="*/ 7143 w 5207793"/>
              <a:gd name="connsiteY1" fmla="*/ 3386138 h 3521869"/>
              <a:gd name="connsiteX2" fmla="*/ 14287 w 5207793"/>
              <a:gd name="connsiteY2" fmla="*/ 3364706 h 3521869"/>
              <a:gd name="connsiteX3" fmla="*/ 21431 w 5207793"/>
              <a:gd name="connsiteY3" fmla="*/ 3328988 h 3521869"/>
              <a:gd name="connsiteX4" fmla="*/ 28575 w 5207793"/>
              <a:gd name="connsiteY4" fmla="*/ 3300413 h 3521869"/>
              <a:gd name="connsiteX5" fmla="*/ 35718 w 5207793"/>
              <a:gd name="connsiteY5" fmla="*/ 3250406 h 3521869"/>
              <a:gd name="connsiteX6" fmla="*/ 57150 w 5207793"/>
              <a:gd name="connsiteY6" fmla="*/ 3200400 h 3521869"/>
              <a:gd name="connsiteX7" fmla="*/ 64293 w 5207793"/>
              <a:gd name="connsiteY7" fmla="*/ 3178969 h 3521869"/>
              <a:gd name="connsiteX8" fmla="*/ 92868 w 5207793"/>
              <a:gd name="connsiteY8" fmla="*/ 3157538 h 3521869"/>
              <a:gd name="connsiteX9" fmla="*/ 121443 w 5207793"/>
              <a:gd name="connsiteY9" fmla="*/ 3107531 h 3521869"/>
              <a:gd name="connsiteX10" fmla="*/ 150018 w 5207793"/>
              <a:gd name="connsiteY10" fmla="*/ 3086100 h 3521869"/>
              <a:gd name="connsiteX11" fmla="*/ 171450 w 5207793"/>
              <a:gd name="connsiteY11" fmla="*/ 3057525 h 3521869"/>
              <a:gd name="connsiteX12" fmla="*/ 242887 w 5207793"/>
              <a:gd name="connsiteY12" fmla="*/ 3014663 h 3521869"/>
              <a:gd name="connsiteX13" fmla="*/ 264318 w 5207793"/>
              <a:gd name="connsiteY13" fmla="*/ 2957513 h 3521869"/>
              <a:gd name="connsiteX14" fmla="*/ 292893 w 5207793"/>
              <a:gd name="connsiteY14" fmla="*/ 2900363 h 3521869"/>
              <a:gd name="connsiteX15" fmla="*/ 307181 w 5207793"/>
              <a:gd name="connsiteY15" fmla="*/ 2664619 h 3521869"/>
              <a:gd name="connsiteX16" fmla="*/ 328612 w 5207793"/>
              <a:gd name="connsiteY16" fmla="*/ 2564606 h 3521869"/>
              <a:gd name="connsiteX17" fmla="*/ 335756 w 5207793"/>
              <a:gd name="connsiteY17" fmla="*/ 2521744 h 3521869"/>
              <a:gd name="connsiteX18" fmla="*/ 350043 w 5207793"/>
              <a:gd name="connsiteY18" fmla="*/ 2500313 h 3521869"/>
              <a:gd name="connsiteX19" fmla="*/ 364331 w 5207793"/>
              <a:gd name="connsiteY19" fmla="*/ 2450306 h 3521869"/>
              <a:gd name="connsiteX20" fmla="*/ 371475 w 5207793"/>
              <a:gd name="connsiteY20" fmla="*/ 2407444 h 3521869"/>
              <a:gd name="connsiteX21" fmla="*/ 385762 w 5207793"/>
              <a:gd name="connsiteY21" fmla="*/ 2357438 h 3521869"/>
              <a:gd name="connsiteX22" fmla="*/ 392906 w 5207793"/>
              <a:gd name="connsiteY22" fmla="*/ 2328863 h 3521869"/>
              <a:gd name="connsiteX23" fmla="*/ 407193 w 5207793"/>
              <a:gd name="connsiteY23" fmla="*/ 2307431 h 3521869"/>
              <a:gd name="connsiteX24" fmla="*/ 421481 w 5207793"/>
              <a:gd name="connsiteY24" fmla="*/ 2257425 h 3521869"/>
              <a:gd name="connsiteX25" fmla="*/ 428625 w 5207793"/>
              <a:gd name="connsiteY25" fmla="*/ 2228850 h 3521869"/>
              <a:gd name="connsiteX26" fmla="*/ 442912 w 5207793"/>
              <a:gd name="connsiteY26" fmla="*/ 2207419 h 3521869"/>
              <a:gd name="connsiteX27" fmla="*/ 464343 w 5207793"/>
              <a:gd name="connsiteY27" fmla="*/ 2150269 h 3521869"/>
              <a:gd name="connsiteX28" fmla="*/ 478631 w 5207793"/>
              <a:gd name="connsiteY28" fmla="*/ 2078831 h 3521869"/>
              <a:gd name="connsiteX29" fmla="*/ 485775 w 5207793"/>
              <a:gd name="connsiteY29" fmla="*/ 2050256 h 3521869"/>
              <a:gd name="connsiteX30" fmla="*/ 492918 w 5207793"/>
              <a:gd name="connsiteY30" fmla="*/ 2014538 h 3521869"/>
              <a:gd name="connsiteX31" fmla="*/ 500062 w 5207793"/>
              <a:gd name="connsiteY31" fmla="*/ 1993106 h 3521869"/>
              <a:gd name="connsiteX32" fmla="*/ 507206 w 5207793"/>
              <a:gd name="connsiteY32" fmla="*/ 1957388 h 3521869"/>
              <a:gd name="connsiteX33" fmla="*/ 514350 w 5207793"/>
              <a:gd name="connsiteY33" fmla="*/ 1935956 h 3521869"/>
              <a:gd name="connsiteX34" fmla="*/ 528637 w 5207793"/>
              <a:gd name="connsiteY34" fmla="*/ 1878806 h 3521869"/>
              <a:gd name="connsiteX35" fmla="*/ 535781 w 5207793"/>
              <a:gd name="connsiteY35" fmla="*/ 1785938 h 3521869"/>
              <a:gd name="connsiteX36" fmla="*/ 542925 w 5207793"/>
              <a:gd name="connsiteY36" fmla="*/ 1721644 h 3521869"/>
              <a:gd name="connsiteX37" fmla="*/ 535781 w 5207793"/>
              <a:gd name="connsiteY37" fmla="*/ 1578769 h 3521869"/>
              <a:gd name="connsiteX38" fmla="*/ 521493 w 5207793"/>
              <a:gd name="connsiteY38" fmla="*/ 1535906 h 3521869"/>
              <a:gd name="connsiteX39" fmla="*/ 528637 w 5207793"/>
              <a:gd name="connsiteY39" fmla="*/ 1400175 h 3521869"/>
              <a:gd name="connsiteX40" fmla="*/ 542925 w 5207793"/>
              <a:gd name="connsiteY40" fmla="*/ 1371600 h 3521869"/>
              <a:gd name="connsiteX41" fmla="*/ 564356 w 5207793"/>
              <a:gd name="connsiteY41" fmla="*/ 1293019 h 3521869"/>
              <a:gd name="connsiteX42" fmla="*/ 578643 w 5207793"/>
              <a:gd name="connsiteY42" fmla="*/ 964406 h 3521869"/>
              <a:gd name="connsiteX43" fmla="*/ 585787 w 5207793"/>
              <a:gd name="connsiteY43" fmla="*/ 907256 h 3521869"/>
              <a:gd name="connsiteX44" fmla="*/ 578643 w 5207793"/>
              <a:gd name="connsiteY44" fmla="*/ 385763 h 3521869"/>
              <a:gd name="connsiteX45" fmla="*/ 607218 w 5207793"/>
              <a:gd name="connsiteY45" fmla="*/ 278606 h 3521869"/>
              <a:gd name="connsiteX46" fmla="*/ 628650 w 5207793"/>
              <a:gd name="connsiteY46" fmla="*/ 228600 h 3521869"/>
              <a:gd name="connsiteX47" fmla="*/ 650081 w 5207793"/>
              <a:gd name="connsiteY47" fmla="*/ 200025 h 3521869"/>
              <a:gd name="connsiteX48" fmla="*/ 664368 w 5207793"/>
              <a:gd name="connsiteY48" fmla="*/ 171450 h 3521869"/>
              <a:gd name="connsiteX49" fmla="*/ 678656 w 5207793"/>
              <a:gd name="connsiteY49" fmla="*/ 150019 h 3521869"/>
              <a:gd name="connsiteX50" fmla="*/ 685800 w 5207793"/>
              <a:gd name="connsiteY50" fmla="*/ 128588 h 3521869"/>
              <a:gd name="connsiteX51" fmla="*/ 714375 w 5207793"/>
              <a:gd name="connsiteY51" fmla="*/ 100013 h 3521869"/>
              <a:gd name="connsiteX52" fmla="*/ 735806 w 5207793"/>
              <a:gd name="connsiteY52" fmla="*/ 71438 h 3521869"/>
              <a:gd name="connsiteX53" fmla="*/ 757237 w 5207793"/>
              <a:gd name="connsiteY53" fmla="*/ 50006 h 3521869"/>
              <a:gd name="connsiteX54" fmla="*/ 778668 w 5207793"/>
              <a:gd name="connsiteY54" fmla="*/ 21431 h 3521869"/>
              <a:gd name="connsiteX55" fmla="*/ 800100 w 5207793"/>
              <a:gd name="connsiteY55" fmla="*/ 14288 h 3521869"/>
              <a:gd name="connsiteX56" fmla="*/ 935831 w 5207793"/>
              <a:gd name="connsiteY56" fmla="*/ 28575 h 3521869"/>
              <a:gd name="connsiteX57" fmla="*/ 964406 w 5207793"/>
              <a:gd name="connsiteY57" fmla="*/ 50006 h 3521869"/>
              <a:gd name="connsiteX58" fmla="*/ 1014412 w 5207793"/>
              <a:gd name="connsiteY58" fmla="*/ 78581 h 3521869"/>
              <a:gd name="connsiteX59" fmla="*/ 1035843 w 5207793"/>
              <a:gd name="connsiteY59" fmla="*/ 100013 h 3521869"/>
              <a:gd name="connsiteX60" fmla="*/ 1064418 w 5207793"/>
              <a:gd name="connsiteY60" fmla="*/ 114300 h 3521869"/>
              <a:gd name="connsiteX61" fmla="*/ 1085850 w 5207793"/>
              <a:gd name="connsiteY61" fmla="*/ 128588 h 3521869"/>
              <a:gd name="connsiteX62" fmla="*/ 1128712 w 5207793"/>
              <a:gd name="connsiteY62" fmla="*/ 150019 h 3521869"/>
              <a:gd name="connsiteX63" fmla="*/ 1185862 w 5207793"/>
              <a:gd name="connsiteY63" fmla="*/ 178594 h 3521869"/>
              <a:gd name="connsiteX64" fmla="*/ 1207293 w 5207793"/>
              <a:gd name="connsiteY64" fmla="*/ 192881 h 3521869"/>
              <a:gd name="connsiteX65" fmla="*/ 1228725 w 5207793"/>
              <a:gd name="connsiteY65" fmla="*/ 200025 h 3521869"/>
              <a:gd name="connsiteX66" fmla="*/ 1257300 w 5207793"/>
              <a:gd name="connsiteY66" fmla="*/ 221456 h 3521869"/>
              <a:gd name="connsiteX67" fmla="*/ 1278731 w 5207793"/>
              <a:gd name="connsiteY67" fmla="*/ 235744 h 3521869"/>
              <a:gd name="connsiteX68" fmla="*/ 1350168 w 5207793"/>
              <a:gd name="connsiteY68" fmla="*/ 242888 h 3521869"/>
              <a:gd name="connsiteX69" fmla="*/ 1464468 w 5207793"/>
              <a:gd name="connsiteY69" fmla="*/ 235744 h 3521869"/>
              <a:gd name="connsiteX70" fmla="*/ 1485900 w 5207793"/>
              <a:gd name="connsiteY70" fmla="*/ 228600 h 3521869"/>
              <a:gd name="connsiteX71" fmla="*/ 1528762 w 5207793"/>
              <a:gd name="connsiteY71" fmla="*/ 192881 h 3521869"/>
              <a:gd name="connsiteX72" fmla="*/ 1535906 w 5207793"/>
              <a:gd name="connsiteY72" fmla="*/ 171450 h 3521869"/>
              <a:gd name="connsiteX73" fmla="*/ 1557337 w 5207793"/>
              <a:gd name="connsiteY73" fmla="*/ 164306 h 3521869"/>
              <a:gd name="connsiteX74" fmla="*/ 1585912 w 5207793"/>
              <a:gd name="connsiteY74" fmla="*/ 150019 h 3521869"/>
              <a:gd name="connsiteX75" fmla="*/ 1635918 w 5207793"/>
              <a:gd name="connsiteY75" fmla="*/ 135731 h 3521869"/>
              <a:gd name="connsiteX76" fmla="*/ 1714500 w 5207793"/>
              <a:gd name="connsiteY76" fmla="*/ 128588 h 3521869"/>
              <a:gd name="connsiteX77" fmla="*/ 1807368 w 5207793"/>
              <a:gd name="connsiteY77" fmla="*/ 114300 h 3521869"/>
              <a:gd name="connsiteX78" fmla="*/ 1835943 w 5207793"/>
              <a:gd name="connsiteY78" fmla="*/ 121444 h 3521869"/>
              <a:gd name="connsiteX79" fmla="*/ 1814512 w 5207793"/>
              <a:gd name="connsiteY79" fmla="*/ 142875 h 3521869"/>
              <a:gd name="connsiteX80" fmla="*/ 1807368 w 5207793"/>
              <a:gd name="connsiteY80" fmla="*/ 164306 h 3521869"/>
              <a:gd name="connsiteX81" fmla="*/ 1785937 w 5207793"/>
              <a:gd name="connsiteY81" fmla="*/ 171450 h 3521869"/>
              <a:gd name="connsiteX82" fmla="*/ 1750218 w 5207793"/>
              <a:gd name="connsiteY82" fmla="*/ 214313 h 3521869"/>
              <a:gd name="connsiteX83" fmla="*/ 1743075 w 5207793"/>
              <a:gd name="connsiteY83" fmla="*/ 235744 h 3521869"/>
              <a:gd name="connsiteX84" fmla="*/ 1714500 w 5207793"/>
              <a:gd name="connsiteY84" fmla="*/ 285750 h 3521869"/>
              <a:gd name="connsiteX85" fmla="*/ 1693068 w 5207793"/>
              <a:gd name="connsiteY85" fmla="*/ 314325 h 3521869"/>
              <a:gd name="connsiteX86" fmla="*/ 1664493 w 5207793"/>
              <a:gd name="connsiteY86" fmla="*/ 357188 h 3521869"/>
              <a:gd name="connsiteX87" fmla="*/ 1643062 w 5207793"/>
              <a:gd name="connsiteY87" fmla="*/ 378619 h 3521869"/>
              <a:gd name="connsiteX88" fmla="*/ 1614487 w 5207793"/>
              <a:gd name="connsiteY88" fmla="*/ 421481 h 3521869"/>
              <a:gd name="connsiteX89" fmla="*/ 1578768 w 5207793"/>
              <a:gd name="connsiteY89" fmla="*/ 464344 h 3521869"/>
              <a:gd name="connsiteX90" fmla="*/ 1564481 w 5207793"/>
              <a:gd name="connsiteY90" fmla="*/ 514350 h 3521869"/>
              <a:gd name="connsiteX91" fmla="*/ 1550193 w 5207793"/>
              <a:gd name="connsiteY91" fmla="*/ 578644 h 3521869"/>
              <a:gd name="connsiteX92" fmla="*/ 1557337 w 5207793"/>
              <a:gd name="connsiteY92" fmla="*/ 621506 h 3521869"/>
              <a:gd name="connsiteX93" fmla="*/ 1571625 w 5207793"/>
              <a:gd name="connsiteY93" fmla="*/ 700088 h 3521869"/>
              <a:gd name="connsiteX94" fmla="*/ 1593056 w 5207793"/>
              <a:gd name="connsiteY94" fmla="*/ 742950 h 3521869"/>
              <a:gd name="connsiteX95" fmla="*/ 1600200 w 5207793"/>
              <a:gd name="connsiteY95" fmla="*/ 785813 h 3521869"/>
              <a:gd name="connsiteX96" fmla="*/ 1607343 w 5207793"/>
              <a:gd name="connsiteY96" fmla="*/ 807244 h 3521869"/>
              <a:gd name="connsiteX97" fmla="*/ 1621631 w 5207793"/>
              <a:gd name="connsiteY97" fmla="*/ 871538 h 3521869"/>
              <a:gd name="connsiteX98" fmla="*/ 1635918 w 5207793"/>
              <a:gd name="connsiteY98" fmla="*/ 957263 h 3521869"/>
              <a:gd name="connsiteX99" fmla="*/ 1643062 w 5207793"/>
              <a:gd name="connsiteY99" fmla="*/ 978694 h 3521869"/>
              <a:gd name="connsiteX100" fmla="*/ 1657350 w 5207793"/>
              <a:gd name="connsiteY100" fmla="*/ 1000125 h 3521869"/>
              <a:gd name="connsiteX101" fmla="*/ 1664493 w 5207793"/>
              <a:gd name="connsiteY101" fmla="*/ 1028700 h 3521869"/>
              <a:gd name="connsiteX102" fmla="*/ 1678781 w 5207793"/>
              <a:gd name="connsiteY102" fmla="*/ 1050131 h 3521869"/>
              <a:gd name="connsiteX103" fmla="*/ 1685925 w 5207793"/>
              <a:gd name="connsiteY103" fmla="*/ 1085850 h 3521869"/>
              <a:gd name="connsiteX104" fmla="*/ 1728787 w 5207793"/>
              <a:gd name="connsiteY104" fmla="*/ 1135856 h 3521869"/>
              <a:gd name="connsiteX105" fmla="*/ 1743075 w 5207793"/>
              <a:gd name="connsiteY105" fmla="*/ 1157288 h 3521869"/>
              <a:gd name="connsiteX106" fmla="*/ 1750218 w 5207793"/>
              <a:gd name="connsiteY106" fmla="*/ 1185863 h 3521869"/>
              <a:gd name="connsiteX107" fmla="*/ 1793081 w 5207793"/>
              <a:gd name="connsiteY107" fmla="*/ 1235869 h 3521869"/>
              <a:gd name="connsiteX108" fmla="*/ 1828800 w 5207793"/>
              <a:gd name="connsiteY108" fmla="*/ 1278731 h 3521869"/>
              <a:gd name="connsiteX109" fmla="*/ 1864518 w 5207793"/>
              <a:gd name="connsiteY109" fmla="*/ 1314450 h 3521869"/>
              <a:gd name="connsiteX110" fmla="*/ 1921668 w 5207793"/>
              <a:gd name="connsiteY110" fmla="*/ 1378744 h 3521869"/>
              <a:gd name="connsiteX111" fmla="*/ 1978818 w 5207793"/>
              <a:gd name="connsiteY111" fmla="*/ 1393031 h 3521869"/>
              <a:gd name="connsiteX112" fmla="*/ 2007393 w 5207793"/>
              <a:gd name="connsiteY112" fmla="*/ 1400175 h 3521869"/>
              <a:gd name="connsiteX113" fmla="*/ 2028825 w 5207793"/>
              <a:gd name="connsiteY113" fmla="*/ 1407319 h 3521869"/>
              <a:gd name="connsiteX114" fmla="*/ 2078831 w 5207793"/>
              <a:gd name="connsiteY114" fmla="*/ 1414463 h 3521869"/>
              <a:gd name="connsiteX115" fmla="*/ 2135981 w 5207793"/>
              <a:gd name="connsiteY115" fmla="*/ 1428750 h 3521869"/>
              <a:gd name="connsiteX116" fmla="*/ 2228850 w 5207793"/>
              <a:gd name="connsiteY116" fmla="*/ 1443038 h 3521869"/>
              <a:gd name="connsiteX117" fmla="*/ 2257425 w 5207793"/>
              <a:gd name="connsiteY117" fmla="*/ 1450181 h 3521869"/>
              <a:gd name="connsiteX118" fmla="*/ 2300287 w 5207793"/>
              <a:gd name="connsiteY118" fmla="*/ 1464469 h 3521869"/>
              <a:gd name="connsiteX119" fmla="*/ 2507456 w 5207793"/>
              <a:gd name="connsiteY119" fmla="*/ 1471613 h 3521869"/>
              <a:gd name="connsiteX120" fmla="*/ 2543175 w 5207793"/>
              <a:gd name="connsiteY120" fmla="*/ 1478756 h 3521869"/>
              <a:gd name="connsiteX121" fmla="*/ 2878931 w 5207793"/>
              <a:gd name="connsiteY121" fmla="*/ 1478756 h 3521869"/>
              <a:gd name="connsiteX122" fmla="*/ 2914650 w 5207793"/>
              <a:gd name="connsiteY122" fmla="*/ 1471613 h 3521869"/>
              <a:gd name="connsiteX123" fmla="*/ 2964656 w 5207793"/>
              <a:gd name="connsiteY123" fmla="*/ 1450181 h 3521869"/>
              <a:gd name="connsiteX124" fmla="*/ 2986087 w 5207793"/>
              <a:gd name="connsiteY124" fmla="*/ 1443038 h 3521869"/>
              <a:gd name="connsiteX125" fmla="*/ 3043237 w 5207793"/>
              <a:gd name="connsiteY125" fmla="*/ 1421606 h 3521869"/>
              <a:gd name="connsiteX126" fmla="*/ 3071812 w 5207793"/>
              <a:gd name="connsiteY126" fmla="*/ 1400175 h 3521869"/>
              <a:gd name="connsiteX127" fmla="*/ 3093243 w 5207793"/>
              <a:gd name="connsiteY127" fmla="*/ 1378744 h 3521869"/>
              <a:gd name="connsiteX128" fmla="*/ 3128962 w 5207793"/>
              <a:gd name="connsiteY128" fmla="*/ 1357313 h 3521869"/>
              <a:gd name="connsiteX129" fmla="*/ 3186112 w 5207793"/>
              <a:gd name="connsiteY129" fmla="*/ 1300163 h 3521869"/>
              <a:gd name="connsiteX130" fmla="*/ 3214687 w 5207793"/>
              <a:gd name="connsiteY130" fmla="*/ 1243013 h 3521869"/>
              <a:gd name="connsiteX131" fmla="*/ 3236118 w 5207793"/>
              <a:gd name="connsiteY131" fmla="*/ 1228725 h 3521869"/>
              <a:gd name="connsiteX132" fmla="*/ 3271837 w 5207793"/>
              <a:gd name="connsiteY132" fmla="*/ 1178719 h 3521869"/>
              <a:gd name="connsiteX133" fmla="*/ 3293268 w 5207793"/>
              <a:gd name="connsiteY133" fmla="*/ 1164431 h 3521869"/>
              <a:gd name="connsiteX134" fmla="*/ 3300412 w 5207793"/>
              <a:gd name="connsiteY134" fmla="*/ 1143000 h 3521869"/>
              <a:gd name="connsiteX135" fmla="*/ 3321843 w 5207793"/>
              <a:gd name="connsiteY135" fmla="*/ 1135856 h 3521869"/>
              <a:gd name="connsiteX136" fmla="*/ 3343275 w 5207793"/>
              <a:gd name="connsiteY136" fmla="*/ 1114425 h 3521869"/>
              <a:gd name="connsiteX137" fmla="*/ 3357562 w 5207793"/>
              <a:gd name="connsiteY137" fmla="*/ 1085850 h 3521869"/>
              <a:gd name="connsiteX138" fmla="*/ 3393281 w 5207793"/>
              <a:gd name="connsiteY138" fmla="*/ 1028700 h 3521869"/>
              <a:gd name="connsiteX139" fmla="*/ 3400425 w 5207793"/>
              <a:gd name="connsiteY139" fmla="*/ 1007269 h 3521869"/>
              <a:gd name="connsiteX140" fmla="*/ 3436143 w 5207793"/>
              <a:gd name="connsiteY140" fmla="*/ 928688 h 3521869"/>
              <a:gd name="connsiteX141" fmla="*/ 3450431 w 5207793"/>
              <a:gd name="connsiteY141" fmla="*/ 842963 h 3521869"/>
              <a:gd name="connsiteX142" fmla="*/ 3464718 w 5207793"/>
              <a:gd name="connsiteY142" fmla="*/ 700088 h 3521869"/>
              <a:gd name="connsiteX143" fmla="*/ 3471862 w 5207793"/>
              <a:gd name="connsiteY143" fmla="*/ 664369 h 3521869"/>
              <a:gd name="connsiteX144" fmla="*/ 3479006 w 5207793"/>
              <a:gd name="connsiteY144" fmla="*/ 492919 h 3521869"/>
              <a:gd name="connsiteX145" fmla="*/ 3457575 w 5207793"/>
              <a:gd name="connsiteY145" fmla="*/ 321469 h 3521869"/>
              <a:gd name="connsiteX146" fmla="*/ 3443287 w 5207793"/>
              <a:gd name="connsiteY146" fmla="*/ 300038 h 3521869"/>
              <a:gd name="connsiteX147" fmla="*/ 3414712 w 5207793"/>
              <a:gd name="connsiteY147" fmla="*/ 242888 h 3521869"/>
              <a:gd name="connsiteX148" fmla="*/ 3407568 w 5207793"/>
              <a:gd name="connsiteY148" fmla="*/ 221456 h 3521869"/>
              <a:gd name="connsiteX149" fmla="*/ 3364706 w 5207793"/>
              <a:gd name="connsiteY149" fmla="*/ 192881 h 3521869"/>
              <a:gd name="connsiteX150" fmla="*/ 3328987 w 5207793"/>
              <a:gd name="connsiteY150" fmla="*/ 150019 h 3521869"/>
              <a:gd name="connsiteX151" fmla="*/ 3286125 w 5207793"/>
              <a:gd name="connsiteY151" fmla="*/ 121444 h 3521869"/>
              <a:gd name="connsiteX152" fmla="*/ 3264693 w 5207793"/>
              <a:gd name="connsiteY152" fmla="*/ 92869 h 3521869"/>
              <a:gd name="connsiteX153" fmla="*/ 3236118 w 5207793"/>
              <a:gd name="connsiteY153" fmla="*/ 50006 h 3521869"/>
              <a:gd name="connsiteX154" fmla="*/ 3250406 w 5207793"/>
              <a:gd name="connsiteY154" fmla="*/ 14288 h 3521869"/>
              <a:gd name="connsiteX155" fmla="*/ 3328987 w 5207793"/>
              <a:gd name="connsiteY155" fmla="*/ 7144 h 3521869"/>
              <a:gd name="connsiteX156" fmla="*/ 3350418 w 5207793"/>
              <a:gd name="connsiteY156" fmla="*/ 0 h 3521869"/>
              <a:gd name="connsiteX157" fmla="*/ 3414712 w 5207793"/>
              <a:gd name="connsiteY157" fmla="*/ 21431 h 3521869"/>
              <a:gd name="connsiteX158" fmla="*/ 3457575 w 5207793"/>
              <a:gd name="connsiteY158" fmla="*/ 35719 h 3521869"/>
              <a:gd name="connsiteX159" fmla="*/ 3479006 w 5207793"/>
              <a:gd name="connsiteY159" fmla="*/ 42863 h 3521869"/>
              <a:gd name="connsiteX160" fmla="*/ 3543300 w 5207793"/>
              <a:gd name="connsiteY160" fmla="*/ 57150 h 3521869"/>
              <a:gd name="connsiteX161" fmla="*/ 3579018 w 5207793"/>
              <a:gd name="connsiteY161" fmla="*/ 71438 h 3521869"/>
              <a:gd name="connsiteX162" fmla="*/ 3636168 w 5207793"/>
              <a:gd name="connsiteY162" fmla="*/ 85725 h 3521869"/>
              <a:gd name="connsiteX163" fmla="*/ 3657600 w 5207793"/>
              <a:gd name="connsiteY163" fmla="*/ 100013 h 3521869"/>
              <a:gd name="connsiteX164" fmla="*/ 3686175 w 5207793"/>
              <a:gd name="connsiteY164" fmla="*/ 114300 h 3521869"/>
              <a:gd name="connsiteX165" fmla="*/ 3700462 w 5207793"/>
              <a:gd name="connsiteY165" fmla="*/ 142875 h 3521869"/>
              <a:gd name="connsiteX166" fmla="*/ 3757612 w 5207793"/>
              <a:gd name="connsiteY166" fmla="*/ 171450 h 3521869"/>
              <a:gd name="connsiteX167" fmla="*/ 3807618 w 5207793"/>
              <a:gd name="connsiteY167" fmla="*/ 192881 h 3521869"/>
              <a:gd name="connsiteX168" fmla="*/ 3829050 w 5207793"/>
              <a:gd name="connsiteY168" fmla="*/ 207169 h 3521869"/>
              <a:gd name="connsiteX169" fmla="*/ 3871912 w 5207793"/>
              <a:gd name="connsiteY169" fmla="*/ 214313 h 3521869"/>
              <a:gd name="connsiteX170" fmla="*/ 4150518 w 5207793"/>
              <a:gd name="connsiteY170" fmla="*/ 207169 h 3521869"/>
              <a:gd name="connsiteX171" fmla="*/ 4186237 w 5207793"/>
              <a:gd name="connsiteY171" fmla="*/ 178594 h 3521869"/>
              <a:gd name="connsiteX172" fmla="*/ 4214812 w 5207793"/>
              <a:gd name="connsiteY172" fmla="*/ 171450 h 3521869"/>
              <a:gd name="connsiteX173" fmla="*/ 4236243 w 5207793"/>
              <a:gd name="connsiteY173" fmla="*/ 164306 h 3521869"/>
              <a:gd name="connsiteX174" fmla="*/ 4386262 w 5207793"/>
              <a:gd name="connsiteY174" fmla="*/ 185738 h 3521869"/>
              <a:gd name="connsiteX175" fmla="*/ 4421981 w 5207793"/>
              <a:gd name="connsiteY175" fmla="*/ 221456 h 3521869"/>
              <a:gd name="connsiteX176" fmla="*/ 4457700 w 5207793"/>
              <a:gd name="connsiteY176" fmla="*/ 285750 h 3521869"/>
              <a:gd name="connsiteX177" fmla="*/ 4471987 w 5207793"/>
              <a:gd name="connsiteY177" fmla="*/ 364331 h 3521869"/>
              <a:gd name="connsiteX178" fmla="*/ 4486275 w 5207793"/>
              <a:gd name="connsiteY178" fmla="*/ 428625 h 3521869"/>
              <a:gd name="connsiteX179" fmla="*/ 4514850 w 5207793"/>
              <a:gd name="connsiteY179" fmla="*/ 485775 h 3521869"/>
              <a:gd name="connsiteX180" fmla="*/ 4521993 w 5207793"/>
              <a:gd name="connsiteY180" fmla="*/ 521494 h 3521869"/>
              <a:gd name="connsiteX181" fmla="*/ 4529137 w 5207793"/>
              <a:gd name="connsiteY181" fmla="*/ 550069 h 3521869"/>
              <a:gd name="connsiteX182" fmla="*/ 4543425 w 5207793"/>
              <a:gd name="connsiteY182" fmla="*/ 771525 h 3521869"/>
              <a:gd name="connsiteX183" fmla="*/ 4557712 w 5207793"/>
              <a:gd name="connsiteY183" fmla="*/ 850106 h 3521869"/>
              <a:gd name="connsiteX184" fmla="*/ 4564856 w 5207793"/>
              <a:gd name="connsiteY184" fmla="*/ 892969 h 3521869"/>
              <a:gd name="connsiteX185" fmla="*/ 4593431 w 5207793"/>
              <a:gd name="connsiteY185" fmla="*/ 1021556 h 3521869"/>
              <a:gd name="connsiteX186" fmla="*/ 4600575 w 5207793"/>
              <a:gd name="connsiteY186" fmla="*/ 1078706 h 3521869"/>
              <a:gd name="connsiteX187" fmla="*/ 4607718 w 5207793"/>
              <a:gd name="connsiteY187" fmla="*/ 1321594 h 3521869"/>
              <a:gd name="connsiteX188" fmla="*/ 4614862 w 5207793"/>
              <a:gd name="connsiteY188" fmla="*/ 1357313 h 3521869"/>
              <a:gd name="connsiteX189" fmla="*/ 4636293 w 5207793"/>
              <a:gd name="connsiteY189" fmla="*/ 1378744 h 3521869"/>
              <a:gd name="connsiteX190" fmla="*/ 4643437 w 5207793"/>
              <a:gd name="connsiteY190" fmla="*/ 1421606 h 3521869"/>
              <a:gd name="connsiteX191" fmla="*/ 4650581 w 5207793"/>
              <a:gd name="connsiteY191" fmla="*/ 1471613 h 3521869"/>
              <a:gd name="connsiteX192" fmla="*/ 4657725 w 5207793"/>
              <a:gd name="connsiteY192" fmla="*/ 1493044 h 3521869"/>
              <a:gd name="connsiteX193" fmla="*/ 4664868 w 5207793"/>
              <a:gd name="connsiteY193" fmla="*/ 1585913 h 3521869"/>
              <a:gd name="connsiteX194" fmla="*/ 4672012 w 5207793"/>
              <a:gd name="connsiteY194" fmla="*/ 1650206 h 3521869"/>
              <a:gd name="connsiteX195" fmla="*/ 4686300 w 5207793"/>
              <a:gd name="connsiteY195" fmla="*/ 1778794 h 3521869"/>
              <a:gd name="connsiteX196" fmla="*/ 4700587 w 5207793"/>
              <a:gd name="connsiteY196" fmla="*/ 1921669 h 3521869"/>
              <a:gd name="connsiteX197" fmla="*/ 4714875 w 5207793"/>
              <a:gd name="connsiteY197" fmla="*/ 2000250 h 3521869"/>
              <a:gd name="connsiteX198" fmla="*/ 4722018 w 5207793"/>
              <a:gd name="connsiteY198" fmla="*/ 2050256 h 3521869"/>
              <a:gd name="connsiteX199" fmla="*/ 4736306 w 5207793"/>
              <a:gd name="connsiteY199" fmla="*/ 2071688 h 3521869"/>
              <a:gd name="connsiteX200" fmla="*/ 4764881 w 5207793"/>
              <a:gd name="connsiteY200" fmla="*/ 2121694 h 3521869"/>
              <a:gd name="connsiteX201" fmla="*/ 4779168 w 5207793"/>
              <a:gd name="connsiteY201" fmla="*/ 2164556 h 3521869"/>
              <a:gd name="connsiteX202" fmla="*/ 4793456 w 5207793"/>
              <a:gd name="connsiteY202" fmla="*/ 2235994 h 3521869"/>
              <a:gd name="connsiteX203" fmla="*/ 4800600 w 5207793"/>
              <a:gd name="connsiteY203" fmla="*/ 2257425 h 3521869"/>
              <a:gd name="connsiteX204" fmla="*/ 4807743 w 5207793"/>
              <a:gd name="connsiteY204" fmla="*/ 2286000 h 3521869"/>
              <a:gd name="connsiteX205" fmla="*/ 4814887 w 5207793"/>
              <a:gd name="connsiteY205" fmla="*/ 2307431 h 3521869"/>
              <a:gd name="connsiteX206" fmla="*/ 4836318 w 5207793"/>
              <a:gd name="connsiteY206" fmla="*/ 2407444 h 3521869"/>
              <a:gd name="connsiteX207" fmla="*/ 4864893 w 5207793"/>
              <a:gd name="connsiteY207" fmla="*/ 2514600 h 3521869"/>
              <a:gd name="connsiteX208" fmla="*/ 4872037 w 5207793"/>
              <a:gd name="connsiteY208" fmla="*/ 2543175 h 3521869"/>
              <a:gd name="connsiteX209" fmla="*/ 4886325 w 5207793"/>
              <a:gd name="connsiteY209" fmla="*/ 2614613 h 3521869"/>
              <a:gd name="connsiteX210" fmla="*/ 4900612 w 5207793"/>
              <a:gd name="connsiteY210" fmla="*/ 2657475 h 3521869"/>
              <a:gd name="connsiteX211" fmla="*/ 4922043 w 5207793"/>
              <a:gd name="connsiteY211" fmla="*/ 2678906 h 3521869"/>
              <a:gd name="connsiteX212" fmla="*/ 4929187 w 5207793"/>
              <a:gd name="connsiteY212" fmla="*/ 2728913 h 3521869"/>
              <a:gd name="connsiteX213" fmla="*/ 4936331 w 5207793"/>
              <a:gd name="connsiteY213" fmla="*/ 2757488 h 3521869"/>
              <a:gd name="connsiteX214" fmla="*/ 4943475 w 5207793"/>
              <a:gd name="connsiteY214" fmla="*/ 2914650 h 3521869"/>
              <a:gd name="connsiteX215" fmla="*/ 4950618 w 5207793"/>
              <a:gd name="connsiteY215" fmla="*/ 2943225 h 3521869"/>
              <a:gd name="connsiteX216" fmla="*/ 4957762 w 5207793"/>
              <a:gd name="connsiteY216" fmla="*/ 2986088 h 3521869"/>
              <a:gd name="connsiteX217" fmla="*/ 5000625 w 5207793"/>
              <a:gd name="connsiteY217" fmla="*/ 3021806 h 3521869"/>
              <a:gd name="connsiteX218" fmla="*/ 5064918 w 5207793"/>
              <a:gd name="connsiteY218" fmla="*/ 3043238 h 3521869"/>
              <a:gd name="connsiteX219" fmla="*/ 5093493 w 5207793"/>
              <a:gd name="connsiteY219" fmla="*/ 3064669 h 3521869"/>
              <a:gd name="connsiteX220" fmla="*/ 5114925 w 5207793"/>
              <a:gd name="connsiteY220" fmla="*/ 3114675 h 3521869"/>
              <a:gd name="connsiteX221" fmla="*/ 5129212 w 5207793"/>
              <a:gd name="connsiteY221" fmla="*/ 3143250 h 3521869"/>
              <a:gd name="connsiteX222" fmla="*/ 5143500 w 5207793"/>
              <a:gd name="connsiteY222" fmla="*/ 3207544 h 3521869"/>
              <a:gd name="connsiteX223" fmla="*/ 5157787 w 5207793"/>
              <a:gd name="connsiteY223" fmla="*/ 3250406 h 3521869"/>
              <a:gd name="connsiteX224" fmla="*/ 5172075 w 5207793"/>
              <a:gd name="connsiteY224" fmla="*/ 3307556 h 3521869"/>
              <a:gd name="connsiteX225" fmla="*/ 5179218 w 5207793"/>
              <a:gd name="connsiteY225" fmla="*/ 3386138 h 3521869"/>
              <a:gd name="connsiteX226" fmla="*/ 5200650 w 5207793"/>
              <a:gd name="connsiteY226" fmla="*/ 3464719 h 3521869"/>
              <a:gd name="connsiteX227" fmla="*/ 5207793 w 5207793"/>
              <a:gd name="connsiteY227" fmla="*/ 3521869 h 3521869"/>
              <a:gd name="connsiteX0" fmla="*/ 0 w 5207793"/>
              <a:gd name="connsiteY0" fmla="*/ 3464719 h 3521869"/>
              <a:gd name="connsiteX1" fmla="*/ 7143 w 5207793"/>
              <a:gd name="connsiteY1" fmla="*/ 3386138 h 3521869"/>
              <a:gd name="connsiteX2" fmla="*/ 14287 w 5207793"/>
              <a:gd name="connsiteY2" fmla="*/ 3364706 h 3521869"/>
              <a:gd name="connsiteX3" fmla="*/ 21431 w 5207793"/>
              <a:gd name="connsiteY3" fmla="*/ 3328988 h 3521869"/>
              <a:gd name="connsiteX4" fmla="*/ 28575 w 5207793"/>
              <a:gd name="connsiteY4" fmla="*/ 3300413 h 3521869"/>
              <a:gd name="connsiteX5" fmla="*/ 35718 w 5207793"/>
              <a:gd name="connsiteY5" fmla="*/ 3250406 h 3521869"/>
              <a:gd name="connsiteX6" fmla="*/ 57150 w 5207793"/>
              <a:gd name="connsiteY6" fmla="*/ 3200400 h 3521869"/>
              <a:gd name="connsiteX7" fmla="*/ 64293 w 5207793"/>
              <a:gd name="connsiteY7" fmla="*/ 3178969 h 3521869"/>
              <a:gd name="connsiteX8" fmla="*/ 92868 w 5207793"/>
              <a:gd name="connsiteY8" fmla="*/ 3157538 h 3521869"/>
              <a:gd name="connsiteX9" fmla="*/ 121443 w 5207793"/>
              <a:gd name="connsiteY9" fmla="*/ 3107531 h 3521869"/>
              <a:gd name="connsiteX10" fmla="*/ 150018 w 5207793"/>
              <a:gd name="connsiteY10" fmla="*/ 3086100 h 3521869"/>
              <a:gd name="connsiteX11" fmla="*/ 171450 w 5207793"/>
              <a:gd name="connsiteY11" fmla="*/ 3057525 h 3521869"/>
              <a:gd name="connsiteX12" fmla="*/ 242887 w 5207793"/>
              <a:gd name="connsiteY12" fmla="*/ 3014663 h 3521869"/>
              <a:gd name="connsiteX13" fmla="*/ 264318 w 5207793"/>
              <a:gd name="connsiteY13" fmla="*/ 2957513 h 3521869"/>
              <a:gd name="connsiteX14" fmla="*/ 292893 w 5207793"/>
              <a:gd name="connsiteY14" fmla="*/ 2900363 h 3521869"/>
              <a:gd name="connsiteX15" fmla="*/ 307181 w 5207793"/>
              <a:gd name="connsiteY15" fmla="*/ 2664619 h 3521869"/>
              <a:gd name="connsiteX16" fmla="*/ 328612 w 5207793"/>
              <a:gd name="connsiteY16" fmla="*/ 2564606 h 3521869"/>
              <a:gd name="connsiteX17" fmla="*/ 335756 w 5207793"/>
              <a:gd name="connsiteY17" fmla="*/ 2521744 h 3521869"/>
              <a:gd name="connsiteX18" fmla="*/ 350043 w 5207793"/>
              <a:gd name="connsiteY18" fmla="*/ 2500313 h 3521869"/>
              <a:gd name="connsiteX19" fmla="*/ 364331 w 5207793"/>
              <a:gd name="connsiteY19" fmla="*/ 2450306 h 3521869"/>
              <a:gd name="connsiteX20" fmla="*/ 371475 w 5207793"/>
              <a:gd name="connsiteY20" fmla="*/ 2407444 h 3521869"/>
              <a:gd name="connsiteX21" fmla="*/ 385762 w 5207793"/>
              <a:gd name="connsiteY21" fmla="*/ 2357438 h 3521869"/>
              <a:gd name="connsiteX22" fmla="*/ 392906 w 5207793"/>
              <a:gd name="connsiteY22" fmla="*/ 2328863 h 3521869"/>
              <a:gd name="connsiteX23" fmla="*/ 407193 w 5207793"/>
              <a:gd name="connsiteY23" fmla="*/ 2307431 h 3521869"/>
              <a:gd name="connsiteX24" fmla="*/ 421481 w 5207793"/>
              <a:gd name="connsiteY24" fmla="*/ 2257425 h 3521869"/>
              <a:gd name="connsiteX25" fmla="*/ 428625 w 5207793"/>
              <a:gd name="connsiteY25" fmla="*/ 2228850 h 3521869"/>
              <a:gd name="connsiteX26" fmla="*/ 442912 w 5207793"/>
              <a:gd name="connsiteY26" fmla="*/ 2207419 h 3521869"/>
              <a:gd name="connsiteX27" fmla="*/ 464343 w 5207793"/>
              <a:gd name="connsiteY27" fmla="*/ 2150269 h 3521869"/>
              <a:gd name="connsiteX28" fmla="*/ 478631 w 5207793"/>
              <a:gd name="connsiteY28" fmla="*/ 2078831 h 3521869"/>
              <a:gd name="connsiteX29" fmla="*/ 485775 w 5207793"/>
              <a:gd name="connsiteY29" fmla="*/ 2050256 h 3521869"/>
              <a:gd name="connsiteX30" fmla="*/ 492918 w 5207793"/>
              <a:gd name="connsiteY30" fmla="*/ 2014538 h 3521869"/>
              <a:gd name="connsiteX31" fmla="*/ 500062 w 5207793"/>
              <a:gd name="connsiteY31" fmla="*/ 1993106 h 3521869"/>
              <a:gd name="connsiteX32" fmla="*/ 507206 w 5207793"/>
              <a:gd name="connsiteY32" fmla="*/ 1957388 h 3521869"/>
              <a:gd name="connsiteX33" fmla="*/ 514350 w 5207793"/>
              <a:gd name="connsiteY33" fmla="*/ 1935956 h 3521869"/>
              <a:gd name="connsiteX34" fmla="*/ 528637 w 5207793"/>
              <a:gd name="connsiteY34" fmla="*/ 1878806 h 3521869"/>
              <a:gd name="connsiteX35" fmla="*/ 535781 w 5207793"/>
              <a:gd name="connsiteY35" fmla="*/ 1785938 h 3521869"/>
              <a:gd name="connsiteX36" fmla="*/ 542925 w 5207793"/>
              <a:gd name="connsiteY36" fmla="*/ 1721644 h 3521869"/>
              <a:gd name="connsiteX37" fmla="*/ 535781 w 5207793"/>
              <a:gd name="connsiteY37" fmla="*/ 1578769 h 3521869"/>
              <a:gd name="connsiteX38" fmla="*/ 521493 w 5207793"/>
              <a:gd name="connsiteY38" fmla="*/ 1535906 h 3521869"/>
              <a:gd name="connsiteX39" fmla="*/ 528637 w 5207793"/>
              <a:gd name="connsiteY39" fmla="*/ 1400175 h 3521869"/>
              <a:gd name="connsiteX40" fmla="*/ 542925 w 5207793"/>
              <a:gd name="connsiteY40" fmla="*/ 1371600 h 3521869"/>
              <a:gd name="connsiteX41" fmla="*/ 564356 w 5207793"/>
              <a:gd name="connsiteY41" fmla="*/ 1293019 h 3521869"/>
              <a:gd name="connsiteX42" fmla="*/ 578643 w 5207793"/>
              <a:gd name="connsiteY42" fmla="*/ 964406 h 3521869"/>
              <a:gd name="connsiteX43" fmla="*/ 585787 w 5207793"/>
              <a:gd name="connsiteY43" fmla="*/ 907256 h 3521869"/>
              <a:gd name="connsiteX44" fmla="*/ 578643 w 5207793"/>
              <a:gd name="connsiteY44" fmla="*/ 385763 h 3521869"/>
              <a:gd name="connsiteX45" fmla="*/ 607218 w 5207793"/>
              <a:gd name="connsiteY45" fmla="*/ 278606 h 3521869"/>
              <a:gd name="connsiteX46" fmla="*/ 628650 w 5207793"/>
              <a:gd name="connsiteY46" fmla="*/ 228600 h 3521869"/>
              <a:gd name="connsiteX47" fmla="*/ 650081 w 5207793"/>
              <a:gd name="connsiteY47" fmla="*/ 200025 h 3521869"/>
              <a:gd name="connsiteX48" fmla="*/ 664368 w 5207793"/>
              <a:gd name="connsiteY48" fmla="*/ 171450 h 3521869"/>
              <a:gd name="connsiteX49" fmla="*/ 678656 w 5207793"/>
              <a:gd name="connsiteY49" fmla="*/ 150019 h 3521869"/>
              <a:gd name="connsiteX50" fmla="*/ 685800 w 5207793"/>
              <a:gd name="connsiteY50" fmla="*/ 128588 h 3521869"/>
              <a:gd name="connsiteX51" fmla="*/ 714375 w 5207793"/>
              <a:gd name="connsiteY51" fmla="*/ 100013 h 3521869"/>
              <a:gd name="connsiteX52" fmla="*/ 735806 w 5207793"/>
              <a:gd name="connsiteY52" fmla="*/ 71438 h 3521869"/>
              <a:gd name="connsiteX53" fmla="*/ 757237 w 5207793"/>
              <a:gd name="connsiteY53" fmla="*/ 50006 h 3521869"/>
              <a:gd name="connsiteX54" fmla="*/ 778668 w 5207793"/>
              <a:gd name="connsiteY54" fmla="*/ 21431 h 3521869"/>
              <a:gd name="connsiteX55" fmla="*/ 800100 w 5207793"/>
              <a:gd name="connsiteY55" fmla="*/ 14288 h 3521869"/>
              <a:gd name="connsiteX56" fmla="*/ 935831 w 5207793"/>
              <a:gd name="connsiteY56" fmla="*/ 28575 h 3521869"/>
              <a:gd name="connsiteX57" fmla="*/ 964406 w 5207793"/>
              <a:gd name="connsiteY57" fmla="*/ 50006 h 3521869"/>
              <a:gd name="connsiteX58" fmla="*/ 1014412 w 5207793"/>
              <a:gd name="connsiteY58" fmla="*/ 78581 h 3521869"/>
              <a:gd name="connsiteX59" fmla="*/ 1035843 w 5207793"/>
              <a:gd name="connsiteY59" fmla="*/ 100013 h 3521869"/>
              <a:gd name="connsiteX60" fmla="*/ 1064418 w 5207793"/>
              <a:gd name="connsiteY60" fmla="*/ 114300 h 3521869"/>
              <a:gd name="connsiteX61" fmla="*/ 1085850 w 5207793"/>
              <a:gd name="connsiteY61" fmla="*/ 128588 h 3521869"/>
              <a:gd name="connsiteX62" fmla="*/ 1128712 w 5207793"/>
              <a:gd name="connsiteY62" fmla="*/ 150019 h 3521869"/>
              <a:gd name="connsiteX63" fmla="*/ 1185862 w 5207793"/>
              <a:gd name="connsiteY63" fmla="*/ 178594 h 3521869"/>
              <a:gd name="connsiteX64" fmla="*/ 1207293 w 5207793"/>
              <a:gd name="connsiteY64" fmla="*/ 192881 h 3521869"/>
              <a:gd name="connsiteX65" fmla="*/ 1228725 w 5207793"/>
              <a:gd name="connsiteY65" fmla="*/ 200025 h 3521869"/>
              <a:gd name="connsiteX66" fmla="*/ 1257300 w 5207793"/>
              <a:gd name="connsiteY66" fmla="*/ 221456 h 3521869"/>
              <a:gd name="connsiteX67" fmla="*/ 1278731 w 5207793"/>
              <a:gd name="connsiteY67" fmla="*/ 235744 h 3521869"/>
              <a:gd name="connsiteX68" fmla="*/ 1350168 w 5207793"/>
              <a:gd name="connsiteY68" fmla="*/ 242888 h 3521869"/>
              <a:gd name="connsiteX69" fmla="*/ 1464468 w 5207793"/>
              <a:gd name="connsiteY69" fmla="*/ 235744 h 3521869"/>
              <a:gd name="connsiteX70" fmla="*/ 1485900 w 5207793"/>
              <a:gd name="connsiteY70" fmla="*/ 228600 h 3521869"/>
              <a:gd name="connsiteX71" fmla="*/ 1528762 w 5207793"/>
              <a:gd name="connsiteY71" fmla="*/ 192881 h 3521869"/>
              <a:gd name="connsiteX72" fmla="*/ 1535906 w 5207793"/>
              <a:gd name="connsiteY72" fmla="*/ 171450 h 3521869"/>
              <a:gd name="connsiteX73" fmla="*/ 1557337 w 5207793"/>
              <a:gd name="connsiteY73" fmla="*/ 164306 h 3521869"/>
              <a:gd name="connsiteX74" fmla="*/ 1585912 w 5207793"/>
              <a:gd name="connsiteY74" fmla="*/ 150019 h 3521869"/>
              <a:gd name="connsiteX75" fmla="*/ 1635918 w 5207793"/>
              <a:gd name="connsiteY75" fmla="*/ 135731 h 3521869"/>
              <a:gd name="connsiteX76" fmla="*/ 1714500 w 5207793"/>
              <a:gd name="connsiteY76" fmla="*/ 128588 h 3521869"/>
              <a:gd name="connsiteX77" fmla="*/ 1807368 w 5207793"/>
              <a:gd name="connsiteY77" fmla="*/ 114300 h 3521869"/>
              <a:gd name="connsiteX78" fmla="*/ 1835943 w 5207793"/>
              <a:gd name="connsiteY78" fmla="*/ 121444 h 3521869"/>
              <a:gd name="connsiteX79" fmla="*/ 1814512 w 5207793"/>
              <a:gd name="connsiteY79" fmla="*/ 142875 h 3521869"/>
              <a:gd name="connsiteX80" fmla="*/ 1807368 w 5207793"/>
              <a:gd name="connsiteY80" fmla="*/ 164306 h 3521869"/>
              <a:gd name="connsiteX81" fmla="*/ 1785937 w 5207793"/>
              <a:gd name="connsiteY81" fmla="*/ 171450 h 3521869"/>
              <a:gd name="connsiteX82" fmla="*/ 1750218 w 5207793"/>
              <a:gd name="connsiteY82" fmla="*/ 214313 h 3521869"/>
              <a:gd name="connsiteX83" fmla="*/ 1743075 w 5207793"/>
              <a:gd name="connsiteY83" fmla="*/ 235744 h 3521869"/>
              <a:gd name="connsiteX84" fmla="*/ 1714500 w 5207793"/>
              <a:gd name="connsiteY84" fmla="*/ 285750 h 3521869"/>
              <a:gd name="connsiteX85" fmla="*/ 1693068 w 5207793"/>
              <a:gd name="connsiteY85" fmla="*/ 314325 h 3521869"/>
              <a:gd name="connsiteX86" fmla="*/ 1664493 w 5207793"/>
              <a:gd name="connsiteY86" fmla="*/ 357188 h 3521869"/>
              <a:gd name="connsiteX87" fmla="*/ 1643062 w 5207793"/>
              <a:gd name="connsiteY87" fmla="*/ 378619 h 3521869"/>
              <a:gd name="connsiteX88" fmla="*/ 1614487 w 5207793"/>
              <a:gd name="connsiteY88" fmla="*/ 421481 h 3521869"/>
              <a:gd name="connsiteX89" fmla="*/ 1578768 w 5207793"/>
              <a:gd name="connsiteY89" fmla="*/ 464344 h 3521869"/>
              <a:gd name="connsiteX90" fmla="*/ 1564481 w 5207793"/>
              <a:gd name="connsiteY90" fmla="*/ 514350 h 3521869"/>
              <a:gd name="connsiteX91" fmla="*/ 1550193 w 5207793"/>
              <a:gd name="connsiteY91" fmla="*/ 578644 h 3521869"/>
              <a:gd name="connsiteX92" fmla="*/ 1557337 w 5207793"/>
              <a:gd name="connsiteY92" fmla="*/ 621506 h 3521869"/>
              <a:gd name="connsiteX93" fmla="*/ 1571625 w 5207793"/>
              <a:gd name="connsiteY93" fmla="*/ 700088 h 3521869"/>
              <a:gd name="connsiteX94" fmla="*/ 1593056 w 5207793"/>
              <a:gd name="connsiteY94" fmla="*/ 742950 h 3521869"/>
              <a:gd name="connsiteX95" fmla="*/ 1600200 w 5207793"/>
              <a:gd name="connsiteY95" fmla="*/ 785813 h 3521869"/>
              <a:gd name="connsiteX96" fmla="*/ 1607343 w 5207793"/>
              <a:gd name="connsiteY96" fmla="*/ 807244 h 3521869"/>
              <a:gd name="connsiteX97" fmla="*/ 1621631 w 5207793"/>
              <a:gd name="connsiteY97" fmla="*/ 871538 h 3521869"/>
              <a:gd name="connsiteX98" fmla="*/ 1635918 w 5207793"/>
              <a:gd name="connsiteY98" fmla="*/ 957263 h 3521869"/>
              <a:gd name="connsiteX99" fmla="*/ 1643062 w 5207793"/>
              <a:gd name="connsiteY99" fmla="*/ 978694 h 3521869"/>
              <a:gd name="connsiteX100" fmla="*/ 1657350 w 5207793"/>
              <a:gd name="connsiteY100" fmla="*/ 1000125 h 3521869"/>
              <a:gd name="connsiteX101" fmla="*/ 1664493 w 5207793"/>
              <a:gd name="connsiteY101" fmla="*/ 1028700 h 3521869"/>
              <a:gd name="connsiteX102" fmla="*/ 1678781 w 5207793"/>
              <a:gd name="connsiteY102" fmla="*/ 1050131 h 3521869"/>
              <a:gd name="connsiteX103" fmla="*/ 1685925 w 5207793"/>
              <a:gd name="connsiteY103" fmla="*/ 1085850 h 3521869"/>
              <a:gd name="connsiteX104" fmla="*/ 1728787 w 5207793"/>
              <a:gd name="connsiteY104" fmla="*/ 1135856 h 3521869"/>
              <a:gd name="connsiteX105" fmla="*/ 1743075 w 5207793"/>
              <a:gd name="connsiteY105" fmla="*/ 1157288 h 3521869"/>
              <a:gd name="connsiteX106" fmla="*/ 1750218 w 5207793"/>
              <a:gd name="connsiteY106" fmla="*/ 1185863 h 3521869"/>
              <a:gd name="connsiteX107" fmla="*/ 1793081 w 5207793"/>
              <a:gd name="connsiteY107" fmla="*/ 1235869 h 3521869"/>
              <a:gd name="connsiteX108" fmla="*/ 1828800 w 5207793"/>
              <a:gd name="connsiteY108" fmla="*/ 1278731 h 3521869"/>
              <a:gd name="connsiteX109" fmla="*/ 1864518 w 5207793"/>
              <a:gd name="connsiteY109" fmla="*/ 1314450 h 3521869"/>
              <a:gd name="connsiteX110" fmla="*/ 1921668 w 5207793"/>
              <a:gd name="connsiteY110" fmla="*/ 1378744 h 3521869"/>
              <a:gd name="connsiteX111" fmla="*/ 1978818 w 5207793"/>
              <a:gd name="connsiteY111" fmla="*/ 1393031 h 3521869"/>
              <a:gd name="connsiteX112" fmla="*/ 2007393 w 5207793"/>
              <a:gd name="connsiteY112" fmla="*/ 1400175 h 3521869"/>
              <a:gd name="connsiteX113" fmla="*/ 2028825 w 5207793"/>
              <a:gd name="connsiteY113" fmla="*/ 1407319 h 3521869"/>
              <a:gd name="connsiteX114" fmla="*/ 2078831 w 5207793"/>
              <a:gd name="connsiteY114" fmla="*/ 1414463 h 3521869"/>
              <a:gd name="connsiteX115" fmla="*/ 2135981 w 5207793"/>
              <a:gd name="connsiteY115" fmla="*/ 1428750 h 3521869"/>
              <a:gd name="connsiteX116" fmla="*/ 2228850 w 5207793"/>
              <a:gd name="connsiteY116" fmla="*/ 1443038 h 3521869"/>
              <a:gd name="connsiteX117" fmla="*/ 2257425 w 5207793"/>
              <a:gd name="connsiteY117" fmla="*/ 1450181 h 3521869"/>
              <a:gd name="connsiteX118" fmla="*/ 2300287 w 5207793"/>
              <a:gd name="connsiteY118" fmla="*/ 1464469 h 3521869"/>
              <a:gd name="connsiteX119" fmla="*/ 2507456 w 5207793"/>
              <a:gd name="connsiteY119" fmla="*/ 1471613 h 3521869"/>
              <a:gd name="connsiteX120" fmla="*/ 2543175 w 5207793"/>
              <a:gd name="connsiteY120" fmla="*/ 1478756 h 3521869"/>
              <a:gd name="connsiteX121" fmla="*/ 2878931 w 5207793"/>
              <a:gd name="connsiteY121" fmla="*/ 1478756 h 3521869"/>
              <a:gd name="connsiteX122" fmla="*/ 2914650 w 5207793"/>
              <a:gd name="connsiteY122" fmla="*/ 1471613 h 3521869"/>
              <a:gd name="connsiteX123" fmla="*/ 2964656 w 5207793"/>
              <a:gd name="connsiteY123" fmla="*/ 1450181 h 3521869"/>
              <a:gd name="connsiteX124" fmla="*/ 2986087 w 5207793"/>
              <a:gd name="connsiteY124" fmla="*/ 1443038 h 3521869"/>
              <a:gd name="connsiteX125" fmla="*/ 3043237 w 5207793"/>
              <a:gd name="connsiteY125" fmla="*/ 1421606 h 3521869"/>
              <a:gd name="connsiteX126" fmla="*/ 3071812 w 5207793"/>
              <a:gd name="connsiteY126" fmla="*/ 1400175 h 3521869"/>
              <a:gd name="connsiteX127" fmla="*/ 3093243 w 5207793"/>
              <a:gd name="connsiteY127" fmla="*/ 1378744 h 3521869"/>
              <a:gd name="connsiteX128" fmla="*/ 3128962 w 5207793"/>
              <a:gd name="connsiteY128" fmla="*/ 1357313 h 3521869"/>
              <a:gd name="connsiteX129" fmla="*/ 3186112 w 5207793"/>
              <a:gd name="connsiteY129" fmla="*/ 1300163 h 3521869"/>
              <a:gd name="connsiteX130" fmla="*/ 3214687 w 5207793"/>
              <a:gd name="connsiteY130" fmla="*/ 1243013 h 3521869"/>
              <a:gd name="connsiteX131" fmla="*/ 3236118 w 5207793"/>
              <a:gd name="connsiteY131" fmla="*/ 1228725 h 3521869"/>
              <a:gd name="connsiteX132" fmla="*/ 3271837 w 5207793"/>
              <a:gd name="connsiteY132" fmla="*/ 1178719 h 3521869"/>
              <a:gd name="connsiteX133" fmla="*/ 3293268 w 5207793"/>
              <a:gd name="connsiteY133" fmla="*/ 1164431 h 3521869"/>
              <a:gd name="connsiteX134" fmla="*/ 3300412 w 5207793"/>
              <a:gd name="connsiteY134" fmla="*/ 1143000 h 3521869"/>
              <a:gd name="connsiteX135" fmla="*/ 3321843 w 5207793"/>
              <a:gd name="connsiteY135" fmla="*/ 1135856 h 3521869"/>
              <a:gd name="connsiteX136" fmla="*/ 3343275 w 5207793"/>
              <a:gd name="connsiteY136" fmla="*/ 1114425 h 3521869"/>
              <a:gd name="connsiteX137" fmla="*/ 3357562 w 5207793"/>
              <a:gd name="connsiteY137" fmla="*/ 1085850 h 3521869"/>
              <a:gd name="connsiteX138" fmla="*/ 3393281 w 5207793"/>
              <a:gd name="connsiteY138" fmla="*/ 1028700 h 3521869"/>
              <a:gd name="connsiteX139" fmla="*/ 3400425 w 5207793"/>
              <a:gd name="connsiteY139" fmla="*/ 1007269 h 3521869"/>
              <a:gd name="connsiteX140" fmla="*/ 3436143 w 5207793"/>
              <a:gd name="connsiteY140" fmla="*/ 928688 h 3521869"/>
              <a:gd name="connsiteX141" fmla="*/ 3450431 w 5207793"/>
              <a:gd name="connsiteY141" fmla="*/ 842963 h 3521869"/>
              <a:gd name="connsiteX142" fmla="*/ 3464718 w 5207793"/>
              <a:gd name="connsiteY142" fmla="*/ 700088 h 3521869"/>
              <a:gd name="connsiteX143" fmla="*/ 3471862 w 5207793"/>
              <a:gd name="connsiteY143" fmla="*/ 664369 h 3521869"/>
              <a:gd name="connsiteX144" fmla="*/ 3479006 w 5207793"/>
              <a:gd name="connsiteY144" fmla="*/ 492919 h 3521869"/>
              <a:gd name="connsiteX145" fmla="*/ 3457575 w 5207793"/>
              <a:gd name="connsiteY145" fmla="*/ 321469 h 3521869"/>
              <a:gd name="connsiteX146" fmla="*/ 3443287 w 5207793"/>
              <a:gd name="connsiteY146" fmla="*/ 300038 h 3521869"/>
              <a:gd name="connsiteX147" fmla="*/ 3414712 w 5207793"/>
              <a:gd name="connsiteY147" fmla="*/ 242888 h 3521869"/>
              <a:gd name="connsiteX148" fmla="*/ 3407568 w 5207793"/>
              <a:gd name="connsiteY148" fmla="*/ 221456 h 3521869"/>
              <a:gd name="connsiteX149" fmla="*/ 3364706 w 5207793"/>
              <a:gd name="connsiteY149" fmla="*/ 192881 h 3521869"/>
              <a:gd name="connsiteX150" fmla="*/ 3328987 w 5207793"/>
              <a:gd name="connsiteY150" fmla="*/ 150019 h 3521869"/>
              <a:gd name="connsiteX151" fmla="*/ 3286125 w 5207793"/>
              <a:gd name="connsiteY151" fmla="*/ 121444 h 3521869"/>
              <a:gd name="connsiteX152" fmla="*/ 3264693 w 5207793"/>
              <a:gd name="connsiteY152" fmla="*/ 92869 h 3521869"/>
              <a:gd name="connsiteX153" fmla="*/ 3236118 w 5207793"/>
              <a:gd name="connsiteY153" fmla="*/ 50006 h 3521869"/>
              <a:gd name="connsiteX154" fmla="*/ 3250406 w 5207793"/>
              <a:gd name="connsiteY154" fmla="*/ 14288 h 3521869"/>
              <a:gd name="connsiteX155" fmla="*/ 3328987 w 5207793"/>
              <a:gd name="connsiteY155" fmla="*/ 7144 h 3521869"/>
              <a:gd name="connsiteX156" fmla="*/ 3350418 w 5207793"/>
              <a:gd name="connsiteY156" fmla="*/ 0 h 3521869"/>
              <a:gd name="connsiteX157" fmla="*/ 3414712 w 5207793"/>
              <a:gd name="connsiteY157" fmla="*/ 21431 h 3521869"/>
              <a:gd name="connsiteX158" fmla="*/ 3457575 w 5207793"/>
              <a:gd name="connsiteY158" fmla="*/ 35719 h 3521869"/>
              <a:gd name="connsiteX159" fmla="*/ 3479006 w 5207793"/>
              <a:gd name="connsiteY159" fmla="*/ 42863 h 3521869"/>
              <a:gd name="connsiteX160" fmla="*/ 3543300 w 5207793"/>
              <a:gd name="connsiteY160" fmla="*/ 57150 h 3521869"/>
              <a:gd name="connsiteX161" fmla="*/ 3579018 w 5207793"/>
              <a:gd name="connsiteY161" fmla="*/ 71438 h 3521869"/>
              <a:gd name="connsiteX162" fmla="*/ 3636168 w 5207793"/>
              <a:gd name="connsiteY162" fmla="*/ 85725 h 3521869"/>
              <a:gd name="connsiteX163" fmla="*/ 3657600 w 5207793"/>
              <a:gd name="connsiteY163" fmla="*/ 100013 h 3521869"/>
              <a:gd name="connsiteX164" fmla="*/ 3686175 w 5207793"/>
              <a:gd name="connsiteY164" fmla="*/ 114300 h 3521869"/>
              <a:gd name="connsiteX165" fmla="*/ 3700462 w 5207793"/>
              <a:gd name="connsiteY165" fmla="*/ 142875 h 3521869"/>
              <a:gd name="connsiteX166" fmla="*/ 3757612 w 5207793"/>
              <a:gd name="connsiteY166" fmla="*/ 171450 h 3521869"/>
              <a:gd name="connsiteX167" fmla="*/ 3807618 w 5207793"/>
              <a:gd name="connsiteY167" fmla="*/ 192881 h 3521869"/>
              <a:gd name="connsiteX168" fmla="*/ 3829050 w 5207793"/>
              <a:gd name="connsiteY168" fmla="*/ 207169 h 3521869"/>
              <a:gd name="connsiteX169" fmla="*/ 3871912 w 5207793"/>
              <a:gd name="connsiteY169" fmla="*/ 214313 h 3521869"/>
              <a:gd name="connsiteX170" fmla="*/ 4150518 w 5207793"/>
              <a:gd name="connsiteY170" fmla="*/ 207169 h 3521869"/>
              <a:gd name="connsiteX171" fmla="*/ 4186237 w 5207793"/>
              <a:gd name="connsiteY171" fmla="*/ 178594 h 3521869"/>
              <a:gd name="connsiteX172" fmla="*/ 4214812 w 5207793"/>
              <a:gd name="connsiteY172" fmla="*/ 171450 h 3521869"/>
              <a:gd name="connsiteX173" fmla="*/ 4236243 w 5207793"/>
              <a:gd name="connsiteY173" fmla="*/ 164306 h 3521869"/>
              <a:gd name="connsiteX174" fmla="*/ 4386262 w 5207793"/>
              <a:gd name="connsiteY174" fmla="*/ 185738 h 3521869"/>
              <a:gd name="connsiteX175" fmla="*/ 4421981 w 5207793"/>
              <a:gd name="connsiteY175" fmla="*/ 221456 h 3521869"/>
              <a:gd name="connsiteX176" fmla="*/ 4457700 w 5207793"/>
              <a:gd name="connsiteY176" fmla="*/ 285750 h 3521869"/>
              <a:gd name="connsiteX177" fmla="*/ 4471987 w 5207793"/>
              <a:gd name="connsiteY177" fmla="*/ 364331 h 3521869"/>
              <a:gd name="connsiteX178" fmla="*/ 4486275 w 5207793"/>
              <a:gd name="connsiteY178" fmla="*/ 428625 h 3521869"/>
              <a:gd name="connsiteX179" fmla="*/ 4514850 w 5207793"/>
              <a:gd name="connsiteY179" fmla="*/ 485775 h 3521869"/>
              <a:gd name="connsiteX180" fmla="*/ 4521993 w 5207793"/>
              <a:gd name="connsiteY180" fmla="*/ 521494 h 3521869"/>
              <a:gd name="connsiteX181" fmla="*/ 4529137 w 5207793"/>
              <a:gd name="connsiteY181" fmla="*/ 550069 h 3521869"/>
              <a:gd name="connsiteX182" fmla="*/ 4543425 w 5207793"/>
              <a:gd name="connsiteY182" fmla="*/ 771525 h 3521869"/>
              <a:gd name="connsiteX183" fmla="*/ 4557712 w 5207793"/>
              <a:gd name="connsiteY183" fmla="*/ 850106 h 3521869"/>
              <a:gd name="connsiteX184" fmla="*/ 4564856 w 5207793"/>
              <a:gd name="connsiteY184" fmla="*/ 892969 h 3521869"/>
              <a:gd name="connsiteX185" fmla="*/ 4593431 w 5207793"/>
              <a:gd name="connsiteY185" fmla="*/ 1021556 h 3521869"/>
              <a:gd name="connsiteX186" fmla="*/ 4600575 w 5207793"/>
              <a:gd name="connsiteY186" fmla="*/ 1078706 h 3521869"/>
              <a:gd name="connsiteX187" fmla="*/ 4607718 w 5207793"/>
              <a:gd name="connsiteY187" fmla="*/ 1321594 h 3521869"/>
              <a:gd name="connsiteX188" fmla="*/ 4614862 w 5207793"/>
              <a:gd name="connsiteY188" fmla="*/ 1357313 h 3521869"/>
              <a:gd name="connsiteX189" fmla="*/ 4636293 w 5207793"/>
              <a:gd name="connsiteY189" fmla="*/ 1378744 h 3521869"/>
              <a:gd name="connsiteX190" fmla="*/ 4643437 w 5207793"/>
              <a:gd name="connsiteY190" fmla="*/ 1421606 h 3521869"/>
              <a:gd name="connsiteX191" fmla="*/ 4650581 w 5207793"/>
              <a:gd name="connsiteY191" fmla="*/ 1471613 h 3521869"/>
              <a:gd name="connsiteX192" fmla="*/ 4657725 w 5207793"/>
              <a:gd name="connsiteY192" fmla="*/ 1493044 h 3521869"/>
              <a:gd name="connsiteX193" fmla="*/ 4664868 w 5207793"/>
              <a:gd name="connsiteY193" fmla="*/ 1585913 h 3521869"/>
              <a:gd name="connsiteX194" fmla="*/ 4672012 w 5207793"/>
              <a:gd name="connsiteY194" fmla="*/ 1650206 h 3521869"/>
              <a:gd name="connsiteX195" fmla="*/ 4686300 w 5207793"/>
              <a:gd name="connsiteY195" fmla="*/ 1778794 h 3521869"/>
              <a:gd name="connsiteX196" fmla="*/ 4700587 w 5207793"/>
              <a:gd name="connsiteY196" fmla="*/ 1921669 h 3521869"/>
              <a:gd name="connsiteX197" fmla="*/ 4714875 w 5207793"/>
              <a:gd name="connsiteY197" fmla="*/ 2000250 h 3521869"/>
              <a:gd name="connsiteX198" fmla="*/ 4722018 w 5207793"/>
              <a:gd name="connsiteY198" fmla="*/ 2050256 h 3521869"/>
              <a:gd name="connsiteX199" fmla="*/ 4736306 w 5207793"/>
              <a:gd name="connsiteY199" fmla="*/ 2071688 h 3521869"/>
              <a:gd name="connsiteX200" fmla="*/ 4764881 w 5207793"/>
              <a:gd name="connsiteY200" fmla="*/ 2121694 h 3521869"/>
              <a:gd name="connsiteX201" fmla="*/ 4779168 w 5207793"/>
              <a:gd name="connsiteY201" fmla="*/ 2164556 h 3521869"/>
              <a:gd name="connsiteX202" fmla="*/ 4793456 w 5207793"/>
              <a:gd name="connsiteY202" fmla="*/ 2235994 h 3521869"/>
              <a:gd name="connsiteX203" fmla="*/ 4800600 w 5207793"/>
              <a:gd name="connsiteY203" fmla="*/ 2257425 h 3521869"/>
              <a:gd name="connsiteX204" fmla="*/ 4807743 w 5207793"/>
              <a:gd name="connsiteY204" fmla="*/ 2286000 h 3521869"/>
              <a:gd name="connsiteX205" fmla="*/ 4814887 w 5207793"/>
              <a:gd name="connsiteY205" fmla="*/ 2307431 h 3521869"/>
              <a:gd name="connsiteX206" fmla="*/ 4836318 w 5207793"/>
              <a:gd name="connsiteY206" fmla="*/ 2407444 h 3521869"/>
              <a:gd name="connsiteX207" fmla="*/ 4864893 w 5207793"/>
              <a:gd name="connsiteY207" fmla="*/ 2514600 h 3521869"/>
              <a:gd name="connsiteX208" fmla="*/ 4872037 w 5207793"/>
              <a:gd name="connsiteY208" fmla="*/ 2543175 h 3521869"/>
              <a:gd name="connsiteX209" fmla="*/ 4886325 w 5207793"/>
              <a:gd name="connsiteY209" fmla="*/ 2614613 h 3521869"/>
              <a:gd name="connsiteX210" fmla="*/ 4900612 w 5207793"/>
              <a:gd name="connsiteY210" fmla="*/ 2657475 h 3521869"/>
              <a:gd name="connsiteX211" fmla="*/ 4922043 w 5207793"/>
              <a:gd name="connsiteY211" fmla="*/ 2678906 h 3521869"/>
              <a:gd name="connsiteX212" fmla="*/ 4929187 w 5207793"/>
              <a:gd name="connsiteY212" fmla="*/ 2728913 h 3521869"/>
              <a:gd name="connsiteX213" fmla="*/ 4936331 w 5207793"/>
              <a:gd name="connsiteY213" fmla="*/ 2757488 h 3521869"/>
              <a:gd name="connsiteX214" fmla="*/ 4943475 w 5207793"/>
              <a:gd name="connsiteY214" fmla="*/ 2914650 h 3521869"/>
              <a:gd name="connsiteX215" fmla="*/ 4950618 w 5207793"/>
              <a:gd name="connsiteY215" fmla="*/ 2943225 h 3521869"/>
              <a:gd name="connsiteX216" fmla="*/ 4936331 w 5207793"/>
              <a:gd name="connsiteY216" fmla="*/ 2986088 h 3521869"/>
              <a:gd name="connsiteX217" fmla="*/ 5000625 w 5207793"/>
              <a:gd name="connsiteY217" fmla="*/ 3021806 h 3521869"/>
              <a:gd name="connsiteX218" fmla="*/ 5064918 w 5207793"/>
              <a:gd name="connsiteY218" fmla="*/ 3043238 h 3521869"/>
              <a:gd name="connsiteX219" fmla="*/ 5093493 w 5207793"/>
              <a:gd name="connsiteY219" fmla="*/ 3064669 h 3521869"/>
              <a:gd name="connsiteX220" fmla="*/ 5114925 w 5207793"/>
              <a:gd name="connsiteY220" fmla="*/ 3114675 h 3521869"/>
              <a:gd name="connsiteX221" fmla="*/ 5129212 w 5207793"/>
              <a:gd name="connsiteY221" fmla="*/ 3143250 h 3521869"/>
              <a:gd name="connsiteX222" fmla="*/ 5143500 w 5207793"/>
              <a:gd name="connsiteY222" fmla="*/ 3207544 h 3521869"/>
              <a:gd name="connsiteX223" fmla="*/ 5157787 w 5207793"/>
              <a:gd name="connsiteY223" fmla="*/ 3250406 h 3521869"/>
              <a:gd name="connsiteX224" fmla="*/ 5172075 w 5207793"/>
              <a:gd name="connsiteY224" fmla="*/ 3307556 h 3521869"/>
              <a:gd name="connsiteX225" fmla="*/ 5179218 w 5207793"/>
              <a:gd name="connsiteY225" fmla="*/ 3386138 h 3521869"/>
              <a:gd name="connsiteX226" fmla="*/ 5200650 w 5207793"/>
              <a:gd name="connsiteY226" fmla="*/ 3464719 h 3521869"/>
              <a:gd name="connsiteX227" fmla="*/ 5207793 w 5207793"/>
              <a:gd name="connsiteY227" fmla="*/ 3521869 h 3521869"/>
              <a:gd name="connsiteX0" fmla="*/ 0 w 5207793"/>
              <a:gd name="connsiteY0" fmla="*/ 3464719 h 3521869"/>
              <a:gd name="connsiteX1" fmla="*/ 7143 w 5207793"/>
              <a:gd name="connsiteY1" fmla="*/ 3386138 h 3521869"/>
              <a:gd name="connsiteX2" fmla="*/ 14287 w 5207793"/>
              <a:gd name="connsiteY2" fmla="*/ 3364706 h 3521869"/>
              <a:gd name="connsiteX3" fmla="*/ 21431 w 5207793"/>
              <a:gd name="connsiteY3" fmla="*/ 3328988 h 3521869"/>
              <a:gd name="connsiteX4" fmla="*/ 28575 w 5207793"/>
              <a:gd name="connsiteY4" fmla="*/ 3300413 h 3521869"/>
              <a:gd name="connsiteX5" fmla="*/ 35718 w 5207793"/>
              <a:gd name="connsiteY5" fmla="*/ 3250406 h 3521869"/>
              <a:gd name="connsiteX6" fmla="*/ 57150 w 5207793"/>
              <a:gd name="connsiteY6" fmla="*/ 3200400 h 3521869"/>
              <a:gd name="connsiteX7" fmla="*/ 64293 w 5207793"/>
              <a:gd name="connsiteY7" fmla="*/ 3178969 h 3521869"/>
              <a:gd name="connsiteX8" fmla="*/ 92868 w 5207793"/>
              <a:gd name="connsiteY8" fmla="*/ 3157538 h 3521869"/>
              <a:gd name="connsiteX9" fmla="*/ 121443 w 5207793"/>
              <a:gd name="connsiteY9" fmla="*/ 3107531 h 3521869"/>
              <a:gd name="connsiteX10" fmla="*/ 150018 w 5207793"/>
              <a:gd name="connsiteY10" fmla="*/ 3086100 h 3521869"/>
              <a:gd name="connsiteX11" fmla="*/ 171450 w 5207793"/>
              <a:gd name="connsiteY11" fmla="*/ 3057525 h 3521869"/>
              <a:gd name="connsiteX12" fmla="*/ 242887 w 5207793"/>
              <a:gd name="connsiteY12" fmla="*/ 3014663 h 3521869"/>
              <a:gd name="connsiteX13" fmla="*/ 264318 w 5207793"/>
              <a:gd name="connsiteY13" fmla="*/ 2957513 h 3521869"/>
              <a:gd name="connsiteX14" fmla="*/ 292893 w 5207793"/>
              <a:gd name="connsiteY14" fmla="*/ 2900363 h 3521869"/>
              <a:gd name="connsiteX15" fmla="*/ 307181 w 5207793"/>
              <a:gd name="connsiteY15" fmla="*/ 2664619 h 3521869"/>
              <a:gd name="connsiteX16" fmla="*/ 328612 w 5207793"/>
              <a:gd name="connsiteY16" fmla="*/ 2564606 h 3521869"/>
              <a:gd name="connsiteX17" fmla="*/ 335756 w 5207793"/>
              <a:gd name="connsiteY17" fmla="*/ 2521744 h 3521869"/>
              <a:gd name="connsiteX18" fmla="*/ 350043 w 5207793"/>
              <a:gd name="connsiteY18" fmla="*/ 2500313 h 3521869"/>
              <a:gd name="connsiteX19" fmla="*/ 364331 w 5207793"/>
              <a:gd name="connsiteY19" fmla="*/ 2450306 h 3521869"/>
              <a:gd name="connsiteX20" fmla="*/ 371475 w 5207793"/>
              <a:gd name="connsiteY20" fmla="*/ 2407444 h 3521869"/>
              <a:gd name="connsiteX21" fmla="*/ 385762 w 5207793"/>
              <a:gd name="connsiteY21" fmla="*/ 2357438 h 3521869"/>
              <a:gd name="connsiteX22" fmla="*/ 392906 w 5207793"/>
              <a:gd name="connsiteY22" fmla="*/ 2328863 h 3521869"/>
              <a:gd name="connsiteX23" fmla="*/ 407193 w 5207793"/>
              <a:gd name="connsiteY23" fmla="*/ 2307431 h 3521869"/>
              <a:gd name="connsiteX24" fmla="*/ 421481 w 5207793"/>
              <a:gd name="connsiteY24" fmla="*/ 2257425 h 3521869"/>
              <a:gd name="connsiteX25" fmla="*/ 428625 w 5207793"/>
              <a:gd name="connsiteY25" fmla="*/ 2228850 h 3521869"/>
              <a:gd name="connsiteX26" fmla="*/ 442912 w 5207793"/>
              <a:gd name="connsiteY26" fmla="*/ 2207419 h 3521869"/>
              <a:gd name="connsiteX27" fmla="*/ 464343 w 5207793"/>
              <a:gd name="connsiteY27" fmla="*/ 2150269 h 3521869"/>
              <a:gd name="connsiteX28" fmla="*/ 478631 w 5207793"/>
              <a:gd name="connsiteY28" fmla="*/ 2078831 h 3521869"/>
              <a:gd name="connsiteX29" fmla="*/ 485775 w 5207793"/>
              <a:gd name="connsiteY29" fmla="*/ 2050256 h 3521869"/>
              <a:gd name="connsiteX30" fmla="*/ 492918 w 5207793"/>
              <a:gd name="connsiteY30" fmla="*/ 2014538 h 3521869"/>
              <a:gd name="connsiteX31" fmla="*/ 500062 w 5207793"/>
              <a:gd name="connsiteY31" fmla="*/ 1993106 h 3521869"/>
              <a:gd name="connsiteX32" fmla="*/ 507206 w 5207793"/>
              <a:gd name="connsiteY32" fmla="*/ 1957388 h 3521869"/>
              <a:gd name="connsiteX33" fmla="*/ 514350 w 5207793"/>
              <a:gd name="connsiteY33" fmla="*/ 1935956 h 3521869"/>
              <a:gd name="connsiteX34" fmla="*/ 528637 w 5207793"/>
              <a:gd name="connsiteY34" fmla="*/ 1878806 h 3521869"/>
              <a:gd name="connsiteX35" fmla="*/ 535781 w 5207793"/>
              <a:gd name="connsiteY35" fmla="*/ 1785938 h 3521869"/>
              <a:gd name="connsiteX36" fmla="*/ 542925 w 5207793"/>
              <a:gd name="connsiteY36" fmla="*/ 1721644 h 3521869"/>
              <a:gd name="connsiteX37" fmla="*/ 535781 w 5207793"/>
              <a:gd name="connsiteY37" fmla="*/ 1578769 h 3521869"/>
              <a:gd name="connsiteX38" fmla="*/ 521493 w 5207793"/>
              <a:gd name="connsiteY38" fmla="*/ 1535906 h 3521869"/>
              <a:gd name="connsiteX39" fmla="*/ 528637 w 5207793"/>
              <a:gd name="connsiteY39" fmla="*/ 1400175 h 3521869"/>
              <a:gd name="connsiteX40" fmla="*/ 542925 w 5207793"/>
              <a:gd name="connsiteY40" fmla="*/ 1371600 h 3521869"/>
              <a:gd name="connsiteX41" fmla="*/ 564356 w 5207793"/>
              <a:gd name="connsiteY41" fmla="*/ 1293019 h 3521869"/>
              <a:gd name="connsiteX42" fmla="*/ 578643 w 5207793"/>
              <a:gd name="connsiteY42" fmla="*/ 964406 h 3521869"/>
              <a:gd name="connsiteX43" fmla="*/ 585787 w 5207793"/>
              <a:gd name="connsiteY43" fmla="*/ 907256 h 3521869"/>
              <a:gd name="connsiteX44" fmla="*/ 578643 w 5207793"/>
              <a:gd name="connsiteY44" fmla="*/ 385763 h 3521869"/>
              <a:gd name="connsiteX45" fmla="*/ 607218 w 5207793"/>
              <a:gd name="connsiteY45" fmla="*/ 278606 h 3521869"/>
              <a:gd name="connsiteX46" fmla="*/ 628650 w 5207793"/>
              <a:gd name="connsiteY46" fmla="*/ 228600 h 3521869"/>
              <a:gd name="connsiteX47" fmla="*/ 650081 w 5207793"/>
              <a:gd name="connsiteY47" fmla="*/ 200025 h 3521869"/>
              <a:gd name="connsiteX48" fmla="*/ 664368 w 5207793"/>
              <a:gd name="connsiteY48" fmla="*/ 171450 h 3521869"/>
              <a:gd name="connsiteX49" fmla="*/ 678656 w 5207793"/>
              <a:gd name="connsiteY49" fmla="*/ 150019 h 3521869"/>
              <a:gd name="connsiteX50" fmla="*/ 685800 w 5207793"/>
              <a:gd name="connsiteY50" fmla="*/ 128588 h 3521869"/>
              <a:gd name="connsiteX51" fmla="*/ 714375 w 5207793"/>
              <a:gd name="connsiteY51" fmla="*/ 100013 h 3521869"/>
              <a:gd name="connsiteX52" fmla="*/ 735806 w 5207793"/>
              <a:gd name="connsiteY52" fmla="*/ 71438 h 3521869"/>
              <a:gd name="connsiteX53" fmla="*/ 757237 w 5207793"/>
              <a:gd name="connsiteY53" fmla="*/ 50006 h 3521869"/>
              <a:gd name="connsiteX54" fmla="*/ 778668 w 5207793"/>
              <a:gd name="connsiteY54" fmla="*/ 21431 h 3521869"/>
              <a:gd name="connsiteX55" fmla="*/ 800100 w 5207793"/>
              <a:gd name="connsiteY55" fmla="*/ 14288 h 3521869"/>
              <a:gd name="connsiteX56" fmla="*/ 935831 w 5207793"/>
              <a:gd name="connsiteY56" fmla="*/ 28575 h 3521869"/>
              <a:gd name="connsiteX57" fmla="*/ 964406 w 5207793"/>
              <a:gd name="connsiteY57" fmla="*/ 50006 h 3521869"/>
              <a:gd name="connsiteX58" fmla="*/ 1014412 w 5207793"/>
              <a:gd name="connsiteY58" fmla="*/ 78581 h 3521869"/>
              <a:gd name="connsiteX59" fmla="*/ 1035843 w 5207793"/>
              <a:gd name="connsiteY59" fmla="*/ 100013 h 3521869"/>
              <a:gd name="connsiteX60" fmla="*/ 1064418 w 5207793"/>
              <a:gd name="connsiteY60" fmla="*/ 114300 h 3521869"/>
              <a:gd name="connsiteX61" fmla="*/ 1085850 w 5207793"/>
              <a:gd name="connsiteY61" fmla="*/ 128588 h 3521869"/>
              <a:gd name="connsiteX62" fmla="*/ 1128712 w 5207793"/>
              <a:gd name="connsiteY62" fmla="*/ 150019 h 3521869"/>
              <a:gd name="connsiteX63" fmla="*/ 1185862 w 5207793"/>
              <a:gd name="connsiteY63" fmla="*/ 178594 h 3521869"/>
              <a:gd name="connsiteX64" fmla="*/ 1207293 w 5207793"/>
              <a:gd name="connsiteY64" fmla="*/ 192881 h 3521869"/>
              <a:gd name="connsiteX65" fmla="*/ 1228725 w 5207793"/>
              <a:gd name="connsiteY65" fmla="*/ 200025 h 3521869"/>
              <a:gd name="connsiteX66" fmla="*/ 1257300 w 5207793"/>
              <a:gd name="connsiteY66" fmla="*/ 221456 h 3521869"/>
              <a:gd name="connsiteX67" fmla="*/ 1278731 w 5207793"/>
              <a:gd name="connsiteY67" fmla="*/ 235744 h 3521869"/>
              <a:gd name="connsiteX68" fmla="*/ 1350168 w 5207793"/>
              <a:gd name="connsiteY68" fmla="*/ 242888 h 3521869"/>
              <a:gd name="connsiteX69" fmla="*/ 1464468 w 5207793"/>
              <a:gd name="connsiteY69" fmla="*/ 235744 h 3521869"/>
              <a:gd name="connsiteX70" fmla="*/ 1485900 w 5207793"/>
              <a:gd name="connsiteY70" fmla="*/ 228600 h 3521869"/>
              <a:gd name="connsiteX71" fmla="*/ 1528762 w 5207793"/>
              <a:gd name="connsiteY71" fmla="*/ 192881 h 3521869"/>
              <a:gd name="connsiteX72" fmla="*/ 1535906 w 5207793"/>
              <a:gd name="connsiteY72" fmla="*/ 171450 h 3521869"/>
              <a:gd name="connsiteX73" fmla="*/ 1557337 w 5207793"/>
              <a:gd name="connsiteY73" fmla="*/ 164306 h 3521869"/>
              <a:gd name="connsiteX74" fmla="*/ 1585912 w 5207793"/>
              <a:gd name="connsiteY74" fmla="*/ 150019 h 3521869"/>
              <a:gd name="connsiteX75" fmla="*/ 1635918 w 5207793"/>
              <a:gd name="connsiteY75" fmla="*/ 135731 h 3521869"/>
              <a:gd name="connsiteX76" fmla="*/ 1714500 w 5207793"/>
              <a:gd name="connsiteY76" fmla="*/ 128588 h 3521869"/>
              <a:gd name="connsiteX77" fmla="*/ 1807368 w 5207793"/>
              <a:gd name="connsiteY77" fmla="*/ 114300 h 3521869"/>
              <a:gd name="connsiteX78" fmla="*/ 1835943 w 5207793"/>
              <a:gd name="connsiteY78" fmla="*/ 121444 h 3521869"/>
              <a:gd name="connsiteX79" fmla="*/ 1814512 w 5207793"/>
              <a:gd name="connsiteY79" fmla="*/ 142875 h 3521869"/>
              <a:gd name="connsiteX80" fmla="*/ 1807368 w 5207793"/>
              <a:gd name="connsiteY80" fmla="*/ 164306 h 3521869"/>
              <a:gd name="connsiteX81" fmla="*/ 1785937 w 5207793"/>
              <a:gd name="connsiteY81" fmla="*/ 171450 h 3521869"/>
              <a:gd name="connsiteX82" fmla="*/ 1750218 w 5207793"/>
              <a:gd name="connsiteY82" fmla="*/ 214313 h 3521869"/>
              <a:gd name="connsiteX83" fmla="*/ 1743075 w 5207793"/>
              <a:gd name="connsiteY83" fmla="*/ 235744 h 3521869"/>
              <a:gd name="connsiteX84" fmla="*/ 1714500 w 5207793"/>
              <a:gd name="connsiteY84" fmla="*/ 285750 h 3521869"/>
              <a:gd name="connsiteX85" fmla="*/ 1693068 w 5207793"/>
              <a:gd name="connsiteY85" fmla="*/ 314325 h 3521869"/>
              <a:gd name="connsiteX86" fmla="*/ 1664493 w 5207793"/>
              <a:gd name="connsiteY86" fmla="*/ 357188 h 3521869"/>
              <a:gd name="connsiteX87" fmla="*/ 1643062 w 5207793"/>
              <a:gd name="connsiteY87" fmla="*/ 378619 h 3521869"/>
              <a:gd name="connsiteX88" fmla="*/ 1614487 w 5207793"/>
              <a:gd name="connsiteY88" fmla="*/ 421481 h 3521869"/>
              <a:gd name="connsiteX89" fmla="*/ 1578768 w 5207793"/>
              <a:gd name="connsiteY89" fmla="*/ 464344 h 3521869"/>
              <a:gd name="connsiteX90" fmla="*/ 1564481 w 5207793"/>
              <a:gd name="connsiteY90" fmla="*/ 514350 h 3521869"/>
              <a:gd name="connsiteX91" fmla="*/ 1550193 w 5207793"/>
              <a:gd name="connsiteY91" fmla="*/ 578644 h 3521869"/>
              <a:gd name="connsiteX92" fmla="*/ 1557337 w 5207793"/>
              <a:gd name="connsiteY92" fmla="*/ 621506 h 3521869"/>
              <a:gd name="connsiteX93" fmla="*/ 1571625 w 5207793"/>
              <a:gd name="connsiteY93" fmla="*/ 700088 h 3521869"/>
              <a:gd name="connsiteX94" fmla="*/ 1593056 w 5207793"/>
              <a:gd name="connsiteY94" fmla="*/ 742950 h 3521869"/>
              <a:gd name="connsiteX95" fmla="*/ 1600200 w 5207793"/>
              <a:gd name="connsiteY95" fmla="*/ 785813 h 3521869"/>
              <a:gd name="connsiteX96" fmla="*/ 1607343 w 5207793"/>
              <a:gd name="connsiteY96" fmla="*/ 807244 h 3521869"/>
              <a:gd name="connsiteX97" fmla="*/ 1621631 w 5207793"/>
              <a:gd name="connsiteY97" fmla="*/ 871538 h 3521869"/>
              <a:gd name="connsiteX98" fmla="*/ 1635918 w 5207793"/>
              <a:gd name="connsiteY98" fmla="*/ 957263 h 3521869"/>
              <a:gd name="connsiteX99" fmla="*/ 1643062 w 5207793"/>
              <a:gd name="connsiteY99" fmla="*/ 978694 h 3521869"/>
              <a:gd name="connsiteX100" fmla="*/ 1657350 w 5207793"/>
              <a:gd name="connsiteY100" fmla="*/ 1000125 h 3521869"/>
              <a:gd name="connsiteX101" fmla="*/ 1664493 w 5207793"/>
              <a:gd name="connsiteY101" fmla="*/ 1028700 h 3521869"/>
              <a:gd name="connsiteX102" fmla="*/ 1678781 w 5207793"/>
              <a:gd name="connsiteY102" fmla="*/ 1050131 h 3521869"/>
              <a:gd name="connsiteX103" fmla="*/ 1685925 w 5207793"/>
              <a:gd name="connsiteY103" fmla="*/ 1085850 h 3521869"/>
              <a:gd name="connsiteX104" fmla="*/ 1728787 w 5207793"/>
              <a:gd name="connsiteY104" fmla="*/ 1135856 h 3521869"/>
              <a:gd name="connsiteX105" fmla="*/ 1743075 w 5207793"/>
              <a:gd name="connsiteY105" fmla="*/ 1157288 h 3521869"/>
              <a:gd name="connsiteX106" fmla="*/ 1750218 w 5207793"/>
              <a:gd name="connsiteY106" fmla="*/ 1185863 h 3521869"/>
              <a:gd name="connsiteX107" fmla="*/ 1793081 w 5207793"/>
              <a:gd name="connsiteY107" fmla="*/ 1235869 h 3521869"/>
              <a:gd name="connsiteX108" fmla="*/ 1828800 w 5207793"/>
              <a:gd name="connsiteY108" fmla="*/ 1278731 h 3521869"/>
              <a:gd name="connsiteX109" fmla="*/ 1864518 w 5207793"/>
              <a:gd name="connsiteY109" fmla="*/ 1314450 h 3521869"/>
              <a:gd name="connsiteX110" fmla="*/ 1921668 w 5207793"/>
              <a:gd name="connsiteY110" fmla="*/ 1378744 h 3521869"/>
              <a:gd name="connsiteX111" fmla="*/ 1978818 w 5207793"/>
              <a:gd name="connsiteY111" fmla="*/ 1393031 h 3521869"/>
              <a:gd name="connsiteX112" fmla="*/ 2007393 w 5207793"/>
              <a:gd name="connsiteY112" fmla="*/ 1400175 h 3521869"/>
              <a:gd name="connsiteX113" fmla="*/ 2028825 w 5207793"/>
              <a:gd name="connsiteY113" fmla="*/ 1407319 h 3521869"/>
              <a:gd name="connsiteX114" fmla="*/ 2078831 w 5207793"/>
              <a:gd name="connsiteY114" fmla="*/ 1414463 h 3521869"/>
              <a:gd name="connsiteX115" fmla="*/ 2135981 w 5207793"/>
              <a:gd name="connsiteY115" fmla="*/ 1428750 h 3521869"/>
              <a:gd name="connsiteX116" fmla="*/ 2228850 w 5207793"/>
              <a:gd name="connsiteY116" fmla="*/ 1443038 h 3521869"/>
              <a:gd name="connsiteX117" fmla="*/ 2257425 w 5207793"/>
              <a:gd name="connsiteY117" fmla="*/ 1450181 h 3521869"/>
              <a:gd name="connsiteX118" fmla="*/ 2300287 w 5207793"/>
              <a:gd name="connsiteY118" fmla="*/ 1464469 h 3521869"/>
              <a:gd name="connsiteX119" fmla="*/ 2507456 w 5207793"/>
              <a:gd name="connsiteY119" fmla="*/ 1471613 h 3521869"/>
              <a:gd name="connsiteX120" fmla="*/ 2543175 w 5207793"/>
              <a:gd name="connsiteY120" fmla="*/ 1478756 h 3521869"/>
              <a:gd name="connsiteX121" fmla="*/ 2878931 w 5207793"/>
              <a:gd name="connsiteY121" fmla="*/ 1478756 h 3521869"/>
              <a:gd name="connsiteX122" fmla="*/ 2914650 w 5207793"/>
              <a:gd name="connsiteY122" fmla="*/ 1471613 h 3521869"/>
              <a:gd name="connsiteX123" fmla="*/ 2964656 w 5207793"/>
              <a:gd name="connsiteY123" fmla="*/ 1450181 h 3521869"/>
              <a:gd name="connsiteX124" fmla="*/ 2986087 w 5207793"/>
              <a:gd name="connsiteY124" fmla="*/ 1443038 h 3521869"/>
              <a:gd name="connsiteX125" fmla="*/ 3043237 w 5207793"/>
              <a:gd name="connsiteY125" fmla="*/ 1421606 h 3521869"/>
              <a:gd name="connsiteX126" fmla="*/ 3071812 w 5207793"/>
              <a:gd name="connsiteY126" fmla="*/ 1400175 h 3521869"/>
              <a:gd name="connsiteX127" fmla="*/ 3093243 w 5207793"/>
              <a:gd name="connsiteY127" fmla="*/ 1378744 h 3521869"/>
              <a:gd name="connsiteX128" fmla="*/ 3128962 w 5207793"/>
              <a:gd name="connsiteY128" fmla="*/ 1357313 h 3521869"/>
              <a:gd name="connsiteX129" fmla="*/ 3186112 w 5207793"/>
              <a:gd name="connsiteY129" fmla="*/ 1300163 h 3521869"/>
              <a:gd name="connsiteX130" fmla="*/ 3214687 w 5207793"/>
              <a:gd name="connsiteY130" fmla="*/ 1243013 h 3521869"/>
              <a:gd name="connsiteX131" fmla="*/ 3236118 w 5207793"/>
              <a:gd name="connsiteY131" fmla="*/ 1228725 h 3521869"/>
              <a:gd name="connsiteX132" fmla="*/ 3271837 w 5207793"/>
              <a:gd name="connsiteY132" fmla="*/ 1178719 h 3521869"/>
              <a:gd name="connsiteX133" fmla="*/ 3293268 w 5207793"/>
              <a:gd name="connsiteY133" fmla="*/ 1164431 h 3521869"/>
              <a:gd name="connsiteX134" fmla="*/ 3300412 w 5207793"/>
              <a:gd name="connsiteY134" fmla="*/ 1143000 h 3521869"/>
              <a:gd name="connsiteX135" fmla="*/ 3321843 w 5207793"/>
              <a:gd name="connsiteY135" fmla="*/ 1135856 h 3521869"/>
              <a:gd name="connsiteX136" fmla="*/ 3343275 w 5207793"/>
              <a:gd name="connsiteY136" fmla="*/ 1114425 h 3521869"/>
              <a:gd name="connsiteX137" fmla="*/ 3357562 w 5207793"/>
              <a:gd name="connsiteY137" fmla="*/ 1085850 h 3521869"/>
              <a:gd name="connsiteX138" fmla="*/ 3393281 w 5207793"/>
              <a:gd name="connsiteY138" fmla="*/ 1028700 h 3521869"/>
              <a:gd name="connsiteX139" fmla="*/ 3400425 w 5207793"/>
              <a:gd name="connsiteY139" fmla="*/ 1007269 h 3521869"/>
              <a:gd name="connsiteX140" fmla="*/ 3436143 w 5207793"/>
              <a:gd name="connsiteY140" fmla="*/ 928688 h 3521869"/>
              <a:gd name="connsiteX141" fmla="*/ 3450431 w 5207793"/>
              <a:gd name="connsiteY141" fmla="*/ 842963 h 3521869"/>
              <a:gd name="connsiteX142" fmla="*/ 3464718 w 5207793"/>
              <a:gd name="connsiteY142" fmla="*/ 700088 h 3521869"/>
              <a:gd name="connsiteX143" fmla="*/ 3471862 w 5207793"/>
              <a:gd name="connsiteY143" fmla="*/ 664369 h 3521869"/>
              <a:gd name="connsiteX144" fmla="*/ 3479006 w 5207793"/>
              <a:gd name="connsiteY144" fmla="*/ 492919 h 3521869"/>
              <a:gd name="connsiteX145" fmla="*/ 3457575 w 5207793"/>
              <a:gd name="connsiteY145" fmla="*/ 321469 h 3521869"/>
              <a:gd name="connsiteX146" fmla="*/ 3443287 w 5207793"/>
              <a:gd name="connsiteY146" fmla="*/ 300038 h 3521869"/>
              <a:gd name="connsiteX147" fmla="*/ 3414712 w 5207793"/>
              <a:gd name="connsiteY147" fmla="*/ 242888 h 3521869"/>
              <a:gd name="connsiteX148" fmla="*/ 3407568 w 5207793"/>
              <a:gd name="connsiteY148" fmla="*/ 221456 h 3521869"/>
              <a:gd name="connsiteX149" fmla="*/ 3364706 w 5207793"/>
              <a:gd name="connsiteY149" fmla="*/ 192881 h 3521869"/>
              <a:gd name="connsiteX150" fmla="*/ 3328987 w 5207793"/>
              <a:gd name="connsiteY150" fmla="*/ 150019 h 3521869"/>
              <a:gd name="connsiteX151" fmla="*/ 3286125 w 5207793"/>
              <a:gd name="connsiteY151" fmla="*/ 121444 h 3521869"/>
              <a:gd name="connsiteX152" fmla="*/ 3264693 w 5207793"/>
              <a:gd name="connsiteY152" fmla="*/ 92869 h 3521869"/>
              <a:gd name="connsiteX153" fmla="*/ 3236118 w 5207793"/>
              <a:gd name="connsiteY153" fmla="*/ 50006 h 3521869"/>
              <a:gd name="connsiteX154" fmla="*/ 3250406 w 5207793"/>
              <a:gd name="connsiteY154" fmla="*/ 14288 h 3521869"/>
              <a:gd name="connsiteX155" fmla="*/ 3328987 w 5207793"/>
              <a:gd name="connsiteY155" fmla="*/ 7144 h 3521869"/>
              <a:gd name="connsiteX156" fmla="*/ 3350418 w 5207793"/>
              <a:gd name="connsiteY156" fmla="*/ 0 h 3521869"/>
              <a:gd name="connsiteX157" fmla="*/ 3414712 w 5207793"/>
              <a:gd name="connsiteY157" fmla="*/ 21431 h 3521869"/>
              <a:gd name="connsiteX158" fmla="*/ 3457575 w 5207793"/>
              <a:gd name="connsiteY158" fmla="*/ 35719 h 3521869"/>
              <a:gd name="connsiteX159" fmla="*/ 3479006 w 5207793"/>
              <a:gd name="connsiteY159" fmla="*/ 42863 h 3521869"/>
              <a:gd name="connsiteX160" fmla="*/ 3543300 w 5207793"/>
              <a:gd name="connsiteY160" fmla="*/ 57150 h 3521869"/>
              <a:gd name="connsiteX161" fmla="*/ 3579018 w 5207793"/>
              <a:gd name="connsiteY161" fmla="*/ 71438 h 3521869"/>
              <a:gd name="connsiteX162" fmla="*/ 3636168 w 5207793"/>
              <a:gd name="connsiteY162" fmla="*/ 85725 h 3521869"/>
              <a:gd name="connsiteX163" fmla="*/ 3657600 w 5207793"/>
              <a:gd name="connsiteY163" fmla="*/ 100013 h 3521869"/>
              <a:gd name="connsiteX164" fmla="*/ 3686175 w 5207793"/>
              <a:gd name="connsiteY164" fmla="*/ 114300 h 3521869"/>
              <a:gd name="connsiteX165" fmla="*/ 3700462 w 5207793"/>
              <a:gd name="connsiteY165" fmla="*/ 142875 h 3521869"/>
              <a:gd name="connsiteX166" fmla="*/ 3757612 w 5207793"/>
              <a:gd name="connsiteY166" fmla="*/ 171450 h 3521869"/>
              <a:gd name="connsiteX167" fmla="*/ 3807618 w 5207793"/>
              <a:gd name="connsiteY167" fmla="*/ 192881 h 3521869"/>
              <a:gd name="connsiteX168" fmla="*/ 3829050 w 5207793"/>
              <a:gd name="connsiteY168" fmla="*/ 207169 h 3521869"/>
              <a:gd name="connsiteX169" fmla="*/ 3871912 w 5207793"/>
              <a:gd name="connsiteY169" fmla="*/ 214313 h 3521869"/>
              <a:gd name="connsiteX170" fmla="*/ 4150518 w 5207793"/>
              <a:gd name="connsiteY170" fmla="*/ 207169 h 3521869"/>
              <a:gd name="connsiteX171" fmla="*/ 4186237 w 5207793"/>
              <a:gd name="connsiteY171" fmla="*/ 178594 h 3521869"/>
              <a:gd name="connsiteX172" fmla="*/ 4214812 w 5207793"/>
              <a:gd name="connsiteY172" fmla="*/ 171450 h 3521869"/>
              <a:gd name="connsiteX173" fmla="*/ 4236243 w 5207793"/>
              <a:gd name="connsiteY173" fmla="*/ 164306 h 3521869"/>
              <a:gd name="connsiteX174" fmla="*/ 4386262 w 5207793"/>
              <a:gd name="connsiteY174" fmla="*/ 185738 h 3521869"/>
              <a:gd name="connsiteX175" fmla="*/ 4421981 w 5207793"/>
              <a:gd name="connsiteY175" fmla="*/ 221456 h 3521869"/>
              <a:gd name="connsiteX176" fmla="*/ 4457700 w 5207793"/>
              <a:gd name="connsiteY176" fmla="*/ 285750 h 3521869"/>
              <a:gd name="connsiteX177" fmla="*/ 4471987 w 5207793"/>
              <a:gd name="connsiteY177" fmla="*/ 364331 h 3521869"/>
              <a:gd name="connsiteX178" fmla="*/ 4486275 w 5207793"/>
              <a:gd name="connsiteY178" fmla="*/ 428625 h 3521869"/>
              <a:gd name="connsiteX179" fmla="*/ 4514850 w 5207793"/>
              <a:gd name="connsiteY179" fmla="*/ 485775 h 3521869"/>
              <a:gd name="connsiteX180" fmla="*/ 4521993 w 5207793"/>
              <a:gd name="connsiteY180" fmla="*/ 521494 h 3521869"/>
              <a:gd name="connsiteX181" fmla="*/ 4529137 w 5207793"/>
              <a:gd name="connsiteY181" fmla="*/ 550069 h 3521869"/>
              <a:gd name="connsiteX182" fmla="*/ 4543425 w 5207793"/>
              <a:gd name="connsiteY182" fmla="*/ 771525 h 3521869"/>
              <a:gd name="connsiteX183" fmla="*/ 4557712 w 5207793"/>
              <a:gd name="connsiteY183" fmla="*/ 850106 h 3521869"/>
              <a:gd name="connsiteX184" fmla="*/ 4564856 w 5207793"/>
              <a:gd name="connsiteY184" fmla="*/ 892969 h 3521869"/>
              <a:gd name="connsiteX185" fmla="*/ 4593431 w 5207793"/>
              <a:gd name="connsiteY185" fmla="*/ 1021556 h 3521869"/>
              <a:gd name="connsiteX186" fmla="*/ 4600575 w 5207793"/>
              <a:gd name="connsiteY186" fmla="*/ 1078706 h 3521869"/>
              <a:gd name="connsiteX187" fmla="*/ 4607718 w 5207793"/>
              <a:gd name="connsiteY187" fmla="*/ 1321594 h 3521869"/>
              <a:gd name="connsiteX188" fmla="*/ 4614862 w 5207793"/>
              <a:gd name="connsiteY188" fmla="*/ 1357313 h 3521869"/>
              <a:gd name="connsiteX189" fmla="*/ 4636293 w 5207793"/>
              <a:gd name="connsiteY189" fmla="*/ 1378744 h 3521869"/>
              <a:gd name="connsiteX190" fmla="*/ 4643437 w 5207793"/>
              <a:gd name="connsiteY190" fmla="*/ 1421606 h 3521869"/>
              <a:gd name="connsiteX191" fmla="*/ 4650581 w 5207793"/>
              <a:gd name="connsiteY191" fmla="*/ 1471613 h 3521869"/>
              <a:gd name="connsiteX192" fmla="*/ 4657725 w 5207793"/>
              <a:gd name="connsiteY192" fmla="*/ 1493044 h 3521869"/>
              <a:gd name="connsiteX193" fmla="*/ 4664868 w 5207793"/>
              <a:gd name="connsiteY193" fmla="*/ 1585913 h 3521869"/>
              <a:gd name="connsiteX194" fmla="*/ 4672012 w 5207793"/>
              <a:gd name="connsiteY194" fmla="*/ 1650206 h 3521869"/>
              <a:gd name="connsiteX195" fmla="*/ 4686300 w 5207793"/>
              <a:gd name="connsiteY195" fmla="*/ 1778794 h 3521869"/>
              <a:gd name="connsiteX196" fmla="*/ 4700587 w 5207793"/>
              <a:gd name="connsiteY196" fmla="*/ 1921669 h 3521869"/>
              <a:gd name="connsiteX197" fmla="*/ 4714875 w 5207793"/>
              <a:gd name="connsiteY197" fmla="*/ 2000250 h 3521869"/>
              <a:gd name="connsiteX198" fmla="*/ 4722018 w 5207793"/>
              <a:gd name="connsiteY198" fmla="*/ 2050256 h 3521869"/>
              <a:gd name="connsiteX199" fmla="*/ 4736306 w 5207793"/>
              <a:gd name="connsiteY199" fmla="*/ 2071688 h 3521869"/>
              <a:gd name="connsiteX200" fmla="*/ 4764881 w 5207793"/>
              <a:gd name="connsiteY200" fmla="*/ 2121694 h 3521869"/>
              <a:gd name="connsiteX201" fmla="*/ 4779168 w 5207793"/>
              <a:gd name="connsiteY201" fmla="*/ 2164556 h 3521869"/>
              <a:gd name="connsiteX202" fmla="*/ 4793456 w 5207793"/>
              <a:gd name="connsiteY202" fmla="*/ 2235994 h 3521869"/>
              <a:gd name="connsiteX203" fmla="*/ 4800600 w 5207793"/>
              <a:gd name="connsiteY203" fmla="*/ 2257425 h 3521869"/>
              <a:gd name="connsiteX204" fmla="*/ 4807743 w 5207793"/>
              <a:gd name="connsiteY204" fmla="*/ 2286000 h 3521869"/>
              <a:gd name="connsiteX205" fmla="*/ 4814887 w 5207793"/>
              <a:gd name="connsiteY205" fmla="*/ 2307431 h 3521869"/>
              <a:gd name="connsiteX206" fmla="*/ 4836318 w 5207793"/>
              <a:gd name="connsiteY206" fmla="*/ 2407444 h 3521869"/>
              <a:gd name="connsiteX207" fmla="*/ 4864893 w 5207793"/>
              <a:gd name="connsiteY207" fmla="*/ 2514600 h 3521869"/>
              <a:gd name="connsiteX208" fmla="*/ 4872037 w 5207793"/>
              <a:gd name="connsiteY208" fmla="*/ 2543175 h 3521869"/>
              <a:gd name="connsiteX209" fmla="*/ 4886325 w 5207793"/>
              <a:gd name="connsiteY209" fmla="*/ 2614613 h 3521869"/>
              <a:gd name="connsiteX210" fmla="*/ 4900612 w 5207793"/>
              <a:gd name="connsiteY210" fmla="*/ 2657475 h 3521869"/>
              <a:gd name="connsiteX211" fmla="*/ 4922043 w 5207793"/>
              <a:gd name="connsiteY211" fmla="*/ 2678906 h 3521869"/>
              <a:gd name="connsiteX212" fmla="*/ 4929187 w 5207793"/>
              <a:gd name="connsiteY212" fmla="*/ 2728913 h 3521869"/>
              <a:gd name="connsiteX213" fmla="*/ 4936331 w 5207793"/>
              <a:gd name="connsiteY213" fmla="*/ 2757488 h 3521869"/>
              <a:gd name="connsiteX214" fmla="*/ 4943475 w 5207793"/>
              <a:gd name="connsiteY214" fmla="*/ 2914650 h 3521869"/>
              <a:gd name="connsiteX215" fmla="*/ 4950618 w 5207793"/>
              <a:gd name="connsiteY215" fmla="*/ 2943225 h 3521869"/>
              <a:gd name="connsiteX216" fmla="*/ 4957762 w 5207793"/>
              <a:gd name="connsiteY216" fmla="*/ 2993232 h 3521869"/>
              <a:gd name="connsiteX217" fmla="*/ 5000625 w 5207793"/>
              <a:gd name="connsiteY217" fmla="*/ 3021806 h 3521869"/>
              <a:gd name="connsiteX218" fmla="*/ 5064918 w 5207793"/>
              <a:gd name="connsiteY218" fmla="*/ 3043238 h 3521869"/>
              <a:gd name="connsiteX219" fmla="*/ 5093493 w 5207793"/>
              <a:gd name="connsiteY219" fmla="*/ 3064669 h 3521869"/>
              <a:gd name="connsiteX220" fmla="*/ 5114925 w 5207793"/>
              <a:gd name="connsiteY220" fmla="*/ 3114675 h 3521869"/>
              <a:gd name="connsiteX221" fmla="*/ 5129212 w 5207793"/>
              <a:gd name="connsiteY221" fmla="*/ 3143250 h 3521869"/>
              <a:gd name="connsiteX222" fmla="*/ 5143500 w 5207793"/>
              <a:gd name="connsiteY222" fmla="*/ 3207544 h 3521869"/>
              <a:gd name="connsiteX223" fmla="*/ 5157787 w 5207793"/>
              <a:gd name="connsiteY223" fmla="*/ 3250406 h 3521869"/>
              <a:gd name="connsiteX224" fmla="*/ 5172075 w 5207793"/>
              <a:gd name="connsiteY224" fmla="*/ 3307556 h 3521869"/>
              <a:gd name="connsiteX225" fmla="*/ 5179218 w 5207793"/>
              <a:gd name="connsiteY225" fmla="*/ 3386138 h 3521869"/>
              <a:gd name="connsiteX226" fmla="*/ 5200650 w 5207793"/>
              <a:gd name="connsiteY226" fmla="*/ 3464719 h 3521869"/>
              <a:gd name="connsiteX227" fmla="*/ 5207793 w 5207793"/>
              <a:gd name="connsiteY227" fmla="*/ 3521869 h 3521869"/>
              <a:gd name="connsiteX0" fmla="*/ 0 w 5207793"/>
              <a:gd name="connsiteY0" fmla="*/ 3464719 h 3521869"/>
              <a:gd name="connsiteX1" fmla="*/ 7143 w 5207793"/>
              <a:gd name="connsiteY1" fmla="*/ 3386138 h 3521869"/>
              <a:gd name="connsiteX2" fmla="*/ 14287 w 5207793"/>
              <a:gd name="connsiteY2" fmla="*/ 3364706 h 3521869"/>
              <a:gd name="connsiteX3" fmla="*/ 21431 w 5207793"/>
              <a:gd name="connsiteY3" fmla="*/ 3328988 h 3521869"/>
              <a:gd name="connsiteX4" fmla="*/ 28575 w 5207793"/>
              <a:gd name="connsiteY4" fmla="*/ 3300413 h 3521869"/>
              <a:gd name="connsiteX5" fmla="*/ 35718 w 5207793"/>
              <a:gd name="connsiteY5" fmla="*/ 3250406 h 3521869"/>
              <a:gd name="connsiteX6" fmla="*/ 57150 w 5207793"/>
              <a:gd name="connsiteY6" fmla="*/ 3200400 h 3521869"/>
              <a:gd name="connsiteX7" fmla="*/ 64293 w 5207793"/>
              <a:gd name="connsiteY7" fmla="*/ 3178969 h 3521869"/>
              <a:gd name="connsiteX8" fmla="*/ 92868 w 5207793"/>
              <a:gd name="connsiteY8" fmla="*/ 3157538 h 3521869"/>
              <a:gd name="connsiteX9" fmla="*/ 121443 w 5207793"/>
              <a:gd name="connsiteY9" fmla="*/ 3107531 h 3521869"/>
              <a:gd name="connsiteX10" fmla="*/ 150018 w 5207793"/>
              <a:gd name="connsiteY10" fmla="*/ 3086100 h 3521869"/>
              <a:gd name="connsiteX11" fmla="*/ 171450 w 5207793"/>
              <a:gd name="connsiteY11" fmla="*/ 3057525 h 3521869"/>
              <a:gd name="connsiteX12" fmla="*/ 242887 w 5207793"/>
              <a:gd name="connsiteY12" fmla="*/ 3014663 h 3521869"/>
              <a:gd name="connsiteX13" fmla="*/ 264318 w 5207793"/>
              <a:gd name="connsiteY13" fmla="*/ 2957513 h 3521869"/>
              <a:gd name="connsiteX14" fmla="*/ 292893 w 5207793"/>
              <a:gd name="connsiteY14" fmla="*/ 2900363 h 3521869"/>
              <a:gd name="connsiteX15" fmla="*/ 307181 w 5207793"/>
              <a:gd name="connsiteY15" fmla="*/ 2664619 h 3521869"/>
              <a:gd name="connsiteX16" fmla="*/ 328612 w 5207793"/>
              <a:gd name="connsiteY16" fmla="*/ 2564606 h 3521869"/>
              <a:gd name="connsiteX17" fmla="*/ 335756 w 5207793"/>
              <a:gd name="connsiteY17" fmla="*/ 2521744 h 3521869"/>
              <a:gd name="connsiteX18" fmla="*/ 350043 w 5207793"/>
              <a:gd name="connsiteY18" fmla="*/ 2500313 h 3521869"/>
              <a:gd name="connsiteX19" fmla="*/ 364331 w 5207793"/>
              <a:gd name="connsiteY19" fmla="*/ 2450306 h 3521869"/>
              <a:gd name="connsiteX20" fmla="*/ 371475 w 5207793"/>
              <a:gd name="connsiteY20" fmla="*/ 2407444 h 3521869"/>
              <a:gd name="connsiteX21" fmla="*/ 385762 w 5207793"/>
              <a:gd name="connsiteY21" fmla="*/ 2357438 h 3521869"/>
              <a:gd name="connsiteX22" fmla="*/ 392906 w 5207793"/>
              <a:gd name="connsiteY22" fmla="*/ 2328863 h 3521869"/>
              <a:gd name="connsiteX23" fmla="*/ 407193 w 5207793"/>
              <a:gd name="connsiteY23" fmla="*/ 2307431 h 3521869"/>
              <a:gd name="connsiteX24" fmla="*/ 421481 w 5207793"/>
              <a:gd name="connsiteY24" fmla="*/ 2257425 h 3521869"/>
              <a:gd name="connsiteX25" fmla="*/ 428625 w 5207793"/>
              <a:gd name="connsiteY25" fmla="*/ 2228850 h 3521869"/>
              <a:gd name="connsiteX26" fmla="*/ 442912 w 5207793"/>
              <a:gd name="connsiteY26" fmla="*/ 2207419 h 3521869"/>
              <a:gd name="connsiteX27" fmla="*/ 464343 w 5207793"/>
              <a:gd name="connsiteY27" fmla="*/ 2150269 h 3521869"/>
              <a:gd name="connsiteX28" fmla="*/ 478631 w 5207793"/>
              <a:gd name="connsiteY28" fmla="*/ 2078831 h 3521869"/>
              <a:gd name="connsiteX29" fmla="*/ 485775 w 5207793"/>
              <a:gd name="connsiteY29" fmla="*/ 2050256 h 3521869"/>
              <a:gd name="connsiteX30" fmla="*/ 492918 w 5207793"/>
              <a:gd name="connsiteY30" fmla="*/ 2014538 h 3521869"/>
              <a:gd name="connsiteX31" fmla="*/ 500062 w 5207793"/>
              <a:gd name="connsiteY31" fmla="*/ 1993106 h 3521869"/>
              <a:gd name="connsiteX32" fmla="*/ 507206 w 5207793"/>
              <a:gd name="connsiteY32" fmla="*/ 1957388 h 3521869"/>
              <a:gd name="connsiteX33" fmla="*/ 514350 w 5207793"/>
              <a:gd name="connsiteY33" fmla="*/ 1935956 h 3521869"/>
              <a:gd name="connsiteX34" fmla="*/ 528637 w 5207793"/>
              <a:gd name="connsiteY34" fmla="*/ 1878806 h 3521869"/>
              <a:gd name="connsiteX35" fmla="*/ 535781 w 5207793"/>
              <a:gd name="connsiteY35" fmla="*/ 1785938 h 3521869"/>
              <a:gd name="connsiteX36" fmla="*/ 542925 w 5207793"/>
              <a:gd name="connsiteY36" fmla="*/ 1721644 h 3521869"/>
              <a:gd name="connsiteX37" fmla="*/ 535781 w 5207793"/>
              <a:gd name="connsiteY37" fmla="*/ 1578769 h 3521869"/>
              <a:gd name="connsiteX38" fmla="*/ 521493 w 5207793"/>
              <a:gd name="connsiteY38" fmla="*/ 1535906 h 3521869"/>
              <a:gd name="connsiteX39" fmla="*/ 528637 w 5207793"/>
              <a:gd name="connsiteY39" fmla="*/ 1400175 h 3521869"/>
              <a:gd name="connsiteX40" fmla="*/ 542925 w 5207793"/>
              <a:gd name="connsiteY40" fmla="*/ 1371600 h 3521869"/>
              <a:gd name="connsiteX41" fmla="*/ 564356 w 5207793"/>
              <a:gd name="connsiteY41" fmla="*/ 1293019 h 3521869"/>
              <a:gd name="connsiteX42" fmla="*/ 578643 w 5207793"/>
              <a:gd name="connsiteY42" fmla="*/ 964406 h 3521869"/>
              <a:gd name="connsiteX43" fmla="*/ 585787 w 5207793"/>
              <a:gd name="connsiteY43" fmla="*/ 907256 h 3521869"/>
              <a:gd name="connsiteX44" fmla="*/ 578643 w 5207793"/>
              <a:gd name="connsiteY44" fmla="*/ 385763 h 3521869"/>
              <a:gd name="connsiteX45" fmla="*/ 607218 w 5207793"/>
              <a:gd name="connsiteY45" fmla="*/ 278606 h 3521869"/>
              <a:gd name="connsiteX46" fmla="*/ 628650 w 5207793"/>
              <a:gd name="connsiteY46" fmla="*/ 228600 h 3521869"/>
              <a:gd name="connsiteX47" fmla="*/ 650081 w 5207793"/>
              <a:gd name="connsiteY47" fmla="*/ 200025 h 3521869"/>
              <a:gd name="connsiteX48" fmla="*/ 664368 w 5207793"/>
              <a:gd name="connsiteY48" fmla="*/ 171450 h 3521869"/>
              <a:gd name="connsiteX49" fmla="*/ 678656 w 5207793"/>
              <a:gd name="connsiteY49" fmla="*/ 150019 h 3521869"/>
              <a:gd name="connsiteX50" fmla="*/ 685800 w 5207793"/>
              <a:gd name="connsiteY50" fmla="*/ 128588 h 3521869"/>
              <a:gd name="connsiteX51" fmla="*/ 714375 w 5207793"/>
              <a:gd name="connsiteY51" fmla="*/ 100013 h 3521869"/>
              <a:gd name="connsiteX52" fmla="*/ 735806 w 5207793"/>
              <a:gd name="connsiteY52" fmla="*/ 71438 h 3521869"/>
              <a:gd name="connsiteX53" fmla="*/ 757237 w 5207793"/>
              <a:gd name="connsiteY53" fmla="*/ 50006 h 3521869"/>
              <a:gd name="connsiteX54" fmla="*/ 778668 w 5207793"/>
              <a:gd name="connsiteY54" fmla="*/ 21431 h 3521869"/>
              <a:gd name="connsiteX55" fmla="*/ 800100 w 5207793"/>
              <a:gd name="connsiteY55" fmla="*/ 14288 h 3521869"/>
              <a:gd name="connsiteX56" fmla="*/ 935831 w 5207793"/>
              <a:gd name="connsiteY56" fmla="*/ 28575 h 3521869"/>
              <a:gd name="connsiteX57" fmla="*/ 964406 w 5207793"/>
              <a:gd name="connsiteY57" fmla="*/ 50006 h 3521869"/>
              <a:gd name="connsiteX58" fmla="*/ 1014412 w 5207793"/>
              <a:gd name="connsiteY58" fmla="*/ 78581 h 3521869"/>
              <a:gd name="connsiteX59" fmla="*/ 1035843 w 5207793"/>
              <a:gd name="connsiteY59" fmla="*/ 100013 h 3521869"/>
              <a:gd name="connsiteX60" fmla="*/ 1064418 w 5207793"/>
              <a:gd name="connsiteY60" fmla="*/ 114300 h 3521869"/>
              <a:gd name="connsiteX61" fmla="*/ 1085850 w 5207793"/>
              <a:gd name="connsiteY61" fmla="*/ 128588 h 3521869"/>
              <a:gd name="connsiteX62" fmla="*/ 1128712 w 5207793"/>
              <a:gd name="connsiteY62" fmla="*/ 150019 h 3521869"/>
              <a:gd name="connsiteX63" fmla="*/ 1185862 w 5207793"/>
              <a:gd name="connsiteY63" fmla="*/ 178594 h 3521869"/>
              <a:gd name="connsiteX64" fmla="*/ 1207293 w 5207793"/>
              <a:gd name="connsiteY64" fmla="*/ 192881 h 3521869"/>
              <a:gd name="connsiteX65" fmla="*/ 1228725 w 5207793"/>
              <a:gd name="connsiteY65" fmla="*/ 200025 h 3521869"/>
              <a:gd name="connsiteX66" fmla="*/ 1257300 w 5207793"/>
              <a:gd name="connsiteY66" fmla="*/ 221456 h 3521869"/>
              <a:gd name="connsiteX67" fmla="*/ 1278731 w 5207793"/>
              <a:gd name="connsiteY67" fmla="*/ 235744 h 3521869"/>
              <a:gd name="connsiteX68" fmla="*/ 1350168 w 5207793"/>
              <a:gd name="connsiteY68" fmla="*/ 242888 h 3521869"/>
              <a:gd name="connsiteX69" fmla="*/ 1464468 w 5207793"/>
              <a:gd name="connsiteY69" fmla="*/ 235744 h 3521869"/>
              <a:gd name="connsiteX70" fmla="*/ 1485900 w 5207793"/>
              <a:gd name="connsiteY70" fmla="*/ 228600 h 3521869"/>
              <a:gd name="connsiteX71" fmla="*/ 1528762 w 5207793"/>
              <a:gd name="connsiteY71" fmla="*/ 192881 h 3521869"/>
              <a:gd name="connsiteX72" fmla="*/ 1535906 w 5207793"/>
              <a:gd name="connsiteY72" fmla="*/ 171450 h 3521869"/>
              <a:gd name="connsiteX73" fmla="*/ 1557337 w 5207793"/>
              <a:gd name="connsiteY73" fmla="*/ 164306 h 3521869"/>
              <a:gd name="connsiteX74" fmla="*/ 1585912 w 5207793"/>
              <a:gd name="connsiteY74" fmla="*/ 150019 h 3521869"/>
              <a:gd name="connsiteX75" fmla="*/ 1635918 w 5207793"/>
              <a:gd name="connsiteY75" fmla="*/ 135731 h 3521869"/>
              <a:gd name="connsiteX76" fmla="*/ 1714500 w 5207793"/>
              <a:gd name="connsiteY76" fmla="*/ 128588 h 3521869"/>
              <a:gd name="connsiteX77" fmla="*/ 1807368 w 5207793"/>
              <a:gd name="connsiteY77" fmla="*/ 114300 h 3521869"/>
              <a:gd name="connsiteX78" fmla="*/ 1835943 w 5207793"/>
              <a:gd name="connsiteY78" fmla="*/ 121444 h 3521869"/>
              <a:gd name="connsiteX79" fmla="*/ 1814512 w 5207793"/>
              <a:gd name="connsiteY79" fmla="*/ 142875 h 3521869"/>
              <a:gd name="connsiteX80" fmla="*/ 1807368 w 5207793"/>
              <a:gd name="connsiteY80" fmla="*/ 164306 h 3521869"/>
              <a:gd name="connsiteX81" fmla="*/ 1785937 w 5207793"/>
              <a:gd name="connsiteY81" fmla="*/ 171450 h 3521869"/>
              <a:gd name="connsiteX82" fmla="*/ 1750218 w 5207793"/>
              <a:gd name="connsiteY82" fmla="*/ 214313 h 3521869"/>
              <a:gd name="connsiteX83" fmla="*/ 1743075 w 5207793"/>
              <a:gd name="connsiteY83" fmla="*/ 235744 h 3521869"/>
              <a:gd name="connsiteX84" fmla="*/ 1714500 w 5207793"/>
              <a:gd name="connsiteY84" fmla="*/ 285750 h 3521869"/>
              <a:gd name="connsiteX85" fmla="*/ 1693068 w 5207793"/>
              <a:gd name="connsiteY85" fmla="*/ 314325 h 3521869"/>
              <a:gd name="connsiteX86" fmla="*/ 1664493 w 5207793"/>
              <a:gd name="connsiteY86" fmla="*/ 357188 h 3521869"/>
              <a:gd name="connsiteX87" fmla="*/ 1643062 w 5207793"/>
              <a:gd name="connsiteY87" fmla="*/ 378619 h 3521869"/>
              <a:gd name="connsiteX88" fmla="*/ 1614487 w 5207793"/>
              <a:gd name="connsiteY88" fmla="*/ 421481 h 3521869"/>
              <a:gd name="connsiteX89" fmla="*/ 1578768 w 5207793"/>
              <a:gd name="connsiteY89" fmla="*/ 464344 h 3521869"/>
              <a:gd name="connsiteX90" fmla="*/ 1564481 w 5207793"/>
              <a:gd name="connsiteY90" fmla="*/ 514350 h 3521869"/>
              <a:gd name="connsiteX91" fmla="*/ 1550193 w 5207793"/>
              <a:gd name="connsiteY91" fmla="*/ 578644 h 3521869"/>
              <a:gd name="connsiteX92" fmla="*/ 1557337 w 5207793"/>
              <a:gd name="connsiteY92" fmla="*/ 621506 h 3521869"/>
              <a:gd name="connsiteX93" fmla="*/ 1571625 w 5207793"/>
              <a:gd name="connsiteY93" fmla="*/ 700088 h 3521869"/>
              <a:gd name="connsiteX94" fmla="*/ 1593056 w 5207793"/>
              <a:gd name="connsiteY94" fmla="*/ 742950 h 3521869"/>
              <a:gd name="connsiteX95" fmla="*/ 1600200 w 5207793"/>
              <a:gd name="connsiteY95" fmla="*/ 785813 h 3521869"/>
              <a:gd name="connsiteX96" fmla="*/ 1607343 w 5207793"/>
              <a:gd name="connsiteY96" fmla="*/ 807244 h 3521869"/>
              <a:gd name="connsiteX97" fmla="*/ 1621631 w 5207793"/>
              <a:gd name="connsiteY97" fmla="*/ 871538 h 3521869"/>
              <a:gd name="connsiteX98" fmla="*/ 1635918 w 5207793"/>
              <a:gd name="connsiteY98" fmla="*/ 957263 h 3521869"/>
              <a:gd name="connsiteX99" fmla="*/ 1643062 w 5207793"/>
              <a:gd name="connsiteY99" fmla="*/ 978694 h 3521869"/>
              <a:gd name="connsiteX100" fmla="*/ 1657350 w 5207793"/>
              <a:gd name="connsiteY100" fmla="*/ 1000125 h 3521869"/>
              <a:gd name="connsiteX101" fmla="*/ 1664493 w 5207793"/>
              <a:gd name="connsiteY101" fmla="*/ 1028700 h 3521869"/>
              <a:gd name="connsiteX102" fmla="*/ 1678781 w 5207793"/>
              <a:gd name="connsiteY102" fmla="*/ 1050131 h 3521869"/>
              <a:gd name="connsiteX103" fmla="*/ 1685925 w 5207793"/>
              <a:gd name="connsiteY103" fmla="*/ 1085850 h 3521869"/>
              <a:gd name="connsiteX104" fmla="*/ 1728787 w 5207793"/>
              <a:gd name="connsiteY104" fmla="*/ 1135856 h 3521869"/>
              <a:gd name="connsiteX105" fmla="*/ 1743075 w 5207793"/>
              <a:gd name="connsiteY105" fmla="*/ 1157288 h 3521869"/>
              <a:gd name="connsiteX106" fmla="*/ 1750218 w 5207793"/>
              <a:gd name="connsiteY106" fmla="*/ 1185863 h 3521869"/>
              <a:gd name="connsiteX107" fmla="*/ 1793081 w 5207793"/>
              <a:gd name="connsiteY107" fmla="*/ 1235869 h 3521869"/>
              <a:gd name="connsiteX108" fmla="*/ 1828800 w 5207793"/>
              <a:gd name="connsiteY108" fmla="*/ 1278731 h 3521869"/>
              <a:gd name="connsiteX109" fmla="*/ 1864518 w 5207793"/>
              <a:gd name="connsiteY109" fmla="*/ 1314450 h 3521869"/>
              <a:gd name="connsiteX110" fmla="*/ 1921668 w 5207793"/>
              <a:gd name="connsiteY110" fmla="*/ 1378744 h 3521869"/>
              <a:gd name="connsiteX111" fmla="*/ 1978818 w 5207793"/>
              <a:gd name="connsiteY111" fmla="*/ 1393031 h 3521869"/>
              <a:gd name="connsiteX112" fmla="*/ 2007393 w 5207793"/>
              <a:gd name="connsiteY112" fmla="*/ 1400175 h 3521869"/>
              <a:gd name="connsiteX113" fmla="*/ 2028825 w 5207793"/>
              <a:gd name="connsiteY113" fmla="*/ 1407319 h 3521869"/>
              <a:gd name="connsiteX114" fmla="*/ 2078831 w 5207793"/>
              <a:gd name="connsiteY114" fmla="*/ 1414463 h 3521869"/>
              <a:gd name="connsiteX115" fmla="*/ 2135981 w 5207793"/>
              <a:gd name="connsiteY115" fmla="*/ 1428750 h 3521869"/>
              <a:gd name="connsiteX116" fmla="*/ 2228850 w 5207793"/>
              <a:gd name="connsiteY116" fmla="*/ 1443038 h 3521869"/>
              <a:gd name="connsiteX117" fmla="*/ 2257425 w 5207793"/>
              <a:gd name="connsiteY117" fmla="*/ 1450181 h 3521869"/>
              <a:gd name="connsiteX118" fmla="*/ 2300287 w 5207793"/>
              <a:gd name="connsiteY118" fmla="*/ 1464469 h 3521869"/>
              <a:gd name="connsiteX119" fmla="*/ 2507456 w 5207793"/>
              <a:gd name="connsiteY119" fmla="*/ 1471613 h 3521869"/>
              <a:gd name="connsiteX120" fmla="*/ 2543175 w 5207793"/>
              <a:gd name="connsiteY120" fmla="*/ 1478756 h 3521869"/>
              <a:gd name="connsiteX121" fmla="*/ 2878931 w 5207793"/>
              <a:gd name="connsiteY121" fmla="*/ 1478756 h 3521869"/>
              <a:gd name="connsiteX122" fmla="*/ 2914650 w 5207793"/>
              <a:gd name="connsiteY122" fmla="*/ 1471613 h 3521869"/>
              <a:gd name="connsiteX123" fmla="*/ 2964656 w 5207793"/>
              <a:gd name="connsiteY123" fmla="*/ 1450181 h 3521869"/>
              <a:gd name="connsiteX124" fmla="*/ 2986087 w 5207793"/>
              <a:gd name="connsiteY124" fmla="*/ 1443038 h 3521869"/>
              <a:gd name="connsiteX125" fmla="*/ 3043237 w 5207793"/>
              <a:gd name="connsiteY125" fmla="*/ 1421606 h 3521869"/>
              <a:gd name="connsiteX126" fmla="*/ 3071812 w 5207793"/>
              <a:gd name="connsiteY126" fmla="*/ 1400175 h 3521869"/>
              <a:gd name="connsiteX127" fmla="*/ 3093243 w 5207793"/>
              <a:gd name="connsiteY127" fmla="*/ 1378744 h 3521869"/>
              <a:gd name="connsiteX128" fmla="*/ 3128962 w 5207793"/>
              <a:gd name="connsiteY128" fmla="*/ 1357313 h 3521869"/>
              <a:gd name="connsiteX129" fmla="*/ 3186112 w 5207793"/>
              <a:gd name="connsiteY129" fmla="*/ 1300163 h 3521869"/>
              <a:gd name="connsiteX130" fmla="*/ 3214687 w 5207793"/>
              <a:gd name="connsiteY130" fmla="*/ 1243013 h 3521869"/>
              <a:gd name="connsiteX131" fmla="*/ 3236118 w 5207793"/>
              <a:gd name="connsiteY131" fmla="*/ 1228725 h 3521869"/>
              <a:gd name="connsiteX132" fmla="*/ 3271837 w 5207793"/>
              <a:gd name="connsiteY132" fmla="*/ 1178719 h 3521869"/>
              <a:gd name="connsiteX133" fmla="*/ 3293268 w 5207793"/>
              <a:gd name="connsiteY133" fmla="*/ 1164431 h 3521869"/>
              <a:gd name="connsiteX134" fmla="*/ 3300412 w 5207793"/>
              <a:gd name="connsiteY134" fmla="*/ 1143000 h 3521869"/>
              <a:gd name="connsiteX135" fmla="*/ 3321843 w 5207793"/>
              <a:gd name="connsiteY135" fmla="*/ 1135856 h 3521869"/>
              <a:gd name="connsiteX136" fmla="*/ 3343275 w 5207793"/>
              <a:gd name="connsiteY136" fmla="*/ 1114425 h 3521869"/>
              <a:gd name="connsiteX137" fmla="*/ 3357562 w 5207793"/>
              <a:gd name="connsiteY137" fmla="*/ 1085850 h 3521869"/>
              <a:gd name="connsiteX138" fmla="*/ 3393281 w 5207793"/>
              <a:gd name="connsiteY138" fmla="*/ 1028700 h 3521869"/>
              <a:gd name="connsiteX139" fmla="*/ 3400425 w 5207793"/>
              <a:gd name="connsiteY139" fmla="*/ 1007269 h 3521869"/>
              <a:gd name="connsiteX140" fmla="*/ 3436143 w 5207793"/>
              <a:gd name="connsiteY140" fmla="*/ 928688 h 3521869"/>
              <a:gd name="connsiteX141" fmla="*/ 3450431 w 5207793"/>
              <a:gd name="connsiteY141" fmla="*/ 842963 h 3521869"/>
              <a:gd name="connsiteX142" fmla="*/ 3464718 w 5207793"/>
              <a:gd name="connsiteY142" fmla="*/ 700088 h 3521869"/>
              <a:gd name="connsiteX143" fmla="*/ 3471862 w 5207793"/>
              <a:gd name="connsiteY143" fmla="*/ 664369 h 3521869"/>
              <a:gd name="connsiteX144" fmla="*/ 3479006 w 5207793"/>
              <a:gd name="connsiteY144" fmla="*/ 492919 h 3521869"/>
              <a:gd name="connsiteX145" fmla="*/ 3457575 w 5207793"/>
              <a:gd name="connsiteY145" fmla="*/ 321469 h 3521869"/>
              <a:gd name="connsiteX146" fmla="*/ 3443287 w 5207793"/>
              <a:gd name="connsiteY146" fmla="*/ 300038 h 3521869"/>
              <a:gd name="connsiteX147" fmla="*/ 3414712 w 5207793"/>
              <a:gd name="connsiteY147" fmla="*/ 242888 h 3521869"/>
              <a:gd name="connsiteX148" fmla="*/ 3407568 w 5207793"/>
              <a:gd name="connsiteY148" fmla="*/ 221456 h 3521869"/>
              <a:gd name="connsiteX149" fmla="*/ 3364706 w 5207793"/>
              <a:gd name="connsiteY149" fmla="*/ 192881 h 3521869"/>
              <a:gd name="connsiteX150" fmla="*/ 3328987 w 5207793"/>
              <a:gd name="connsiteY150" fmla="*/ 150019 h 3521869"/>
              <a:gd name="connsiteX151" fmla="*/ 3286125 w 5207793"/>
              <a:gd name="connsiteY151" fmla="*/ 121444 h 3521869"/>
              <a:gd name="connsiteX152" fmla="*/ 3264693 w 5207793"/>
              <a:gd name="connsiteY152" fmla="*/ 92869 h 3521869"/>
              <a:gd name="connsiteX153" fmla="*/ 3236118 w 5207793"/>
              <a:gd name="connsiteY153" fmla="*/ 50006 h 3521869"/>
              <a:gd name="connsiteX154" fmla="*/ 3250406 w 5207793"/>
              <a:gd name="connsiteY154" fmla="*/ 14288 h 3521869"/>
              <a:gd name="connsiteX155" fmla="*/ 3328987 w 5207793"/>
              <a:gd name="connsiteY155" fmla="*/ 7144 h 3521869"/>
              <a:gd name="connsiteX156" fmla="*/ 3350418 w 5207793"/>
              <a:gd name="connsiteY156" fmla="*/ 0 h 3521869"/>
              <a:gd name="connsiteX157" fmla="*/ 3414712 w 5207793"/>
              <a:gd name="connsiteY157" fmla="*/ 21431 h 3521869"/>
              <a:gd name="connsiteX158" fmla="*/ 3457575 w 5207793"/>
              <a:gd name="connsiteY158" fmla="*/ 35719 h 3521869"/>
              <a:gd name="connsiteX159" fmla="*/ 3479006 w 5207793"/>
              <a:gd name="connsiteY159" fmla="*/ 42863 h 3521869"/>
              <a:gd name="connsiteX160" fmla="*/ 3543300 w 5207793"/>
              <a:gd name="connsiteY160" fmla="*/ 57150 h 3521869"/>
              <a:gd name="connsiteX161" fmla="*/ 3579018 w 5207793"/>
              <a:gd name="connsiteY161" fmla="*/ 71438 h 3521869"/>
              <a:gd name="connsiteX162" fmla="*/ 3636168 w 5207793"/>
              <a:gd name="connsiteY162" fmla="*/ 85725 h 3521869"/>
              <a:gd name="connsiteX163" fmla="*/ 3657600 w 5207793"/>
              <a:gd name="connsiteY163" fmla="*/ 100013 h 3521869"/>
              <a:gd name="connsiteX164" fmla="*/ 3686175 w 5207793"/>
              <a:gd name="connsiteY164" fmla="*/ 114300 h 3521869"/>
              <a:gd name="connsiteX165" fmla="*/ 3700462 w 5207793"/>
              <a:gd name="connsiteY165" fmla="*/ 142875 h 3521869"/>
              <a:gd name="connsiteX166" fmla="*/ 3757612 w 5207793"/>
              <a:gd name="connsiteY166" fmla="*/ 171450 h 3521869"/>
              <a:gd name="connsiteX167" fmla="*/ 3807618 w 5207793"/>
              <a:gd name="connsiteY167" fmla="*/ 192881 h 3521869"/>
              <a:gd name="connsiteX168" fmla="*/ 3829050 w 5207793"/>
              <a:gd name="connsiteY168" fmla="*/ 207169 h 3521869"/>
              <a:gd name="connsiteX169" fmla="*/ 3871912 w 5207793"/>
              <a:gd name="connsiteY169" fmla="*/ 214313 h 3521869"/>
              <a:gd name="connsiteX170" fmla="*/ 4150518 w 5207793"/>
              <a:gd name="connsiteY170" fmla="*/ 207169 h 3521869"/>
              <a:gd name="connsiteX171" fmla="*/ 4186237 w 5207793"/>
              <a:gd name="connsiteY171" fmla="*/ 178594 h 3521869"/>
              <a:gd name="connsiteX172" fmla="*/ 4214812 w 5207793"/>
              <a:gd name="connsiteY172" fmla="*/ 171450 h 3521869"/>
              <a:gd name="connsiteX173" fmla="*/ 4236243 w 5207793"/>
              <a:gd name="connsiteY173" fmla="*/ 164306 h 3521869"/>
              <a:gd name="connsiteX174" fmla="*/ 4386262 w 5207793"/>
              <a:gd name="connsiteY174" fmla="*/ 185738 h 3521869"/>
              <a:gd name="connsiteX175" fmla="*/ 4421981 w 5207793"/>
              <a:gd name="connsiteY175" fmla="*/ 221456 h 3521869"/>
              <a:gd name="connsiteX176" fmla="*/ 4457700 w 5207793"/>
              <a:gd name="connsiteY176" fmla="*/ 285750 h 3521869"/>
              <a:gd name="connsiteX177" fmla="*/ 4471987 w 5207793"/>
              <a:gd name="connsiteY177" fmla="*/ 364331 h 3521869"/>
              <a:gd name="connsiteX178" fmla="*/ 4486275 w 5207793"/>
              <a:gd name="connsiteY178" fmla="*/ 428625 h 3521869"/>
              <a:gd name="connsiteX179" fmla="*/ 4514850 w 5207793"/>
              <a:gd name="connsiteY179" fmla="*/ 485775 h 3521869"/>
              <a:gd name="connsiteX180" fmla="*/ 4521993 w 5207793"/>
              <a:gd name="connsiteY180" fmla="*/ 521494 h 3521869"/>
              <a:gd name="connsiteX181" fmla="*/ 4529137 w 5207793"/>
              <a:gd name="connsiteY181" fmla="*/ 550069 h 3521869"/>
              <a:gd name="connsiteX182" fmla="*/ 4543425 w 5207793"/>
              <a:gd name="connsiteY182" fmla="*/ 771525 h 3521869"/>
              <a:gd name="connsiteX183" fmla="*/ 4557712 w 5207793"/>
              <a:gd name="connsiteY183" fmla="*/ 850106 h 3521869"/>
              <a:gd name="connsiteX184" fmla="*/ 4564856 w 5207793"/>
              <a:gd name="connsiteY184" fmla="*/ 892969 h 3521869"/>
              <a:gd name="connsiteX185" fmla="*/ 4593431 w 5207793"/>
              <a:gd name="connsiteY185" fmla="*/ 1021556 h 3521869"/>
              <a:gd name="connsiteX186" fmla="*/ 4600575 w 5207793"/>
              <a:gd name="connsiteY186" fmla="*/ 1078706 h 3521869"/>
              <a:gd name="connsiteX187" fmla="*/ 4607718 w 5207793"/>
              <a:gd name="connsiteY187" fmla="*/ 1321594 h 3521869"/>
              <a:gd name="connsiteX188" fmla="*/ 4614862 w 5207793"/>
              <a:gd name="connsiteY188" fmla="*/ 1357313 h 3521869"/>
              <a:gd name="connsiteX189" fmla="*/ 4636293 w 5207793"/>
              <a:gd name="connsiteY189" fmla="*/ 1378744 h 3521869"/>
              <a:gd name="connsiteX190" fmla="*/ 4643437 w 5207793"/>
              <a:gd name="connsiteY190" fmla="*/ 1421606 h 3521869"/>
              <a:gd name="connsiteX191" fmla="*/ 4650581 w 5207793"/>
              <a:gd name="connsiteY191" fmla="*/ 1471613 h 3521869"/>
              <a:gd name="connsiteX192" fmla="*/ 4657725 w 5207793"/>
              <a:gd name="connsiteY192" fmla="*/ 1493044 h 3521869"/>
              <a:gd name="connsiteX193" fmla="*/ 4664868 w 5207793"/>
              <a:gd name="connsiteY193" fmla="*/ 1585913 h 3521869"/>
              <a:gd name="connsiteX194" fmla="*/ 4672012 w 5207793"/>
              <a:gd name="connsiteY194" fmla="*/ 1650206 h 3521869"/>
              <a:gd name="connsiteX195" fmla="*/ 4686300 w 5207793"/>
              <a:gd name="connsiteY195" fmla="*/ 1778794 h 3521869"/>
              <a:gd name="connsiteX196" fmla="*/ 4700587 w 5207793"/>
              <a:gd name="connsiteY196" fmla="*/ 1921669 h 3521869"/>
              <a:gd name="connsiteX197" fmla="*/ 4714875 w 5207793"/>
              <a:gd name="connsiteY197" fmla="*/ 2000250 h 3521869"/>
              <a:gd name="connsiteX198" fmla="*/ 4722018 w 5207793"/>
              <a:gd name="connsiteY198" fmla="*/ 2050256 h 3521869"/>
              <a:gd name="connsiteX199" fmla="*/ 4736306 w 5207793"/>
              <a:gd name="connsiteY199" fmla="*/ 2071688 h 3521869"/>
              <a:gd name="connsiteX200" fmla="*/ 4764881 w 5207793"/>
              <a:gd name="connsiteY200" fmla="*/ 2121694 h 3521869"/>
              <a:gd name="connsiteX201" fmla="*/ 4779168 w 5207793"/>
              <a:gd name="connsiteY201" fmla="*/ 2164556 h 3521869"/>
              <a:gd name="connsiteX202" fmla="*/ 4793456 w 5207793"/>
              <a:gd name="connsiteY202" fmla="*/ 2235994 h 3521869"/>
              <a:gd name="connsiteX203" fmla="*/ 4800600 w 5207793"/>
              <a:gd name="connsiteY203" fmla="*/ 2257425 h 3521869"/>
              <a:gd name="connsiteX204" fmla="*/ 4807743 w 5207793"/>
              <a:gd name="connsiteY204" fmla="*/ 2286000 h 3521869"/>
              <a:gd name="connsiteX205" fmla="*/ 4814887 w 5207793"/>
              <a:gd name="connsiteY205" fmla="*/ 2307431 h 3521869"/>
              <a:gd name="connsiteX206" fmla="*/ 4836318 w 5207793"/>
              <a:gd name="connsiteY206" fmla="*/ 2407444 h 3521869"/>
              <a:gd name="connsiteX207" fmla="*/ 4864893 w 5207793"/>
              <a:gd name="connsiteY207" fmla="*/ 2514600 h 3521869"/>
              <a:gd name="connsiteX208" fmla="*/ 4872037 w 5207793"/>
              <a:gd name="connsiteY208" fmla="*/ 2543175 h 3521869"/>
              <a:gd name="connsiteX209" fmla="*/ 4886325 w 5207793"/>
              <a:gd name="connsiteY209" fmla="*/ 2614613 h 3521869"/>
              <a:gd name="connsiteX210" fmla="*/ 4900612 w 5207793"/>
              <a:gd name="connsiteY210" fmla="*/ 2657475 h 3521869"/>
              <a:gd name="connsiteX211" fmla="*/ 4922043 w 5207793"/>
              <a:gd name="connsiteY211" fmla="*/ 2678906 h 3521869"/>
              <a:gd name="connsiteX212" fmla="*/ 4929187 w 5207793"/>
              <a:gd name="connsiteY212" fmla="*/ 2728913 h 3521869"/>
              <a:gd name="connsiteX213" fmla="*/ 4936331 w 5207793"/>
              <a:gd name="connsiteY213" fmla="*/ 2757488 h 3521869"/>
              <a:gd name="connsiteX214" fmla="*/ 4943475 w 5207793"/>
              <a:gd name="connsiteY214" fmla="*/ 2914650 h 3521869"/>
              <a:gd name="connsiteX215" fmla="*/ 4943475 w 5207793"/>
              <a:gd name="connsiteY215" fmla="*/ 2943225 h 3521869"/>
              <a:gd name="connsiteX216" fmla="*/ 4957762 w 5207793"/>
              <a:gd name="connsiteY216" fmla="*/ 2993232 h 3521869"/>
              <a:gd name="connsiteX217" fmla="*/ 5000625 w 5207793"/>
              <a:gd name="connsiteY217" fmla="*/ 3021806 h 3521869"/>
              <a:gd name="connsiteX218" fmla="*/ 5064918 w 5207793"/>
              <a:gd name="connsiteY218" fmla="*/ 3043238 h 3521869"/>
              <a:gd name="connsiteX219" fmla="*/ 5093493 w 5207793"/>
              <a:gd name="connsiteY219" fmla="*/ 3064669 h 3521869"/>
              <a:gd name="connsiteX220" fmla="*/ 5114925 w 5207793"/>
              <a:gd name="connsiteY220" fmla="*/ 3114675 h 3521869"/>
              <a:gd name="connsiteX221" fmla="*/ 5129212 w 5207793"/>
              <a:gd name="connsiteY221" fmla="*/ 3143250 h 3521869"/>
              <a:gd name="connsiteX222" fmla="*/ 5143500 w 5207793"/>
              <a:gd name="connsiteY222" fmla="*/ 3207544 h 3521869"/>
              <a:gd name="connsiteX223" fmla="*/ 5157787 w 5207793"/>
              <a:gd name="connsiteY223" fmla="*/ 3250406 h 3521869"/>
              <a:gd name="connsiteX224" fmla="*/ 5172075 w 5207793"/>
              <a:gd name="connsiteY224" fmla="*/ 3307556 h 3521869"/>
              <a:gd name="connsiteX225" fmla="*/ 5179218 w 5207793"/>
              <a:gd name="connsiteY225" fmla="*/ 3386138 h 3521869"/>
              <a:gd name="connsiteX226" fmla="*/ 5200650 w 5207793"/>
              <a:gd name="connsiteY226" fmla="*/ 3464719 h 3521869"/>
              <a:gd name="connsiteX227" fmla="*/ 5207793 w 5207793"/>
              <a:gd name="connsiteY227" fmla="*/ 3521869 h 3521869"/>
              <a:gd name="connsiteX0" fmla="*/ 0 w 5207793"/>
              <a:gd name="connsiteY0" fmla="*/ 3464719 h 3521869"/>
              <a:gd name="connsiteX1" fmla="*/ 7143 w 5207793"/>
              <a:gd name="connsiteY1" fmla="*/ 3386138 h 3521869"/>
              <a:gd name="connsiteX2" fmla="*/ 14287 w 5207793"/>
              <a:gd name="connsiteY2" fmla="*/ 3364706 h 3521869"/>
              <a:gd name="connsiteX3" fmla="*/ 21431 w 5207793"/>
              <a:gd name="connsiteY3" fmla="*/ 3328988 h 3521869"/>
              <a:gd name="connsiteX4" fmla="*/ 28575 w 5207793"/>
              <a:gd name="connsiteY4" fmla="*/ 3300413 h 3521869"/>
              <a:gd name="connsiteX5" fmla="*/ 35718 w 5207793"/>
              <a:gd name="connsiteY5" fmla="*/ 3250406 h 3521869"/>
              <a:gd name="connsiteX6" fmla="*/ 57150 w 5207793"/>
              <a:gd name="connsiteY6" fmla="*/ 3200400 h 3521869"/>
              <a:gd name="connsiteX7" fmla="*/ 64293 w 5207793"/>
              <a:gd name="connsiteY7" fmla="*/ 3178969 h 3521869"/>
              <a:gd name="connsiteX8" fmla="*/ 92868 w 5207793"/>
              <a:gd name="connsiteY8" fmla="*/ 3157538 h 3521869"/>
              <a:gd name="connsiteX9" fmla="*/ 121443 w 5207793"/>
              <a:gd name="connsiteY9" fmla="*/ 3107531 h 3521869"/>
              <a:gd name="connsiteX10" fmla="*/ 150018 w 5207793"/>
              <a:gd name="connsiteY10" fmla="*/ 3086100 h 3521869"/>
              <a:gd name="connsiteX11" fmla="*/ 171450 w 5207793"/>
              <a:gd name="connsiteY11" fmla="*/ 3057525 h 3521869"/>
              <a:gd name="connsiteX12" fmla="*/ 242887 w 5207793"/>
              <a:gd name="connsiteY12" fmla="*/ 3014663 h 3521869"/>
              <a:gd name="connsiteX13" fmla="*/ 264318 w 5207793"/>
              <a:gd name="connsiteY13" fmla="*/ 2957513 h 3521869"/>
              <a:gd name="connsiteX14" fmla="*/ 292893 w 5207793"/>
              <a:gd name="connsiteY14" fmla="*/ 2900363 h 3521869"/>
              <a:gd name="connsiteX15" fmla="*/ 307181 w 5207793"/>
              <a:gd name="connsiteY15" fmla="*/ 2664619 h 3521869"/>
              <a:gd name="connsiteX16" fmla="*/ 328612 w 5207793"/>
              <a:gd name="connsiteY16" fmla="*/ 2564606 h 3521869"/>
              <a:gd name="connsiteX17" fmla="*/ 335756 w 5207793"/>
              <a:gd name="connsiteY17" fmla="*/ 2521744 h 3521869"/>
              <a:gd name="connsiteX18" fmla="*/ 350043 w 5207793"/>
              <a:gd name="connsiteY18" fmla="*/ 2500313 h 3521869"/>
              <a:gd name="connsiteX19" fmla="*/ 364331 w 5207793"/>
              <a:gd name="connsiteY19" fmla="*/ 2450306 h 3521869"/>
              <a:gd name="connsiteX20" fmla="*/ 371475 w 5207793"/>
              <a:gd name="connsiteY20" fmla="*/ 2407444 h 3521869"/>
              <a:gd name="connsiteX21" fmla="*/ 385762 w 5207793"/>
              <a:gd name="connsiteY21" fmla="*/ 2357438 h 3521869"/>
              <a:gd name="connsiteX22" fmla="*/ 392906 w 5207793"/>
              <a:gd name="connsiteY22" fmla="*/ 2328863 h 3521869"/>
              <a:gd name="connsiteX23" fmla="*/ 407193 w 5207793"/>
              <a:gd name="connsiteY23" fmla="*/ 2307431 h 3521869"/>
              <a:gd name="connsiteX24" fmla="*/ 421481 w 5207793"/>
              <a:gd name="connsiteY24" fmla="*/ 2257425 h 3521869"/>
              <a:gd name="connsiteX25" fmla="*/ 428625 w 5207793"/>
              <a:gd name="connsiteY25" fmla="*/ 2228850 h 3521869"/>
              <a:gd name="connsiteX26" fmla="*/ 442912 w 5207793"/>
              <a:gd name="connsiteY26" fmla="*/ 2207419 h 3521869"/>
              <a:gd name="connsiteX27" fmla="*/ 464343 w 5207793"/>
              <a:gd name="connsiteY27" fmla="*/ 2150269 h 3521869"/>
              <a:gd name="connsiteX28" fmla="*/ 478631 w 5207793"/>
              <a:gd name="connsiteY28" fmla="*/ 2078831 h 3521869"/>
              <a:gd name="connsiteX29" fmla="*/ 485775 w 5207793"/>
              <a:gd name="connsiteY29" fmla="*/ 2050256 h 3521869"/>
              <a:gd name="connsiteX30" fmla="*/ 492918 w 5207793"/>
              <a:gd name="connsiteY30" fmla="*/ 2014538 h 3521869"/>
              <a:gd name="connsiteX31" fmla="*/ 500062 w 5207793"/>
              <a:gd name="connsiteY31" fmla="*/ 1993106 h 3521869"/>
              <a:gd name="connsiteX32" fmla="*/ 507206 w 5207793"/>
              <a:gd name="connsiteY32" fmla="*/ 1957388 h 3521869"/>
              <a:gd name="connsiteX33" fmla="*/ 514350 w 5207793"/>
              <a:gd name="connsiteY33" fmla="*/ 1935956 h 3521869"/>
              <a:gd name="connsiteX34" fmla="*/ 528637 w 5207793"/>
              <a:gd name="connsiteY34" fmla="*/ 1878806 h 3521869"/>
              <a:gd name="connsiteX35" fmla="*/ 535781 w 5207793"/>
              <a:gd name="connsiteY35" fmla="*/ 1785938 h 3521869"/>
              <a:gd name="connsiteX36" fmla="*/ 542925 w 5207793"/>
              <a:gd name="connsiteY36" fmla="*/ 1721644 h 3521869"/>
              <a:gd name="connsiteX37" fmla="*/ 535781 w 5207793"/>
              <a:gd name="connsiteY37" fmla="*/ 1578769 h 3521869"/>
              <a:gd name="connsiteX38" fmla="*/ 521493 w 5207793"/>
              <a:gd name="connsiteY38" fmla="*/ 1535906 h 3521869"/>
              <a:gd name="connsiteX39" fmla="*/ 528637 w 5207793"/>
              <a:gd name="connsiteY39" fmla="*/ 1400175 h 3521869"/>
              <a:gd name="connsiteX40" fmla="*/ 550068 w 5207793"/>
              <a:gd name="connsiteY40" fmla="*/ 1371600 h 3521869"/>
              <a:gd name="connsiteX41" fmla="*/ 564356 w 5207793"/>
              <a:gd name="connsiteY41" fmla="*/ 1293019 h 3521869"/>
              <a:gd name="connsiteX42" fmla="*/ 578643 w 5207793"/>
              <a:gd name="connsiteY42" fmla="*/ 964406 h 3521869"/>
              <a:gd name="connsiteX43" fmla="*/ 585787 w 5207793"/>
              <a:gd name="connsiteY43" fmla="*/ 907256 h 3521869"/>
              <a:gd name="connsiteX44" fmla="*/ 578643 w 5207793"/>
              <a:gd name="connsiteY44" fmla="*/ 385763 h 3521869"/>
              <a:gd name="connsiteX45" fmla="*/ 607218 w 5207793"/>
              <a:gd name="connsiteY45" fmla="*/ 278606 h 3521869"/>
              <a:gd name="connsiteX46" fmla="*/ 628650 w 5207793"/>
              <a:gd name="connsiteY46" fmla="*/ 228600 h 3521869"/>
              <a:gd name="connsiteX47" fmla="*/ 650081 w 5207793"/>
              <a:gd name="connsiteY47" fmla="*/ 200025 h 3521869"/>
              <a:gd name="connsiteX48" fmla="*/ 664368 w 5207793"/>
              <a:gd name="connsiteY48" fmla="*/ 171450 h 3521869"/>
              <a:gd name="connsiteX49" fmla="*/ 678656 w 5207793"/>
              <a:gd name="connsiteY49" fmla="*/ 150019 h 3521869"/>
              <a:gd name="connsiteX50" fmla="*/ 685800 w 5207793"/>
              <a:gd name="connsiteY50" fmla="*/ 128588 h 3521869"/>
              <a:gd name="connsiteX51" fmla="*/ 714375 w 5207793"/>
              <a:gd name="connsiteY51" fmla="*/ 100013 h 3521869"/>
              <a:gd name="connsiteX52" fmla="*/ 735806 w 5207793"/>
              <a:gd name="connsiteY52" fmla="*/ 71438 h 3521869"/>
              <a:gd name="connsiteX53" fmla="*/ 757237 w 5207793"/>
              <a:gd name="connsiteY53" fmla="*/ 50006 h 3521869"/>
              <a:gd name="connsiteX54" fmla="*/ 778668 w 5207793"/>
              <a:gd name="connsiteY54" fmla="*/ 21431 h 3521869"/>
              <a:gd name="connsiteX55" fmla="*/ 800100 w 5207793"/>
              <a:gd name="connsiteY55" fmla="*/ 14288 h 3521869"/>
              <a:gd name="connsiteX56" fmla="*/ 935831 w 5207793"/>
              <a:gd name="connsiteY56" fmla="*/ 28575 h 3521869"/>
              <a:gd name="connsiteX57" fmla="*/ 964406 w 5207793"/>
              <a:gd name="connsiteY57" fmla="*/ 50006 h 3521869"/>
              <a:gd name="connsiteX58" fmla="*/ 1014412 w 5207793"/>
              <a:gd name="connsiteY58" fmla="*/ 78581 h 3521869"/>
              <a:gd name="connsiteX59" fmla="*/ 1035843 w 5207793"/>
              <a:gd name="connsiteY59" fmla="*/ 100013 h 3521869"/>
              <a:gd name="connsiteX60" fmla="*/ 1064418 w 5207793"/>
              <a:gd name="connsiteY60" fmla="*/ 114300 h 3521869"/>
              <a:gd name="connsiteX61" fmla="*/ 1085850 w 5207793"/>
              <a:gd name="connsiteY61" fmla="*/ 128588 h 3521869"/>
              <a:gd name="connsiteX62" fmla="*/ 1128712 w 5207793"/>
              <a:gd name="connsiteY62" fmla="*/ 150019 h 3521869"/>
              <a:gd name="connsiteX63" fmla="*/ 1185862 w 5207793"/>
              <a:gd name="connsiteY63" fmla="*/ 178594 h 3521869"/>
              <a:gd name="connsiteX64" fmla="*/ 1207293 w 5207793"/>
              <a:gd name="connsiteY64" fmla="*/ 192881 h 3521869"/>
              <a:gd name="connsiteX65" fmla="*/ 1228725 w 5207793"/>
              <a:gd name="connsiteY65" fmla="*/ 200025 h 3521869"/>
              <a:gd name="connsiteX66" fmla="*/ 1257300 w 5207793"/>
              <a:gd name="connsiteY66" fmla="*/ 221456 h 3521869"/>
              <a:gd name="connsiteX67" fmla="*/ 1278731 w 5207793"/>
              <a:gd name="connsiteY67" fmla="*/ 235744 h 3521869"/>
              <a:gd name="connsiteX68" fmla="*/ 1350168 w 5207793"/>
              <a:gd name="connsiteY68" fmla="*/ 242888 h 3521869"/>
              <a:gd name="connsiteX69" fmla="*/ 1464468 w 5207793"/>
              <a:gd name="connsiteY69" fmla="*/ 235744 h 3521869"/>
              <a:gd name="connsiteX70" fmla="*/ 1485900 w 5207793"/>
              <a:gd name="connsiteY70" fmla="*/ 228600 h 3521869"/>
              <a:gd name="connsiteX71" fmla="*/ 1528762 w 5207793"/>
              <a:gd name="connsiteY71" fmla="*/ 192881 h 3521869"/>
              <a:gd name="connsiteX72" fmla="*/ 1535906 w 5207793"/>
              <a:gd name="connsiteY72" fmla="*/ 171450 h 3521869"/>
              <a:gd name="connsiteX73" fmla="*/ 1557337 w 5207793"/>
              <a:gd name="connsiteY73" fmla="*/ 164306 h 3521869"/>
              <a:gd name="connsiteX74" fmla="*/ 1585912 w 5207793"/>
              <a:gd name="connsiteY74" fmla="*/ 150019 h 3521869"/>
              <a:gd name="connsiteX75" fmla="*/ 1635918 w 5207793"/>
              <a:gd name="connsiteY75" fmla="*/ 135731 h 3521869"/>
              <a:gd name="connsiteX76" fmla="*/ 1714500 w 5207793"/>
              <a:gd name="connsiteY76" fmla="*/ 128588 h 3521869"/>
              <a:gd name="connsiteX77" fmla="*/ 1807368 w 5207793"/>
              <a:gd name="connsiteY77" fmla="*/ 114300 h 3521869"/>
              <a:gd name="connsiteX78" fmla="*/ 1835943 w 5207793"/>
              <a:gd name="connsiteY78" fmla="*/ 121444 h 3521869"/>
              <a:gd name="connsiteX79" fmla="*/ 1814512 w 5207793"/>
              <a:gd name="connsiteY79" fmla="*/ 142875 h 3521869"/>
              <a:gd name="connsiteX80" fmla="*/ 1807368 w 5207793"/>
              <a:gd name="connsiteY80" fmla="*/ 164306 h 3521869"/>
              <a:gd name="connsiteX81" fmla="*/ 1785937 w 5207793"/>
              <a:gd name="connsiteY81" fmla="*/ 171450 h 3521869"/>
              <a:gd name="connsiteX82" fmla="*/ 1750218 w 5207793"/>
              <a:gd name="connsiteY82" fmla="*/ 214313 h 3521869"/>
              <a:gd name="connsiteX83" fmla="*/ 1743075 w 5207793"/>
              <a:gd name="connsiteY83" fmla="*/ 235744 h 3521869"/>
              <a:gd name="connsiteX84" fmla="*/ 1714500 w 5207793"/>
              <a:gd name="connsiteY84" fmla="*/ 285750 h 3521869"/>
              <a:gd name="connsiteX85" fmla="*/ 1693068 w 5207793"/>
              <a:gd name="connsiteY85" fmla="*/ 314325 h 3521869"/>
              <a:gd name="connsiteX86" fmla="*/ 1664493 w 5207793"/>
              <a:gd name="connsiteY86" fmla="*/ 357188 h 3521869"/>
              <a:gd name="connsiteX87" fmla="*/ 1643062 w 5207793"/>
              <a:gd name="connsiteY87" fmla="*/ 378619 h 3521869"/>
              <a:gd name="connsiteX88" fmla="*/ 1614487 w 5207793"/>
              <a:gd name="connsiteY88" fmla="*/ 421481 h 3521869"/>
              <a:gd name="connsiteX89" fmla="*/ 1578768 w 5207793"/>
              <a:gd name="connsiteY89" fmla="*/ 464344 h 3521869"/>
              <a:gd name="connsiteX90" fmla="*/ 1564481 w 5207793"/>
              <a:gd name="connsiteY90" fmla="*/ 514350 h 3521869"/>
              <a:gd name="connsiteX91" fmla="*/ 1550193 w 5207793"/>
              <a:gd name="connsiteY91" fmla="*/ 578644 h 3521869"/>
              <a:gd name="connsiteX92" fmla="*/ 1557337 w 5207793"/>
              <a:gd name="connsiteY92" fmla="*/ 621506 h 3521869"/>
              <a:gd name="connsiteX93" fmla="*/ 1571625 w 5207793"/>
              <a:gd name="connsiteY93" fmla="*/ 700088 h 3521869"/>
              <a:gd name="connsiteX94" fmla="*/ 1593056 w 5207793"/>
              <a:gd name="connsiteY94" fmla="*/ 742950 h 3521869"/>
              <a:gd name="connsiteX95" fmla="*/ 1600200 w 5207793"/>
              <a:gd name="connsiteY95" fmla="*/ 785813 h 3521869"/>
              <a:gd name="connsiteX96" fmla="*/ 1607343 w 5207793"/>
              <a:gd name="connsiteY96" fmla="*/ 807244 h 3521869"/>
              <a:gd name="connsiteX97" fmla="*/ 1621631 w 5207793"/>
              <a:gd name="connsiteY97" fmla="*/ 871538 h 3521869"/>
              <a:gd name="connsiteX98" fmla="*/ 1635918 w 5207793"/>
              <a:gd name="connsiteY98" fmla="*/ 957263 h 3521869"/>
              <a:gd name="connsiteX99" fmla="*/ 1643062 w 5207793"/>
              <a:gd name="connsiteY99" fmla="*/ 978694 h 3521869"/>
              <a:gd name="connsiteX100" fmla="*/ 1657350 w 5207793"/>
              <a:gd name="connsiteY100" fmla="*/ 1000125 h 3521869"/>
              <a:gd name="connsiteX101" fmla="*/ 1664493 w 5207793"/>
              <a:gd name="connsiteY101" fmla="*/ 1028700 h 3521869"/>
              <a:gd name="connsiteX102" fmla="*/ 1678781 w 5207793"/>
              <a:gd name="connsiteY102" fmla="*/ 1050131 h 3521869"/>
              <a:gd name="connsiteX103" fmla="*/ 1685925 w 5207793"/>
              <a:gd name="connsiteY103" fmla="*/ 1085850 h 3521869"/>
              <a:gd name="connsiteX104" fmla="*/ 1728787 w 5207793"/>
              <a:gd name="connsiteY104" fmla="*/ 1135856 h 3521869"/>
              <a:gd name="connsiteX105" fmla="*/ 1743075 w 5207793"/>
              <a:gd name="connsiteY105" fmla="*/ 1157288 h 3521869"/>
              <a:gd name="connsiteX106" fmla="*/ 1750218 w 5207793"/>
              <a:gd name="connsiteY106" fmla="*/ 1185863 h 3521869"/>
              <a:gd name="connsiteX107" fmla="*/ 1793081 w 5207793"/>
              <a:gd name="connsiteY107" fmla="*/ 1235869 h 3521869"/>
              <a:gd name="connsiteX108" fmla="*/ 1828800 w 5207793"/>
              <a:gd name="connsiteY108" fmla="*/ 1278731 h 3521869"/>
              <a:gd name="connsiteX109" fmla="*/ 1864518 w 5207793"/>
              <a:gd name="connsiteY109" fmla="*/ 1314450 h 3521869"/>
              <a:gd name="connsiteX110" fmla="*/ 1921668 w 5207793"/>
              <a:gd name="connsiteY110" fmla="*/ 1378744 h 3521869"/>
              <a:gd name="connsiteX111" fmla="*/ 1978818 w 5207793"/>
              <a:gd name="connsiteY111" fmla="*/ 1393031 h 3521869"/>
              <a:gd name="connsiteX112" fmla="*/ 2007393 w 5207793"/>
              <a:gd name="connsiteY112" fmla="*/ 1400175 h 3521869"/>
              <a:gd name="connsiteX113" fmla="*/ 2028825 w 5207793"/>
              <a:gd name="connsiteY113" fmla="*/ 1407319 h 3521869"/>
              <a:gd name="connsiteX114" fmla="*/ 2078831 w 5207793"/>
              <a:gd name="connsiteY114" fmla="*/ 1414463 h 3521869"/>
              <a:gd name="connsiteX115" fmla="*/ 2135981 w 5207793"/>
              <a:gd name="connsiteY115" fmla="*/ 1428750 h 3521869"/>
              <a:gd name="connsiteX116" fmla="*/ 2228850 w 5207793"/>
              <a:gd name="connsiteY116" fmla="*/ 1443038 h 3521869"/>
              <a:gd name="connsiteX117" fmla="*/ 2257425 w 5207793"/>
              <a:gd name="connsiteY117" fmla="*/ 1450181 h 3521869"/>
              <a:gd name="connsiteX118" fmla="*/ 2300287 w 5207793"/>
              <a:gd name="connsiteY118" fmla="*/ 1464469 h 3521869"/>
              <a:gd name="connsiteX119" fmla="*/ 2507456 w 5207793"/>
              <a:gd name="connsiteY119" fmla="*/ 1471613 h 3521869"/>
              <a:gd name="connsiteX120" fmla="*/ 2543175 w 5207793"/>
              <a:gd name="connsiteY120" fmla="*/ 1478756 h 3521869"/>
              <a:gd name="connsiteX121" fmla="*/ 2878931 w 5207793"/>
              <a:gd name="connsiteY121" fmla="*/ 1478756 h 3521869"/>
              <a:gd name="connsiteX122" fmla="*/ 2914650 w 5207793"/>
              <a:gd name="connsiteY122" fmla="*/ 1471613 h 3521869"/>
              <a:gd name="connsiteX123" fmla="*/ 2964656 w 5207793"/>
              <a:gd name="connsiteY123" fmla="*/ 1450181 h 3521869"/>
              <a:gd name="connsiteX124" fmla="*/ 2986087 w 5207793"/>
              <a:gd name="connsiteY124" fmla="*/ 1443038 h 3521869"/>
              <a:gd name="connsiteX125" fmla="*/ 3043237 w 5207793"/>
              <a:gd name="connsiteY125" fmla="*/ 1421606 h 3521869"/>
              <a:gd name="connsiteX126" fmla="*/ 3071812 w 5207793"/>
              <a:gd name="connsiteY126" fmla="*/ 1400175 h 3521869"/>
              <a:gd name="connsiteX127" fmla="*/ 3093243 w 5207793"/>
              <a:gd name="connsiteY127" fmla="*/ 1378744 h 3521869"/>
              <a:gd name="connsiteX128" fmla="*/ 3128962 w 5207793"/>
              <a:gd name="connsiteY128" fmla="*/ 1357313 h 3521869"/>
              <a:gd name="connsiteX129" fmla="*/ 3186112 w 5207793"/>
              <a:gd name="connsiteY129" fmla="*/ 1300163 h 3521869"/>
              <a:gd name="connsiteX130" fmla="*/ 3214687 w 5207793"/>
              <a:gd name="connsiteY130" fmla="*/ 1243013 h 3521869"/>
              <a:gd name="connsiteX131" fmla="*/ 3236118 w 5207793"/>
              <a:gd name="connsiteY131" fmla="*/ 1228725 h 3521869"/>
              <a:gd name="connsiteX132" fmla="*/ 3271837 w 5207793"/>
              <a:gd name="connsiteY132" fmla="*/ 1178719 h 3521869"/>
              <a:gd name="connsiteX133" fmla="*/ 3293268 w 5207793"/>
              <a:gd name="connsiteY133" fmla="*/ 1164431 h 3521869"/>
              <a:gd name="connsiteX134" fmla="*/ 3300412 w 5207793"/>
              <a:gd name="connsiteY134" fmla="*/ 1143000 h 3521869"/>
              <a:gd name="connsiteX135" fmla="*/ 3321843 w 5207793"/>
              <a:gd name="connsiteY135" fmla="*/ 1135856 h 3521869"/>
              <a:gd name="connsiteX136" fmla="*/ 3343275 w 5207793"/>
              <a:gd name="connsiteY136" fmla="*/ 1114425 h 3521869"/>
              <a:gd name="connsiteX137" fmla="*/ 3357562 w 5207793"/>
              <a:gd name="connsiteY137" fmla="*/ 1085850 h 3521869"/>
              <a:gd name="connsiteX138" fmla="*/ 3393281 w 5207793"/>
              <a:gd name="connsiteY138" fmla="*/ 1028700 h 3521869"/>
              <a:gd name="connsiteX139" fmla="*/ 3400425 w 5207793"/>
              <a:gd name="connsiteY139" fmla="*/ 1007269 h 3521869"/>
              <a:gd name="connsiteX140" fmla="*/ 3436143 w 5207793"/>
              <a:gd name="connsiteY140" fmla="*/ 928688 h 3521869"/>
              <a:gd name="connsiteX141" fmla="*/ 3450431 w 5207793"/>
              <a:gd name="connsiteY141" fmla="*/ 842963 h 3521869"/>
              <a:gd name="connsiteX142" fmla="*/ 3464718 w 5207793"/>
              <a:gd name="connsiteY142" fmla="*/ 700088 h 3521869"/>
              <a:gd name="connsiteX143" fmla="*/ 3471862 w 5207793"/>
              <a:gd name="connsiteY143" fmla="*/ 664369 h 3521869"/>
              <a:gd name="connsiteX144" fmla="*/ 3479006 w 5207793"/>
              <a:gd name="connsiteY144" fmla="*/ 492919 h 3521869"/>
              <a:gd name="connsiteX145" fmla="*/ 3457575 w 5207793"/>
              <a:gd name="connsiteY145" fmla="*/ 321469 h 3521869"/>
              <a:gd name="connsiteX146" fmla="*/ 3443287 w 5207793"/>
              <a:gd name="connsiteY146" fmla="*/ 300038 h 3521869"/>
              <a:gd name="connsiteX147" fmla="*/ 3414712 w 5207793"/>
              <a:gd name="connsiteY147" fmla="*/ 242888 h 3521869"/>
              <a:gd name="connsiteX148" fmla="*/ 3407568 w 5207793"/>
              <a:gd name="connsiteY148" fmla="*/ 221456 h 3521869"/>
              <a:gd name="connsiteX149" fmla="*/ 3364706 w 5207793"/>
              <a:gd name="connsiteY149" fmla="*/ 192881 h 3521869"/>
              <a:gd name="connsiteX150" fmla="*/ 3328987 w 5207793"/>
              <a:gd name="connsiteY150" fmla="*/ 150019 h 3521869"/>
              <a:gd name="connsiteX151" fmla="*/ 3286125 w 5207793"/>
              <a:gd name="connsiteY151" fmla="*/ 121444 h 3521869"/>
              <a:gd name="connsiteX152" fmla="*/ 3264693 w 5207793"/>
              <a:gd name="connsiteY152" fmla="*/ 92869 h 3521869"/>
              <a:gd name="connsiteX153" fmla="*/ 3236118 w 5207793"/>
              <a:gd name="connsiteY153" fmla="*/ 50006 h 3521869"/>
              <a:gd name="connsiteX154" fmla="*/ 3250406 w 5207793"/>
              <a:gd name="connsiteY154" fmla="*/ 14288 h 3521869"/>
              <a:gd name="connsiteX155" fmla="*/ 3328987 w 5207793"/>
              <a:gd name="connsiteY155" fmla="*/ 7144 h 3521869"/>
              <a:gd name="connsiteX156" fmla="*/ 3350418 w 5207793"/>
              <a:gd name="connsiteY156" fmla="*/ 0 h 3521869"/>
              <a:gd name="connsiteX157" fmla="*/ 3414712 w 5207793"/>
              <a:gd name="connsiteY157" fmla="*/ 21431 h 3521869"/>
              <a:gd name="connsiteX158" fmla="*/ 3457575 w 5207793"/>
              <a:gd name="connsiteY158" fmla="*/ 35719 h 3521869"/>
              <a:gd name="connsiteX159" fmla="*/ 3479006 w 5207793"/>
              <a:gd name="connsiteY159" fmla="*/ 42863 h 3521869"/>
              <a:gd name="connsiteX160" fmla="*/ 3543300 w 5207793"/>
              <a:gd name="connsiteY160" fmla="*/ 57150 h 3521869"/>
              <a:gd name="connsiteX161" fmla="*/ 3579018 w 5207793"/>
              <a:gd name="connsiteY161" fmla="*/ 71438 h 3521869"/>
              <a:gd name="connsiteX162" fmla="*/ 3636168 w 5207793"/>
              <a:gd name="connsiteY162" fmla="*/ 85725 h 3521869"/>
              <a:gd name="connsiteX163" fmla="*/ 3657600 w 5207793"/>
              <a:gd name="connsiteY163" fmla="*/ 100013 h 3521869"/>
              <a:gd name="connsiteX164" fmla="*/ 3686175 w 5207793"/>
              <a:gd name="connsiteY164" fmla="*/ 114300 h 3521869"/>
              <a:gd name="connsiteX165" fmla="*/ 3700462 w 5207793"/>
              <a:gd name="connsiteY165" fmla="*/ 142875 h 3521869"/>
              <a:gd name="connsiteX166" fmla="*/ 3757612 w 5207793"/>
              <a:gd name="connsiteY166" fmla="*/ 171450 h 3521869"/>
              <a:gd name="connsiteX167" fmla="*/ 3807618 w 5207793"/>
              <a:gd name="connsiteY167" fmla="*/ 192881 h 3521869"/>
              <a:gd name="connsiteX168" fmla="*/ 3829050 w 5207793"/>
              <a:gd name="connsiteY168" fmla="*/ 207169 h 3521869"/>
              <a:gd name="connsiteX169" fmla="*/ 3871912 w 5207793"/>
              <a:gd name="connsiteY169" fmla="*/ 214313 h 3521869"/>
              <a:gd name="connsiteX170" fmla="*/ 4150518 w 5207793"/>
              <a:gd name="connsiteY170" fmla="*/ 207169 h 3521869"/>
              <a:gd name="connsiteX171" fmla="*/ 4186237 w 5207793"/>
              <a:gd name="connsiteY171" fmla="*/ 178594 h 3521869"/>
              <a:gd name="connsiteX172" fmla="*/ 4214812 w 5207793"/>
              <a:gd name="connsiteY172" fmla="*/ 171450 h 3521869"/>
              <a:gd name="connsiteX173" fmla="*/ 4236243 w 5207793"/>
              <a:gd name="connsiteY173" fmla="*/ 164306 h 3521869"/>
              <a:gd name="connsiteX174" fmla="*/ 4386262 w 5207793"/>
              <a:gd name="connsiteY174" fmla="*/ 185738 h 3521869"/>
              <a:gd name="connsiteX175" fmla="*/ 4421981 w 5207793"/>
              <a:gd name="connsiteY175" fmla="*/ 221456 h 3521869"/>
              <a:gd name="connsiteX176" fmla="*/ 4457700 w 5207793"/>
              <a:gd name="connsiteY176" fmla="*/ 285750 h 3521869"/>
              <a:gd name="connsiteX177" fmla="*/ 4471987 w 5207793"/>
              <a:gd name="connsiteY177" fmla="*/ 364331 h 3521869"/>
              <a:gd name="connsiteX178" fmla="*/ 4486275 w 5207793"/>
              <a:gd name="connsiteY178" fmla="*/ 428625 h 3521869"/>
              <a:gd name="connsiteX179" fmla="*/ 4514850 w 5207793"/>
              <a:gd name="connsiteY179" fmla="*/ 485775 h 3521869"/>
              <a:gd name="connsiteX180" fmla="*/ 4521993 w 5207793"/>
              <a:gd name="connsiteY180" fmla="*/ 521494 h 3521869"/>
              <a:gd name="connsiteX181" fmla="*/ 4529137 w 5207793"/>
              <a:gd name="connsiteY181" fmla="*/ 550069 h 3521869"/>
              <a:gd name="connsiteX182" fmla="*/ 4543425 w 5207793"/>
              <a:gd name="connsiteY182" fmla="*/ 771525 h 3521869"/>
              <a:gd name="connsiteX183" fmla="*/ 4557712 w 5207793"/>
              <a:gd name="connsiteY183" fmla="*/ 850106 h 3521869"/>
              <a:gd name="connsiteX184" fmla="*/ 4564856 w 5207793"/>
              <a:gd name="connsiteY184" fmla="*/ 892969 h 3521869"/>
              <a:gd name="connsiteX185" fmla="*/ 4593431 w 5207793"/>
              <a:gd name="connsiteY185" fmla="*/ 1021556 h 3521869"/>
              <a:gd name="connsiteX186" fmla="*/ 4600575 w 5207793"/>
              <a:gd name="connsiteY186" fmla="*/ 1078706 h 3521869"/>
              <a:gd name="connsiteX187" fmla="*/ 4607718 w 5207793"/>
              <a:gd name="connsiteY187" fmla="*/ 1321594 h 3521869"/>
              <a:gd name="connsiteX188" fmla="*/ 4614862 w 5207793"/>
              <a:gd name="connsiteY188" fmla="*/ 1357313 h 3521869"/>
              <a:gd name="connsiteX189" fmla="*/ 4636293 w 5207793"/>
              <a:gd name="connsiteY189" fmla="*/ 1378744 h 3521869"/>
              <a:gd name="connsiteX190" fmla="*/ 4643437 w 5207793"/>
              <a:gd name="connsiteY190" fmla="*/ 1421606 h 3521869"/>
              <a:gd name="connsiteX191" fmla="*/ 4650581 w 5207793"/>
              <a:gd name="connsiteY191" fmla="*/ 1471613 h 3521869"/>
              <a:gd name="connsiteX192" fmla="*/ 4657725 w 5207793"/>
              <a:gd name="connsiteY192" fmla="*/ 1493044 h 3521869"/>
              <a:gd name="connsiteX193" fmla="*/ 4664868 w 5207793"/>
              <a:gd name="connsiteY193" fmla="*/ 1585913 h 3521869"/>
              <a:gd name="connsiteX194" fmla="*/ 4672012 w 5207793"/>
              <a:gd name="connsiteY194" fmla="*/ 1650206 h 3521869"/>
              <a:gd name="connsiteX195" fmla="*/ 4686300 w 5207793"/>
              <a:gd name="connsiteY195" fmla="*/ 1778794 h 3521869"/>
              <a:gd name="connsiteX196" fmla="*/ 4700587 w 5207793"/>
              <a:gd name="connsiteY196" fmla="*/ 1921669 h 3521869"/>
              <a:gd name="connsiteX197" fmla="*/ 4714875 w 5207793"/>
              <a:gd name="connsiteY197" fmla="*/ 2000250 h 3521869"/>
              <a:gd name="connsiteX198" fmla="*/ 4722018 w 5207793"/>
              <a:gd name="connsiteY198" fmla="*/ 2050256 h 3521869"/>
              <a:gd name="connsiteX199" fmla="*/ 4736306 w 5207793"/>
              <a:gd name="connsiteY199" fmla="*/ 2071688 h 3521869"/>
              <a:gd name="connsiteX200" fmla="*/ 4764881 w 5207793"/>
              <a:gd name="connsiteY200" fmla="*/ 2121694 h 3521869"/>
              <a:gd name="connsiteX201" fmla="*/ 4779168 w 5207793"/>
              <a:gd name="connsiteY201" fmla="*/ 2164556 h 3521869"/>
              <a:gd name="connsiteX202" fmla="*/ 4793456 w 5207793"/>
              <a:gd name="connsiteY202" fmla="*/ 2235994 h 3521869"/>
              <a:gd name="connsiteX203" fmla="*/ 4800600 w 5207793"/>
              <a:gd name="connsiteY203" fmla="*/ 2257425 h 3521869"/>
              <a:gd name="connsiteX204" fmla="*/ 4807743 w 5207793"/>
              <a:gd name="connsiteY204" fmla="*/ 2286000 h 3521869"/>
              <a:gd name="connsiteX205" fmla="*/ 4814887 w 5207793"/>
              <a:gd name="connsiteY205" fmla="*/ 2307431 h 3521869"/>
              <a:gd name="connsiteX206" fmla="*/ 4836318 w 5207793"/>
              <a:gd name="connsiteY206" fmla="*/ 2407444 h 3521869"/>
              <a:gd name="connsiteX207" fmla="*/ 4864893 w 5207793"/>
              <a:gd name="connsiteY207" fmla="*/ 2514600 h 3521869"/>
              <a:gd name="connsiteX208" fmla="*/ 4872037 w 5207793"/>
              <a:gd name="connsiteY208" fmla="*/ 2543175 h 3521869"/>
              <a:gd name="connsiteX209" fmla="*/ 4886325 w 5207793"/>
              <a:gd name="connsiteY209" fmla="*/ 2614613 h 3521869"/>
              <a:gd name="connsiteX210" fmla="*/ 4900612 w 5207793"/>
              <a:gd name="connsiteY210" fmla="*/ 2657475 h 3521869"/>
              <a:gd name="connsiteX211" fmla="*/ 4922043 w 5207793"/>
              <a:gd name="connsiteY211" fmla="*/ 2678906 h 3521869"/>
              <a:gd name="connsiteX212" fmla="*/ 4929187 w 5207793"/>
              <a:gd name="connsiteY212" fmla="*/ 2728913 h 3521869"/>
              <a:gd name="connsiteX213" fmla="*/ 4936331 w 5207793"/>
              <a:gd name="connsiteY213" fmla="*/ 2757488 h 3521869"/>
              <a:gd name="connsiteX214" fmla="*/ 4943475 w 5207793"/>
              <a:gd name="connsiteY214" fmla="*/ 2914650 h 3521869"/>
              <a:gd name="connsiteX215" fmla="*/ 4943475 w 5207793"/>
              <a:gd name="connsiteY215" fmla="*/ 2943225 h 3521869"/>
              <a:gd name="connsiteX216" fmla="*/ 4957762 w 5207793"/>
              <a:gd name="connsiteY216" fmla="*/ 2993232 h 3521869"/>
              <a:gd name="connsiteX217" fmla="*/ 5000625 w 5207793"/>
              <a:gd name="connsiteY217" fmla="*/ 3021806 h 3521869"/>
              <a:gd name="connsiteX218" fmla="*/ 5064918 w 5207793"/>
              <a:gd name="connsiteY218" fmla="*/ 3043238 h 3521869"/>
              <a:gd name="connsiteX219" fmla="*/ 5093493 w 5207793"/>
              <a:gd name="connsiteY219" fmla="*/ 3064669 h 3521869"/>
              <a:gd name="connsiteX220" fmla="*/ 5114925 w 5207793"/>
              <a:gd name="connsiteY220" fmla="*/ 3114675 h 3521869"/>
              <a:gd name="connsiteX221" fmla="*/ 5129212 w 5207793"/>
              <a:gd name="connsiteY221" fmla="*/ 3143250 h 3521869"/>
              <a:gd name="connsiteX222" fmla="*/ 5143500 w 5207793"/>
              <a:gd name="connsiteY222" fmla="*/ 3207544 h 3521869"/>
              <a:gd name="connsiteX223" fmla="*/ 5157787 w 5207793"/>
              <a:gd name="connsiteY223" fmla="*/ 3250406 h 3521869"/>
              <a:gd name="connsiteX224" fmla="*/ 5172075 w 5207793"/>
              <a:gd name="connsiteY224" fmla="*/ 3307556 h 3521869"/>
              <a:gd name="connsiteX225" fmla="*/ 5179218 w 5207793"/>
              <a:gd name="connsiteY225" fmla="*/ 3386138 h 3521869"/>
              <a:gd name="connsiteX226" fmla="*/ 5200650 w 5207793"/>
              <a:gd name="connsiteY226" fmla="*/ 3464719 h 3521869"/>
              <a:gd name="connsiteX227" fmla="*/ 5207793 w 5207793"/>
              <a:gd name="connsiteY227" fmla="*/ 3521869 h 3521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Lst>
            <a:rect l="l" t="t" r="r" b="b"/>
            <a:pathLst>
              <a:path w="5207793" h="3521869">
                <a:moveTo>
                  <a:pt x="0" y="3464719"/>
                </a:moveTo>
                <a:cubicBezTo>
                  <a:pt x="2381" y="3438525"/>
                  <a:pt x="3424" y="3412175"/>
                  <a:pt x="7143" y="3386138"/>
                </a:cubicBezTo>
                <a:cubicBezTo>
                  <a:pt x="8208" y="3378683"/>
                  <a:pt x="12461" y="3372012"/>
                  <a:pt x="14287" y="3364706"/>
                </a:cubicBezTo>
                <a:cubicBezTo>
                  <a:pt x="17232" y="3352927"/>
                  <a:pt x="18797" y="3340841"/>
                  <a:pt x="21431" y="3328988"/>
                </a:cubicBezTo>
                <a:cubicBezTo>
                  <a:pt x="23561" y="3319404"/>
                  <a:pt x="26819" y="3310073"/>
                  <a:pt x="28575" y="3300413"/>
                </a:cubicBezTo>
                <a:cubicBezTo>
                  <a:pt x="31587" y="3283846"/>
                  <a:pt x="32416" y="3266917"/>
                  <a:pt x="35718" y="3250406"/>
                </a:cubicBezTo>
                <a:cubicBezTo>
                  <a:pt x="39906" y="3229465"/>
                  <a:pt x="48438" y="3220729"/>
                  <a:pt x="57150" y="3200400"/>
                </a:cubicBezTo>
                <a:cubicBezTo>
                  <a:pt x="60116" y="3193479"/>
                  <a:pt x="59472" y="3184754"/>
                  <a:pt x="64293" y="3178969"/>
                </a:cubicBezTo>
                <a:cubicBezTo>
                  <a:pt x="71915" y="3169822"/>
                  <a:pt x="83343" y="3164682"/>
                  <a:pt x="92868" y="3157538"/>
                </a:cubicBezTo>
                <a:cubicBezTo>
                  <a:pt x="101042" y="3133017"/>
                  <a:pt x="99819" y="3129155"/>
                  <a:pt x="121443" y="3107531"/>
                </a:cubicBezTo>
                <a:cubicBezTo>
                  <a:pt x="129862" y="3099112"/>
                  <a:pt x="141599" y="3094519"/>
                  <a:pt x="150018" y="3086100"/>
                </a:cubicBezTo>
                <a:cubicBezTo>
                  <a:pt x="158437" y="3077681"/>
                  <a:pt x="162551" y="3065435"/>
                  <a:pt x="171450" y="3057525"/>
                </a:cubicBezTo>
                <a:cubicBezTo>
                  <a:pt x="193619" y="3037819"/>
                  <a:pt x="217282" y="3027465"/>
                  <a:pt x="242887" y="3014663"/>
                </a:cubicBezTo>
                <a:cubicBezTo>
                  <a:pt x="250073" y="2993106"/>
                  <a:pt x="254068" y="2979721"/>
                  <a:pt x="264318" y="2957513"/>
                </a:cubicBezTo>
                <a:cubicBezTo>
                  <a:pt x="273243" y="2938175"/>
                  <a:pt x="292893" y="2900363"/>
                  <a:pt x="292893" y="2900363"/>
                </a:cubicBezTo>
                <a:cubicBezTo>
                  <a:pt x="299514" y="2767952"/>
                  <a:pt x="297730" y="2778029"/>
                  <a:pt x="307181" y="2664619"/>
                </a:cubicBezTo>
                <a:cubicBezTo>
                  <a:pt x="314348" y="2578619"/>
                  <a:pt x="299982" y="2607553"/>
                  <a:pt x="328612" y="2564606"/>
                </a:cubicBezTo>
                <a:cubicBezTo>
                  <a:pt x="330993" y="2550319"/>
                  <a:pt x="331176" y="2535485"/>
                  <a:pt x="335756" y="2521744"/>
                </a:cubicBezTo>
                <a:cubicBezTo>
                  <a:pt x="338471" y="2513599"/>
                  <a:pt x="346854" y="2508284"/>
                  <a:pt x="350043" y="2500313"/>
                </a:cubicBezTo>
                <a:cubicBezTo>
                  <a:pt x="356481" y="2484217"/>
                  <a:pt x="360433" y="2467198"/>
                  <a:pt x="364331" y="2450306"/>
                </a:cubicBezTo>
                <a:cubicBezTo>
                  <a:pt x="367588" y="2436193"/>
                  <a:pt x="368634" y="2421647"/>
                  <a:pt x="371475" y="2407444"/>
                </a:cubicBezTo>
                <a:cubicBezTo>
                  <a:pt x="378921" y="2370213"/>
                  <a:pt x="376681" y="2389219"/>
                  <a:pt x="385762" y="2357438"/>
                </a:cubicBezTo>
                <a:cubicBezTo>
                  <a:pt x="388459" y="2347998"/>
                  <a:pt x="389039" y="2337887"/>
                  <a:pt x="392906" y="2328863"/>
                </a:cubicBezTo>
                <a:cubicBezTo>
                  <a:pt x="396288" y="2320971"/>
                  <a:pt x="402431" y="2314575"/>
                  <a:pt x="407193" y="2307431"/>
                </a:cubicBezTo>
                <a:cubicBezTo>
                  <a:pt x="429526" y="2218100"/>
                  <a:pt x="400983" y="2329164"/>
                  <a:pt x="421481" y="2257425"/>
                </a:cubicBezTo>
                <a:cubicBezTo>
                  <a:pt x="424178" y="2247985"/>
                  <a:pt x="424757" y="2237874"/>
                  <a:pt x="428625" y="2228850"/>
                </a:cubicBezTo>
                <a:cubicBezTo>
                  <a:pt x="432007" y="2220959"/>
                  <a:pt x="439072" y="2215098"/>
                  <a:pt x="442912" y="2207419"/>
                </a:cubicBezTo>
                <a:cubicBezTo>
                  <a:pt x="445441" y="2202360"/>
                  <a:pt x="461692" y="2161756"/>
                  <a:pt x="464343" y="2150269"/>
                </a:cubicBezTo>
                <a:cubicBezTo>
                  <a:pt x="469803" y="2126607"/>
                  <a:pt x="472741" y="2102390"/>
                  <a:pt x="478631" y="2078831"/>
                </a:cubicBezTo>
                <a:cubicBezTo>
                  <a:pt x="481012" y="2069306"/>
                  <a:pt x="483645" y="2059840"/>
                  <a:pt x="485775" y="2050256"/>
                </a:cubicBezTo>
                <a:cubicBezTo>
                  <a:pt x="488409" y="2038403"/>
                  <a:pt x="489973" y="2026317"/>
                  <a:pt x="492918" y="2014538"/>
                </a:cubicBezTo>
                <a:cubicBezTo>
                  <a:pt x="494744" y="2007232"/>
                  <a:pt x="498236" y="2000412"/>
                  <a:pt x="500062" y="1993106"/>
                </a:cubicBezTo>
                <a:cubicBezTo>
                  <a:pt x="503007" y="1981327"/>
                  <a:pt x="504261" y="1969167"/>
                  <a:pt x="507206" y="1957388"/>
                </a:cubicBezTo>
                <a:cubicBezTo>
                  <a:pt x="509032" y="1950082"/>
                  <a:pt x="512369" y="1943221"/>
                  <a:pt x="514350" y="1935956"/>
                </a:cubicBezTo>
                <a:cubicBezTo>
                  <a:pt x="519517" y="1917012"/>
                  <a:pt x="528637" y="1878806"/>
                  <a:pt x="528637" y="1878806"/>
                </a:cubicBezTo>
                <a:cubicBezTo>
                  <a:pt x="531018" y="1847850"/>
                  <a:pt x="532970" y="1816858"/>
                  <a:pt x="535781" y="1785938"/>
                </a:cubicBezTo>
                <a:cubicBezTo>
                  <a:pt x="537733" y="1764463"/>
                  <a:pt x="542925" y="1743207"/>
                  <a:pt x="542925" y="1721644"/>
                </a:cubicBezTo>
                <a:cubicBezTo>
                  <a:pt x="542925" y="1673960"/>
                  <a:pt x="541247" y="1626139"/>
                  <a:pt x="535781" y="1578769"/>
                </a:cubicBezTo>
                <a:cubicBezTo>
                  <a:pt x="534055" y="1563808"/>
                  <a:pt x="526256" y="1550194"/>
                  <a:pt x="521493" y="1535906"/>
                </a:cubicBezTo>
                <a:cubicBezTo>
                  <a:pt x="523874" y="1490662"/>
                  <a:pt x="523874" y="1427559"/>
                  <a:pt x="528637" y="1400175"/>
                </a:cubicBezTo>
                <a:cubicBezTo>
                  <a:pt x="533400" y="1372791"/>
                  <a:pt x="547485" y="1381931"/>
                  <a:pt x="550068" y="1371600"/>
                </a:cubicBezTo>
                <a:cubicBezTo>
                  <a:pt x="571410" y="1286230"/>
                  <a:pt x="533544" y="1339234"/>
                  <a:pt x="564356" y="1293019"/>
                </a:cubicBezTo>
                <a:cubicBezTo>
                  <a:pt x="585928" y="1142019"/>
                  <a:pt x="563952" y="1309659"/>
                  <a:pt x="578643" y="964406"/>
                </a:cubicBezTo>
                <a:cubicBezTo>
                  <a:pt x="579459" y="945225"/>
                  <a:pt x="583406" y="926306"/>
                  <a:pt x="585787" y="907256"/>
                </a:cubicBezTo>
                <a:cubicBezTo>
                  <a:pt x="583406" y="733425"/>
                  <a:pt x="578643" y="559610"/>
                  <a:pt x="578643" y="385763"/>
                </a:cubicBezTo>
                <a:cubicBezTo>
                  <a:pt x="578643" y="289535"/>
                  <a:pt x="562112" y="308678"/>
                  <a:pt x="607218" y="278606"/>
                </a:cubicBezTo>
                <a:cubicBezTo>
                  <a:pt x="614163" y="257772"/>
                  <a:pt x="616039" y="248778"/>
                  <a:pt x="628650" y="228600"/>
                </a:cubicBezTo>
                <a:cubicBezTo>
                  <a:pt x="634960" y="218504"/>
                  <a:pt x="643771" y="210121"/>
                  <a:pt x="650081" y="200025"/>
                </a:cubicBezTo>
                <a:cubicBezTo>
                  <a:pt x="655725" y="190994"/>
                  <a:pt x="659084" y="180696"/>
                  <a:pt x="664368" y="171450"/>
                </a:cubicBezTo>
                <a:cubicBezTo>
                  <a:pt x="668628" y="163995"/>
                  <a:pt x="674816" y="157698"/>
                  <a:pt x="678656" y="150019"/>
                </a:cubicBezTo>
                <a:cubicBezTo>
                  <a:pt x="682024" y="143284"/>
                  <a:pt x="681423" y="134715"/>
                  <a:pt x="685800" y="128588"/>
                </a:cubicBezTo>
                <a:cubicBezTo>
                  <a:pt x="693630" y="117627"/>
                  <a:pt x="705505" y="110151"/>
                  <a:pt x="714375" y="100013"/>
                </a:cubicBezTo>
                <a:cubicBezTo>
                  <a:pt x="722215" y="91053"/>
                  <a:pt x="728058" y="80478"/>
                  <a:pt x="735806" y="71438"/>
                </a:cubicBezTo>
                <a:cubicBezTo>
                  <a:pt x="742381" y="63767"/>
                  <a:pt x="750662" y="57677"/>
                  <a:pt x="757237" y="50006"/>
                </a:cubicBezTo>
                <a:cubicBezTo>
                  <a:pt x="764985" y="40966"/>
                  <a:pt x="769521" y="29053"/>
                  <a:pt x="778668" y="21431"/>
                </a:cubicBezTo>
                <a:cubicBezTo>
                  <a:pt x="784453" y="16610"/>
                  <a:pt x="792956" y="16669"/>
                  <a:pt x="800100" y="14288"/>
                </a:cubicBezTo>
                <a:cubicBezTo>
                  <a:pt x="845344" y="19050"/>
                  <a:pt x="891376" y="18911"/>
                  <a:pt x="935831" y="28575"/>
                </a:cubicBezTo>
                <a:cubicBezTo>
                  <a:pt x="947465" y="31104"/>
                  <a:pt x="954310" y="43696"/>
                  <a:pt x="964406" y="50006"/>
                </a:cubicBezTo>
                <a:cubicBezTo>
                  <a:pt x="992346" y="67469"/>
                  <a:pt x="990823" y="58923"/>
                  <a:pt x="1014412" y="78581"/>
                </a:cubicBezTo>
                <a:cubicBezTo>
                  <a:pt x="1022173" y="85049"/>
                  <a:pt x="1027622" y="94141"/>
                  <a:pt x="1035843" y="100013"/>
                </a:cubicBezTo>
                <a:cubicBezTo>
                  <a:pt x="1044509" y="106203"/>
                  <a:pt x="1055172" y="109017"/>
                  <a:pt x="1064418" y="114300"/>
                </a:cubicBezTo>
                <a:cubicBezTo>
                  <a:pt x="1071873" y="118560"/>
                  <a:pt x="1078344" y="124418"/>
                  <a:pt x="1085850" y="128588"/>
                </a:cubicBezTo>
                <a:cubicBezTo>
                  <a:pt x="1099814" y="136346"/>
                  <a:pt x="1115015" y="141801"/>
                  <a:pt x="1128712" y="150019"/>
                </a:cubicBezTo>
                <a:cubicBezTo>
                  <a:pt x="1180754" y="181244"/>
                  <a:pt x="1132862" y="165343"/>
                  <a:pt x="1185862" y="178594"/>
                </a:cubicBezTo>
                <a:cubicBezTo>
                  <a:pt x="1193006" y="183356"/>
                  <a:pt x="1199614" y="189041"/>
                  <a:pt x="1207293" y="192881"/>
                </a:cubicBezTo>
                <a:cubicBezTo>
                  <a:pt x="1214028" y="196249"/>
                  <a:pt x="1222187" y="196289"/>
                  <a:pt x="1228725" y="200025"/>
                </a:cubicBezTo>
                <a:cubicBezTo>
                  <a:pt x="1239063" y="205932"/>
                  <a:pt x="1247612" y="214536"/>
                  <a:pt x="1257300" y="221456"/>
                </a:cubicBezTo>
                <a:cubicBezTo>
                  <a:pt x="1264286" y="226446"/>
                  <a:pt x="1270365" y="233813"/>
                  <a:pt x="1278731" y="235744"/>
                </a:cubicBezTo>
                <a:cubicBezTo>
                  <a:pt x="1302049" y="241125"/>
                  <a:pt x="1326356" y="240507"/>
                  <a:pt x="1350168" y="242888"/>
                </a:cubicBezTo>
                <a:cubicBezTo>
                  <a:pt x="1388268" y="240507"/>
                  <a:pt x="1426503" y="239740"/>
                  <a:pt x="1464468" y="235744"/>
                </a:cubicBezTo>
                <a:cubicBezTo>
                  <a:pt x="1471957" y="234956"/>
                  <a:pt x="1480020" y="233304"/>
                  <a:pt x="1485900" y="228600"/>
                </a:cubicBezTo>
                <a:cubicBezTo>
                  <a:pt x="1553220" y="174744"/>
                  <a:pt x="1434054" y="240237"/>
                  <a:pt x="1528762" y="192881"/>
                </a:cubicBezTo>
                <a:cubicBezTo>
                  <a:pt x="1531143" y="185737"/>
                  <a:pt x="1530581" y="176775"/>
                  <a:pt x="1535906" y="171450"/>
                </a:cubicBezTo>
                <a:cubicBezTo>
                  <a:pt x="1541231" y="166125"/>
                  <a:pt x="1550416" y="167272"/>
                  <a:pt x="1557337" y="164306"/>
                </a:cubicBezTo>
                <a:cubicBezTo>
                  <a:pt x="1567125" y="160111"/>
                  <a:pt x="1576124" y="154214"/>
                  <a:pt x="1585912" y="150019"/>
                </a:cubicBezTo>
                <a:cubicBezTo>
                  <a:pt x="1595866" y="145753"/>
                  <a:pt x="1627147" y="136900"/>
                  <a:pt x="1635918" y="135731"/>
                </a:cubicBezTo>
                <a:cubicBezTo>
                  <a:pt x="1661989" y="132255"/>
                  <a:pt x="1688306" y="130969"/>
                  <a:pt x="1714500" y="128588"/>
                </a:cubicBezTo>
                <a:cubicBezTo>
                  <a:pt x="1751183" y="116360"/>
                  <a:pt x="1752117" y="114300"/>
                  <a:pt x="1807368" y="114300"/>
                </a:cubicBezTo>
                <a:cubicBezTo>
                  <a:pt x="1817186" y="114300"/>
                  <a:pt x="1826418" y="119063"/>
                  <a:pt x="1835943" y="121444"/>
                </a:cubicBezTo>
                <a:cubicBezTo>
                  <a:pt x="1828799" y="128588"/>
                  <a:pt x="1820116" y="134469"/>
                  <a:pt x="1814512" y="142875"/>
                </a:cubicBezTo>
                <a:cubicBezTo>
                  <a:pt x="1810335" y="149140"/>
                  <a:pt x="1812693" y="158981"/>
                  <a:pt x="1807368" y="164306"/>
                </a:cubicBezTo>
                <a:cubicBezTo>
                  <a:pt x="1802043" y="169631"/>
                  <a:pt x="1793081" y="169069"/>
                  <a:pt x="1785937" y="171450"/>
                </a:cubicBezTo>
                <a:cubicBezTo>
                  <a:pt x="1738590" y="266148"/>
                  <a:pt x="1804070" y="146997"/>
                  <a:pt x="1750218" y="214313"/>
                </a:cubicBezTo>
                <a:cubicBezTo>
                  <a:pt x="1745514" y="220193"/>
                  <a:pt x="1746041" y="228823"/>
                  <a:pt x="1743075" y="235744"/>
                </a:cubicBezTo>
                <a:cubicBezTo>
                  <a:pt x="1734108" y="256667"/>
                  <a:pt x="1727309" y="267818"/>
                  <a:pt x="1714500" y="285750"/>
                </a:cubicBezTo>
                <a:cubicBezTo>
                  <a:pt x="1707579" y="295439"/>
                  <a:pt x="1699896" y="304571"/>
                  <a:pt x="1693068" y="314325"/>
                </a:cubicBezTo>
                <a:cubicBezTo>
                  <a:pt x="1683221" y="328392"/>
                  <a:pt x="1676635" y="345046"/>
                  <a:pt x="1664493" y="357188"/>
                </a:cubicBezTo>
                <a:cubicBezTo>
                  <a:pt x="1657349" y="364332"/>
                  <a:pt x="1649264" y="370644"/>
                  <a:pt x="1643062" y="378619"/>
                </a:cubicBezTo>
                <a:cubicBezTo>
                  <a:pt x="1632520" y="392173"/>
                  <a:pt x="1626629" y="409339"/>
                  <a:pt x="1614487" y="421481"/>
                </a:cubicBezTo>
                <a:cubicBezTo>
                  <a:pt x="1586985" y="448984"/>
                  <a:pt x="1598660" y="434507"/>
                  <a:pt x="1578768" y="464344"/>
                </a:cubicBezTo>
                <a:cubicBezTo>
                  <a:pt x="1556451" y="553622"/>
                  <a:pt x="1584967" y="442651"/>
                  <a:pt x="1564481" y="514350"/>
                </a:cubicBezTo>
                <a:cubicBezTo>
                  <a:pt x="1557755" y="537890"/>
                  <a:pt x="1555104" y="554092"/>
                  <a:pt x="1550193" y="578644"/>
                </a:cubicBezTo>
                <a:cubicBezTo>
                  <a:pt x="1552574" y="592931"/>
                  <a:pt x="1555134" y="607190"/>
                  <a:pt x="1557337" y="621506"/>
                </a:cubicBezTo>
                <a:cubicBezTo>
                  <a:pt x="1559191" y="633560"/>
                  <a:pt x="1564291" y="682975"/>
                  <a:pt x="1571625" y="700088"/>
                </a:cubicBezTo>
                <a:cubicBezTo>
                  <a:pt x="1613174" y="797035"/>
                  <a:pt x="1562950" y="652636"/>
                  <a:pt x="1593056" y="742950"/>
                </a:cubicBezTo>
                <a:cubicBezTo>
                  <a:pt x="1595437" y="757238"/>
                  <a:pt x="1597058" y="771673"/>
                  <a:pt x="1600200" y="785813"/>
                </a:cubicBezTo>
                <a:cubicBezTo>
                  <a:pt x="1601833" y="793164"/>
                  <a:pt x="1605710" y="799893"/>
                  <a:pt x="1607343" y="807244"/>
                </a:cubicBezTo>
                <a:cubicBezTo>
                  <a:pt x="1624104" y="882672"/>
                  <a:pt x="1605550" y="823296"/>
                  <a:pt x="1621631" y="871538"/>
                </a:cubicBezTo>
                <a:cubicBezTo>
                  <a:pt x="1627428" y="917908"/>
                  <a:pt x="1625431" y="920558"/>
                  <a:pt x="1635918" y="957263"/>
                </a:cubicBezTo>
                <a:cubicBezTo>
                  <a:pt x="1637987" y="964503"/>
                  <a:pt x="1639694" y="971959"/>
                  <a:pt x="1643062" y="978694"/>
                </a:cubicBezTo>
                <a:cubicBezTo>
                  <a:pt x="1646902" y="986373"/>
                  <a:pt x="1652587" y="992981"/>
                  <a:pt x="1657350" y="1000125"/>
                </a:cubicBezTo>
                <a:cubicBezTo>
                  <a:pt x="1659731" y="1009650"/>
                  <a:pt x="1660625" y="1019676"/>
                  <a:pt x="1664493" y="1028700"/>
                </a:cubicBezTo>
                <a:cubicBezTo>
                  <a:pt x="1667875" y="1036592"/>
                  <a:pt x="1675766" y="1042092"/>
                  <a:pt x="1678781" y="1050131"/>
                </a:cubicBezTo>
                <a:cubicBezTo>
                  <a:pt x="1683045" y="1061500"/>
                  <a:pt x="1681662" y="1074481"/>
                  <a:pt x="1685925" y="1085850"/>
                </a:cubicBezTo>
                <a:cubicBezTo>
                  <a:pt x="1693214" y="1105288"/>
                  <a:pt x="1716843" y="1121922"/>
                  <a:pt x="1728787" y="1135856"/>
                </a:cubicBezTo>
                <a:cubicBezTo>
                  <a:pt x="1734375" y="1142375"/>
                  <a:pt x="1738312" y="1150144"/>
                  <a:pt x="1743075" y="1157288"/>
                </a:cubicBezTo>
                <a:cubicBezTo>
                  <a:pt x="1745456" y="1166813"/>
                  <a:pt x="1746350" y="1176839"/>
                  <a:pt x="1750218" y="1185863"/>
                </a:cubicBezTo>
                <a:cubicBezTo>
                  <a:pt x="1758377" y="1204900"/>
                  <a:pt x="1779775" y="1222563"/>
                  <a:pt x="1793081" y="1235869"/>
                </a:cubicBezTo>
                <a:cubicBezTo>
                  <a:pt x="1806726" y="1276802"/>
                  <a:pt x="1789875" y="1239805"/>
                  <a:pt x="1828800" y="1278731"/>
                </a:cubicBezTo>
                <a:cubicBezTo>
                  <a:pt x="1876424" y="1326356"/>
                  <a:pt x="1807369" y="1276352"/>
                  <a:pt x="1864518" y="1314450"/>
                </a:cubicBezTo>
                <a:cubicBezTo>
                  <a:pt x="1878132" y="1334870"/>
                  <a:pt x="1900699" y="1371754"/>
                  <a:pt x="1921668" y="1378744"/>
                </a:cubicBezTo>
                <a:cubicBezTo>
                  <a:pt x="1959968" y="1391511"/>
                  <a:pt x="1927091" y="1381536"/>
                  <a:pt x="1978818" y="1393031"/>
                </a:cubicBezTo>
                <a:cubicBezTo>
                  <a:pt x="1988402" y="1395161"/>
                  <a:pt x="1997953" y="1397478"/>
                  <a:pt x="2007393" y="1400175"/>
                </a:cubicBezTo>
                <a:cubicBezTo>
                  <a:pt x="2014634" y="1402244"/>
                  <a:pt x="2021441" y="1405842"/>
                  <a:pt x="2028825" y="1407319"/>
                </a:cubicBezTo>
                <a:cubicBezTo>
                  <a:pt x="2045336" y="1410621"/>
                  <a:pt x="2062320" y="1411161"/>
                  <a:pt x="2078831" y="1414463"/>
                </a:cubicBezTo>
                <a:cubicBezTo>
                  <a:pt x="2098086" y="1418314"/>
                  <a:pt x="2116496" y="1426314"/>
                  <a:pt x="2135981" y="1428750"/>
                </a:cubicBezTo>
                <a:cubicBezTo>
                  <a:pt x="2185477" y="1434937"/>
                  <a:pt x="2186767" y="1433686"/>
                  <a:pt x="2228850" y="1443038"/>
                </a:cubicBezTo>
                <a:cubicBezTo>
                  <a:pt x="2238434" y="1445168"/>
                  <a:pt x="2248021" y="1447360"/>
                  <a:pt x="2257425" y="1450181"/>
                </a:cubicBezTo>
                <a:cubicBezTo>
                  <a:pt x="2271850" y="1454509"/>
                  <a:pt x="2285236" y="1463950"/>
                  <a:pt x="2300287" y="1464469"/>
                </a:cubicBezTo>
                <a:lnTo>
                  <a:pt x="2507456" y="1471613"/>
                </a:lnTo>
                <a:cubicBezTo>
                  <a:pt x="2519362" y="1473994"/>
                  <a:pt x="2531058" y="1477974"/>
                  <a:pt x="2543175" y="1478756"/>
                </a:cubicBezTo>
                <a:cubicBezTo>
                  <a:pt x="2724166" y="1490432"/>
                  <a:pt x="2711281" y="1486740"/>
                  <a:pt x="2878931" y="1478756"/>
                </a:cubicBezTo>
                <a:cubicBezTo>
                  <a:pt x="2890837" y="1476375"/>
                  <a:pt x="2902870" y="1474558"/>
                  <a:pt x="2914650" y="1471613"/>
                </a:cubicBezTo>
                <a:cubicBezTo>
                  <a:pt x="2941454" y="1464912"/>
                  <a:pt x="2936035" y="1462447"/>
                  <a:pt x="2964656" y="1450181"/>
                </a:cubicBezTo>
                <a:cubicBezTo>
                  <a:pt x="2971577" y="1447215"/>
                  <a:pt x="2979036" y="1445682"/>
                  <a:pt x="2986087" y="1443038"/>
                </a:cubicBezTo>
                <a:cubicBezTo>
                  <a:pt x="3054452" y="1417401"/>
                  <a:pt x="2994576" y="1437827"/>
                  <a:pt x="3043237" y="1421606"/>
                </a:cubicBezTo>
                <a:cubicBezTo>
                  <a:pt x="3052762" y="1414462"/>
                  <a:pt x="3062772" y="1407923"/>
                  <a:pt x="3071812" y="1400175"/>
                </a:cubicBezTo>
                <a:cubicBezTo>
                  <a:pt x="3079483" y="1393600"/>
                  <a:pt x="3085161" y="1384806"/>
                  <a:pt x="3093243" y="1378744"/>
                </a:cubicBezTo>
                <a:cubicBezTo>
                  <a:pt x="3104351" y="1370413"/>
                  <a:pt x="3118362" y="1366282"/>
                  <a:pt x="3128962" y="1357313"/>
                </a:cubicBezTo>
                <a:cubicBezTo>
                  <a:pt x="3149528" y="1339911"/>
                  <a:pt x="3186112" y="1300163"/>
                  <a:pt x="3186112" y="1300163"/>
                </a:cubicBezTo>
                <a:cubicBezTo>
                  <a:pt x="3193904" y="1276787"/>
                  <a:pt x="3196283" y="1264485"/>
                  <a:pt x="3214687" y="1243013"/>
                </a:cubicBezTo>
                <a:cubicBezTo>
                  <a:pt x="3220275" y="1236494"/>
                  <a:pt x="3228974" y="1233488"/>
                  <a:pt x="3236118" y="1228725"/>
                </a:cubicBezTo>
                <a:cubicBezTo>
                  <a:pt x="3244229" y="1216559"/>
                  <a:pt x="3262979" y="1187577"/>
                  <a:pt x="3271837" y="1178719"/>
                </a:cubicBezTo>
                <a:cubicBezTo>
                  <a:pt x="3277908" y="1172648"/>
                  <a:pt x="3286124" y="1169194"/>
                  <a:pt x="3293268" y="1164431"/>
                </a:cubicBezTo>
                <a:cubicBezTo>
                  <a:pt x="3295649" y="1157287"/>
                  <a:pt x="3295087" y="1148325"/>
                  <a:pt x="3300412" y="1143000"/>
                </a:cubicBezTo>
                <a:cubicBezTo>
                  <a:pt x="3305737" y="1137675"/>
                  <a:pt x="3315578" y="1140033"/>
                  <a:pt x="3321843" y="1135856"/>
                </a:cubicBezTo>
                <a:cubicBezTo>
                  <a:pt x="3330249" y="1130252"/>
                  <a:pt x="3336131" y="1121569"/>
                  <a:pt x="3343275" y="1114425"/>
                </a:cubicBezTo>
                <a:cubicBezTo>
                  <a:pt x="3348037" y="1104900"/>
                  <a:pt x="3352278" y="1095096"/>
                  <a:pt x="3357562" y="1085850"/>
                </a:cubicBezTo>
                <a:cubicBezTo>
                  <a:pt x="3380239" y="1046166"/>
                  <a:pt x="3366322" y="1082617"/>
                  <a:pt x="3393281" y="1028700"/>
                </a:cubicBezTo>
                <a:cubicBezTo>
                  <a:pt x="3396649" y="1021965"/>
                  <a:pt x="3397057" y="1014004"/>
                  <a:pt x="3400425" y="1007269"/>
                </a:cubicBezTo>
                <a:cubicBezTo>
                  <a:pt x="3419121" y="969877"/>
                  <a:pt x="3428836" y="972530"/>
                  <a:pt x="3436143" y="928688"/>
                </a:cubicBezTo>
                <a:lnTo>
                  <a:pt x="3450431" y="842963"/>
                </a:lnTo>
                <a:cubicBezTo>
                  <a:pt x="3454809" y="790430"/>
                  <a:pt x="3456938" y="750658"/>
                  <a:pt x="3464718" y="700088"/>
                </a:cubicBezTo>
                <a:cubicBezTo>
                  <a:pt x="3466564" y="688087"/>
                  <a:pt x="3469481" y="676275"/>
                  <a:pt x="3471862" y="664369"/>
                </a:cubicBezTo>
                <a:cubicBezTo>
                  <a:pt x="3474243" y="607219"/>
                  <a:pt x="3479006" y="550119"/>
                  <a:pt x="3479006" y="492919"/>
                </a:cubicBezTo>
                <a:cubicBezTo>
                  <a:pt x="3479006" y="486018"/>
                  <a:pt x="3476816" y="350328"/>
                  <a:pt x="3457575" y="321469"/>
                </a:cubicBezTo>
                <a:lnTo>
                  <a:pt x="3443287" y="300038"/>
                </a:lnTo>
                <a:cubicBezTo>
                  <a:pt x="3429083" y="243222"/>
                  <a:pt x="3447094" y="299557"/>
                  <a:pt x="3414712" y="242888"/>
                </a:cubicBezTo>
                <a:cubicBezTo>
                  <a:pt x="3410976" y="236350"/>
                  <a:pt x="3412893" y="226781"/>
                  <a:pt x="3407568" y="221456"/>
                </a:cubicBezTo>
                <a:cubicBezTo>
                  <a:pt x="3395426" y="209314"/>
                  <a:pt x="3364706" y="192881"/>
                  <a:pt x="3364706" y="192881"/>
                </a:cubicBezTo>
                <a:cubicBezTo>
                  <a:pt x="3352006" y="173832"/>
                  <a:pt x="3348026" y="164827"/>
                  <a:pt x="3328987" y="150019"/>
                </a:cubicBezTo>
                <a:cubicBezTo>
                  <a:pt x="3315433" y="139477"/>
                  <a:pt x="3296428" y="135181"/>
                  <a:pt x="3286125" y="121444"/>
                </a:cubicBezTo>
                <a:cubicBezTo>
                  <a:pt x="3278981" y="111919"/>
                  <a:pt x="3271521" y="102623"/>
                  <a:pt x="3264693" y="92869"/>
                </a:cubicBezTo>
                <a:cubicBezTo>
                  <a:pt x="3254846" y="78802"/>
                  <a:pt x="3236118" y="50006"/>
                  <a:pt x="3236118" y="50006"/>
                </a:cubicBezTo>
                <a:cubicBezTo>
                  <a:pt x="3240881" y="38100"/>
                  <a:pt x="3238763" y="19662"/>
                  <a:pt x="3250406" y="14288"/>
                </a:cubicBezTo>
                <a:cubicBezTo>
                  <a:pt x="3274287" y="3266"/>
                  <a:pt x="3302950" y="10864"/>
                  <a:pt x="3328987" y="7144"/>
                </a:cubicBezTo>
                <a:cubicBezTo>
                  <a:pt x="3336441" y="6079"/>
                  <a:pt x="3343274" y="2381"/>
                  <a:pt x="3350418" y="0"/>
                </a:cubicBezTo>
                <a:cubicBezTo>
                  <a:pt x="3419059" y="13729"/>
                  <a:pt x="3355561" y="-2229"/>
                  <a:pt x="3414712" y="21431"/>
                </a:cubicBezTo>
                <a:cubicBezTo>
                  <a:pt x="3428695" y="27024"/>
                  <a:pt x="3443287" y="30956"/>
                  <a:pt x="3457575" y="35719"/>
                </a:cubicBezTo>
                <a:cubicBezTo>
                  <a:pt x="3464719" y="38100"/>
                  <a:pt x="3471701" y="41037"/>
                  <a:pt x="3479006" y="42863"/>
                </a:cubicBezTo>
                <a:cubicBezTo>
                  <a:pt x="3519361" y="52951"/>
                  <a:pt x="3497954" y="48080"/>
                  <a:pt x="3543300" y="57150"/>
                </a:cubicBezTo>
                <a:cubicBezTo>
                  <a:pt x="3555206" y="61913"/>
                  <a:pt x="3566762" y="67667"/>
                  <a:pt x="3579018" y="71438"/>
                </a:cubicBezTo>
                <a:cubicBezTo>
                  <a:pt x="3597786" y="77213"/>
                  <a:pt x="3636168" y="85725"/>
                  <a:pt x="3636168" y="85725"/>
                </a:cubicBezTo>
                <a:cubicBezTo>
                  <a:pt x="3643312" y="90488"/>
                  <a:pt x="3650145" y="95753"/>
                  <a:pt x="3657600" y="100013"/>
                </a:cubicBezTo>
                <a:cubicBezTo>
                  <a:pt x="3666846" y="105296"/>
                  <a:pt x="3678645" y="106770"/>
                  <a:pt x="3686175" y="114300"/>
                </a:cubicBezTo>
                <a:cubicBezTo>
                  <a:pt x="3693705" y="121830"/>
                  <a:pt x="3693645" y="134694"/>
                  <a:pt x="3700462" y="142875"/>
                </a:cubicBezTo>
                <a:cubicBezTo>
                  <a:pt x="3711625" y="156272"/>
                  <a:pt x="3745192" y="165930"/>
                  <a:pt x="3757612" y="171450"/>
                </a:cubicBezTo>
                <a:cubicBezTo>
                  <a:pt x="3810578" y="194991"/>
                  <a:pt x="3763599" y="178210"/>
                  <a:pt x="3807618" y="192881"/>
                </a:cubicBezTo>
                <a:cubicBezTo>
                  <a:pt x="3814762" y="197644"/>
                  <a:pt x="3820905" y="204454"/>
                  <a:pt x="3829050" y="207169"/>
                </a:cubicBezTo>
                <a:cubicBezTo>
                  <a:pt x="3842791" y="211750"/>
                  <a:pt x="3857428" y="214313"/>
                  <a:pt x="3871912" y="214313"/>
                </a:cubicBezTo>
                <a:cubicBezTo>
                  <a:pt x="3964811" y="214313"/>
                  <a:pt x="4057649" y="209550"/>
                  <a:pt x="4150518" y="207169"/>
                </a:cubicBezTo>
                <a:cubicBezTo>
                  <a:pt x="4220583" y="183814"/>
                  <a:pt x="4121612" y="221678"/>
                  <a:pt x="4186237" y="178594"/>
                </a:cubicBezTo>
                <a:cubicBezTo>
                  <a:pt x="4194406" y="173148"/>
                  <a:pt x="4205372" y="174147"/>
                  <a:pt x="4214812" y="171450"/>
                </a:cubicBezTo>
                <a:cubicBezTo>
                  <a:pt x="4222052" y="169381"/>
                  <a:pt x="4229099" y="166687"/>
                  <a:pt x="4236243" y="164306"/>
                </a:cubicBezTo>
                <a:cubicBezTo>
                  <a:pt x="4262054" y="165824"/>
                  <a:pt x="4349323" y="154956"/>
                  <a:pt x="4386262" y="185738"/>
                </a:cubicBezTo>
                <a:cubicBezTo>
                  <a:pt x="4481502" y="265104"/>
                  <a:pt x="4317218" y="151616"/>
                  <a:pt x="4421981" y="221456"/>
                </a:cubicBezTo>
                <a:cubicBezTo>
                  <a:pt x="4454733" y="270584"/>
                  <a:pt x="4445126" y="248029"/>
                  <a:pt x="4457700" y="285750"/>
                </a:cubicBezTo>
                <a:cubicBezTo>
                  <a:pt x="4474198" y="417748"/>
                  <a:pt x="4455469" y="298260"/>
                  <a:pt x="4471987" y="364331"/>
                </a:cubicBezTo>
                <a:cubicBezTo>
                  <a:pt x="4474248" y="373376"/>
                  <a:pt x="4481691" y="417624"/>
                  <a:pt x="4486275" y="428625"/>
                </a:cubicBezTo>
                <a:cubicBezTo>
                  <a:pt x="4494467" y="448285"/>
                  <a:pt x="4514850" y="485775"/>
                  <a:pt x="4514850" y="485775"/>
                </a:cubicBezTo>
                <a:cubicBezTo>
                  <a:pt x="4517231" y="497681"/>
                  <a:pt x="4519359" y="509641"/>
                  <a:pt x="4521993" y="521494"/>
                </a:cubicBezTo>
                <a:cubicBezTo>
                  <a:pt x="4524123" y="531078"/>
                  <a:pt x="4528525" y="540270"/>
                  <a:pt x="4529137" y="550069"/>
                </a:cubicBezTo>
                <a:cubicBezTo>
                  <a:pt x="4543392" y="778146"/>
                  <a:pt x="4514410" y="684484"/>
                  <a:pt x="4543425" y="771525"/>
                </a:cubicBezTo>
                <a:cubicBezTo>
                  <a:pt x="4561580" y="898623"/>
                  <a:pt x="4540872" y="765911"/>
                  <a:pt x="4557712" y="850106"/>
                </a:cubicBezTo>
                <a:cubicBezTo>
                  <a:pt x="4560553" y="864309"/>
                  <a:pt x="4561821" y="878806"/>
                  <a:pt x="4564856" y="892969"/>
                </a:cubicBezTo>
                <a:cubicBezTo>
                  <a:pt x="4575866" y="944350"/>
                  <a:pt x="4586628" y="967134"/>
                  <a:pt x="4593431" y="1021556"/>
                </a:cubicBezTo>
                <a:lnTo>
                  <a:pt x="4600575" y="1078706"/>
                </a:lnTo>
                <a:cubicBezTo>
                  <a:pt x="4602956" y="1159669"/>
                  <a:pt x="4603570" y="1240703"/>
                  <a:pt x="4607718" y="1321594"/>
                </a:cubicBezTo>
                <a:cubicBezTo>
                  <a:pt x="4608340" y="1333720"/>
                  <a:pt x="4609432" y="1346453"/>
                  <a:pt x="4614862" y="1357313"/>
                </a:cubicBezTo>
                <a:cubicBezTo>
                  <a:pt x="4619380" y="1366349"/>
                  <a:pt x="4629149" y="1371600"/>
                  <a:pt x="4636293" y="1378744"/>
                </a:cubicBezTo>
                <a:cubicBezTo>
                  <a:pt x="4638674" y="1393031"/>
                  <a:pt x="4641234" y="1407290"/>
                  <a:pt x="4643437" y="1421606"/>
                </a:cubicBezTo>
                <a:cubicBezTo>
                  <a:pt x="4645997" y="1438248"/>
                  <a:pt x="4647279" y="1455102"/>
                  <a:pt x="4650581" y="1471613"/>
                </a:cubicBezTo>
                <a:cubicBezTo>
                  <a:pt x="4652058" y="1478997"/>
                  <a:pt x="4655344" y="1485900"/>
                  <a:pt x="4657725" y="1493044"/>
                </a:cubicBezTo>
                <a:cubicBezTo>
                  <a:pt x="4660106" y="1524000"/>
                  <a:pt x="4662057" y="1554993"/>
                  <a:pt x="4664868" y="1585913"/>
                </a:cubicBezTo>
                <a:cubicBezTo>
                  <a:pt x="4666820" y="1607387"/>
                  <a:pt x="4670144" y="1628724"/>
                  <a:pt x="4672012" y="1650206"/>
                </a:cubicBezTo>
                <a:cubicBezTo>
                  <a:pt x="4682470" y="1770470"/>
                  <a:pt x="4670281" y="1714722"/>
                  <a:pt x="4686300" y="1778794"/>
                </a:cubicBezTo>
                <a:cubicBezTo>
                  <a:pt x="4690338" y="1827253"/>
                  <a:pt x="4693033" y="1873827"/>
                  <a:pt x="4700587" y="1921669"/>
                </a:cubicBezTo>
                <a:cubicBezTo>
                  <a:pt x="4704739" y="1947966"/>
                  <a:pt x="4710498" y="1973989"/>
                  <a:pt x="4714875" y="2000250"/>
                </a:cubicBezTo>
                <a:cubicBezTo>
                  <a:pt x="4717643" y="2016859"/>
                  <a:pt x="4717180" y="2034128"/>
                  <a:pt x="4722018" y="2050256"/>
                </a:cubicBezTo>
                <a:cubicBezTo>
                  <a:pt x="4724485" y="2058480"/>
                  <a:pt x="4732046" y="2064233"/>
                  <a:pt x="4736306" y="2071688"/>
                </a:cubicBezTo>
                <a:cubicBezTo>
                  <a:pt x="4772555" y="2135125"/>
                  <a:pt x="4730075" y="2069487"/>
                  <a:pt x="4764881" y="2121694"/>
                </a:cubicBezTo>
                <a:cubicBezTo>
                  <a:pt x="4769643" y="2135981"/>
                  <a:pt x="4775515" y="2149946"/>
                  <a:pt x="4779168" y="2164556"/>
                </a:cubicBezTo>
                <a:cubicBezTo>
                  <a:pt x="4807226" y="2276788"/>
                  <a:pt x="4769717" y="2152911"/>
                  <a:pt x="4793456" y="2235994"/>
                </a:cubicBezTo>
                <a:cubicBezTo>
                  <a:pt x="4795525" y="2243234"/>
                  <a:pt x="4798531" y="2250185"/>
                  <a:pt x="4800600" y="2257425"/>
                </a:cubicBezTo>
                <a:cubicBezTo>
                  <a:pt x="4803297" y="2266865"/>
                  <a:pt x="4805046" y="2276560"/>
                  <a:pt x="4807743" y="2286000"/>
                </a:cubicBezTo>
                <a:cubicBezTo>
                  <a:pt x="4809812" y="2293240"/>
                  <a:pt x="4812818" y="2300191"/>
                  <a:pt x="4814887" y="2307431"/>
                </a:cubicBezTo>
                <a:cubicBezTo>
                  <a:pt x="4822693" y="2334752"/>
                  <a:pt x="4833036" y="2387752"/>
                  <a:pt x="4836318" y="2407444"/>
                </a:cubicBezTo>
                <a:cubicBezTo>
                  <a:pt x="4852018" y="2501638"/>
                  <a:pt x="4834537" y="2469065"/>
                  <a:pt x="4864893" y="2514600"/>
                </a:cubicBezTo>
                <a:cubicBezTo>
                  <a:pt x="4867274" y="2524125"/>
                  <a:pt x="4869980" y="2533575"/>
                  <a:pt x="4872037" y="2543175"/>
                </a:cubicBezTo>
                <a:cubicBezTo>
                  <a:pt x="4877125" y="2566920"/>
                  <a:pt x="4878646" y="2591575"/>
                  <a:pt x="4886325" y="2614613"/>
                </a:cubicBezTo>
                <a:cubicBezTo>
                  <a:pt x="4891087" y="2628900"/>
                  <a:pt x="4889963" y="2646826"/>
                  <a:pt x="4900612" y="2657475"/>
                </a:cubicBezTo>
                <a:lnTo>
                  <a:pt x="4922043" y="2678906"/>
                </a:lnTo>
                <a:cubicBezTo>
                  <a:pt x="4924424" y="2695575"/>
                  <a:pt x="4926175" y="2712346"/>
                  <a:pt x="4929187" y="2728913"/>
                </a:cubicBezTo>
                <a:cubicBezTo>
                  <a:pt x="4930943" y="2738573"/>
                  <a:pt x="4935578" y="2747699"/>
                  <a:pt x="4936331" y="2757488"/>
                </a:cubicBezTo>
                <a:cubicBezTo>
                  <a:pt x="4940353" y="2809775"/>
                  <a:pt x="4942284" y="2883694"/>
                  <a:pt x="4943475" y="2914650"/>
                </a:cubicBezTo>
                <a:cubicBezTo>
                  <a:pt x="4944666" y="2945606"/>
                  <a:pt x="4941094" y="2930128"/>
                  <a:pt x="4943475" y="2943225"/>
                </a:cubicBezTo>
                <a:cubicBezTo>
                  <a:pt x="4945856" y="2956322"/>
                  <a:pt x="4948237" y="2980135"/>
                  <a:pt x="4957762" y="2993232"/>
                </a:cubicBezTo>
                <a:cubicBezTo>
                  <a:pt x="4967287" y="3006329"/>
                  <a:pt x="4982766" y="3013472"/>
                  <a:pt x="5000625" y="3021806"/>
                </a:cubicBezTo>
                <a:cubicBezTo>
                  <a:pt x="5018484" y="3030140"/>
                  <a:pt x="5064918" y="3043238"/>
                  <a:pt x="5064918" y="3043238"/>
                </a:cubicBezTo>
                <a:cubicBezTo>
                  <a:pt x="5074443" y="3050382"/>
                  <a:pt x="5085744" y="3055629"/>
                  <a:pt x="5093493" y="3064669"/>
                </a:cubicBezTo>
                <a:cubicBezTo>
                  <a:pt x="5107031" y="3080463"/>
                  <a:pt x="5107325" y="3096941"/>
                  <a:pt x="5114925" y="3114675"/>
                </a:cubicBezTo>
                <a:cubicBezTo>
                  <a:pt x="5119120" y="3124463"/>
                  <a:pt x="5124450" y="3133725"/>
                  <a:pt x="5129212" y="3143250"/>
                </a:cubicBezTo>
                <a:cubicBezTo>
                  <a:pt x="5133291" y="3163647"/>
                  <a:pt x="5137446" y="3187364"/>
                  <a:pt x="5143500" y="3207544"/>
                </a:cubicBezTo>
                <a:cubicBezTo>
                  <a:pt x="5147827" y="3221969"/>
                  <a:pt x="5154134" y="3235796"/>
                  <a:pt x="5157787" y="3250406"/>
                </a:cubicBezTo>
                <a:lnTo>
                  <a:pt x="5172075" y="3307556"/>
                </a:lnTo>
                <a:cubicBezTo>
                  <a:pt x="5174456" y="3333750"/>
                  <a:pt x="5175116" y="3360158"/>
                  <a:pt x="5179218" y="3386138"/>
                </a:cubicBezTo>
                <a:cubicBezTo>
                  <a:pt x="5184052" y="3416754"/>
                  <a:pt x="5191622" y="3437636"/>
                  <a:pt x="5200650" y="3464719"/>
                </a:cubicBezTo>
                <a:lnTo>
                  <a:pt x="5207793" y="3521869"/>
                </a:lnTo>
              </a:path>
            </a:pathLst>
          </a:custGeom>
          <a:no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B2CEC32-0CDA-497A-8A8B-FFBEC25C585D}"/>
              </a:ext>
            </a:extLst>
          </p:cNvPr>
          <p:cNvSpPr/>
          <p:nvPr/>
        </p:nvSpPr>
        <p:spPr>
          <a:xfrm>
            <a:off x="8292701" y="2345530"/>
            <a:ext cx="83345" cy="10953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A377BB15-5BC0-4E61-B0C4-41D79824C928}"/>
              </a:ext>
            </a:extLst>
          </p:cNvPr>
          <p:cNvSpPr/>
          <p:nvPr/>
        </p:nvSpPr>
        <p:spPr>
          <a:xfrm>
            <a:off x="4495800" y="2290761"/>
            <a:ext cx="83345" cy="10953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570B7D02-E009-4087-B742-BD58A330DBFA}"/>
              </a:ext>
            </a:extLst>
          </p:cNvPr>
          <p:cNvSpPr/>
          <p:nvPr/>
        </p:nvSpPr>
        <p:spPr>
          <a:xfrm rot="589166">
            <a:off x="4432712" y="2857239"/>
            <a:ext cx="199601" cy="31262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AB7D247-0AAF-4EAB-8477-BDDB657FA185}"/>
              </a:ext>
            </a:extLst>
          </p:cNvPr>
          <p:cNvSpPr/>
          <p:nvPr/>
        </p:nvSpPr>
        <p:spPr>
          <a:xfrm rot="21160738">
            <a:off x="8296909" y="2759292"/>
            <a:ext cx="159986" cy="305636"/>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3241746-EC81-4519-A6E1-6E2734C21932}"/>
              </a:ext>
            </a:extLst>
          </p:cNvPr>
          <p:cNvSpPr/>
          <p:nvPr/>
        </p:nvSpPr>
        <p:spPr>
          <a:xfrm rot="20501162">
            <a:off x="8594313" y="4058161"/>
            <a:ext cx="168788" cy="33854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6E3ABA7-5813-41C6-931A-C7AFA0B90B9D}"/>
              </a:ext>
            </a:extLst>
          </p:cNvPr>
          <p:cNvSpPr/>
          <p:nvPr/>
        </p:nvSpPr>
        <p:spPr>
          <a:xfrm rot="20238734">
            <a:off x="8767620" y="4515755"/>
            <a:ext cx="171518" cy="357964"/>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22CDE42-CD0A-4499-9C52-71A5AF44E65C}"/>
              </a:ext>
            </a:extLst>
          </p:cNvPr>
          <p:cNvSpPr/>
          <p:nvPr/>
        </p:nvSpPr>
        <p:spPr>
          <a:xfrm rot="1350933">
            <a:off x="4225042" y="4117715"/>
            <a:ext cx="142474" cy="35255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7927707-8ADE-4199-92CB-A6D6F7BC1CC0}"/>
              </a:ext>
            </a:extLst>
          </p:cNvPr>
          <p:cNvSpPr/>
          <p:nvPr/>
        </p:nvSpPr>
        <p:spPr>
          <a:xfrm rot="1350933">
            <a:off x="3989809" y="4554616"/>
            <a:ext cx="142825" cy="333265"/>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539E20B9-44FA-48E1-B907-8F8CB73954F1}"/>
              </a:ext>
            </a:extLst>
          </p:cNvPr>
          <p:cNvSpPr/>
          <p:nvPr/>
        </p:nvSpPr>
        <p:spPr>
          <a:xfrm>
            <a:off x="5536406" y="1026223"/>
            <a:ext cx="1693069" cy="1882430"/>
          </a:xfrm>
          <a:custGeom>
            <a:avLst/>
            <a:gdLst>
              <a:gd name="connsiteX0" fmla="*/ 792957 w 1693069"/>
              <a:gd name="connsiteY0" fmla="*/ 2477 h 1882430"/>
              <a:gd name="connsiteX1" fmla="*/ 800100 w 1693069"/>
              <a:gd name="connsiteY1" fmla="*/ 52483 h 1882430"/>
              <a:gd name="connsiteX2" fmla="*/ 785813 w 1693069"/>
              <a:gd name="connsiteY2" fmla="*/ 252508 h 1882430"/>
              <a:gd name="connsiteX3" fmla="*/ 778669 w 1693069"/>
              <a:gd name="connsiteY3" fmla="*/ 273940 h 1882430"/>
              <a:gd name="connsiteX4" fmla="*/ 764382 w 1693069"/>
              <a:gd name="connsiteY4" fmla="*/ 545402 h 1882430"/>
              <a:gd name="connsiteX5" fmla="*/ 742950 w 1693069"/>
              <a:gd name="connsiteY5" fmla="*/ 631127 h 1882430"/>
              <a:gd name="connsiteX6" fmla="*/ 728663 w 1693069"/>
              <a:gd name="connsiteY6" fmla="*/ 659702 h 1882430"/>
              <a:gd name="connsiteX7" fmla="*/ 707232 w 1693069"/>
              <a:gd name="connsiteY7" fmla="*/ 673990 h 1882430"/>
              <a:gd name="connsiteX8" fmla="*/ 692944 w 1693069"/>
              <a:gd name="connsiteY8" fmla="*/ 702565 h 1882430"/>
              <a:gd name="connsiteX9" fmla="*/ 635794 w 1693069"/>
              <a:gd name="connsiteY9" fmla="*/ 731140 h 1882430"/>
              <a:gd name="connsiteX10" fmla="*/ 614363 w 1693069"/>
              <a:gd name="connsiteY10" fmla="*/ 745427 h 1882430"/>
              <a:gd name="connsiteX11" fmla="*/ 471488 w 1693069"/>
              <a:gd name="connsiteY11" fmla="*/ 731140 h 1882430"/>
              <a:gd name="connsiteX12" fmla="*/ 442913 w 1693069"/>
              <a:gd name="connsiteY12" fmla="*/ 723996 h 1882430"/>
              <a:gd name="connsiteX13" fmla="*/ 392907 w 1693069"/>
              <a:gd name="connsiteY13" fmla="*/ 716852 h 1882430"/>
              <a:gd name="connsiteX14" fmla="*/ 357188 w 1693069"/>
              <a:gd name="connsiteY14" fmla="*/ 709708 h 1882430"/>
              <a:gd name="connsiteX15" fmla="*/ 207169 w 1693069"/>
              <a:gd name="connsiteY15" fmla="*/ 716852 h 1882430"/>
              <a:gd name="connsiteX16" fmla="*/ 178594 w 1693069"/>
              <a:gd name="connsiteY16" fmla="*/ 731140 h 1882430"/>
              <a:gd name="connsiteX17" fmla="*/ 128588 w 1693069"/>
              <a:gd name="connsiteY17" fmla="*/ 781146 h 1882430"/>
              <a:gd name="connsiteX18" fmla="*/ 85725 w 1693069"/>
              <a:gd name="connsiteY18" fmla="*/ 816865 h 1882430"/>
              <a:gd name="connsiteX19" fmla="*/ 64294 w 1693069"/>
              <a:gd name="connsiteY19" fmla="*/ 874015 h 1882430"/>
              <a:gd name="connsiteX20" fmla="*/ 50007 w 1693069"/>
              <a:gd name="connsiteY20" fmla="*/ 902590 h 1882430"/>
              <a:gd name="connsiteX21" fmla="*/ 42863 w 1693069"/>
              <a:gd name="connsiteY21" fmla="*/ 931165 h 1882430"/>
              <a:gd name="connsiteX22" fmla="*/ 28575 w 1693069"/>
              <a:gd name="connsiteY22" fmla="*/ 966883 h 1882430"/>
              <a:gd name="connsiteX23" fmla="*/ 21432 w 1693069"/>
              <a:gd name="connsiteY23" fmla="*/ 1024033 h 1882430"/>
              <a:gd name="connsiteX24" fmla="*/ 7144 w 1693069"/>
              <a:gd name="connsiteY24" fmla="*/ 1066896 h 1882430"/>
              <a:gd name="connsiteX25" fmla="*/ 0 w 1693069"/>
              <a:gd name="connsiteY25" fmla="*/ 1109758 h 1882430"/>
              <a:gd name="connsiteX26" fmla="*/ 7144 w 1693069"/>
              <a:gd name="connsiteY26" fmla="*/ 1216915 h 1882430"/>
              <a:gd name="connsiteX27" fmla="*/ 21432 w 1693069"/>
              <a:gd name="connsiteY27" fmla="*/ 1259777 h 1882430"/>
              <a:gd name="connsiteX28" fmla="*/ 28575 w 1693069"/>
              <a:gd name="connsiteY28" fmla="*/ 1295496 h 1882430"/>
              <a:gd name="connsiteX29" fmla="*/ 42863 w 1693069"/>
              <a:gd name="connsiteY29" fmla="*/ 1316927 h 1882430"/>
              <a:gd name="connsiteX30" fmla="*/ 57150 w 1693069"/>
              <a:gd name="connsiteY30" fmla="*/ 1359790 h 1882430"/>
              <a:gd name="connsiteX31" fmla="*/ 64294 w 1693069"/>
              <a:gd name="connsiteY31" fmla="*/ 1381221 h 1882430"/>
              <a:gd name="connsiteX32" fmla="*/ 71438 w 1693069"/>
              <a:gd name="connsiteY32" fmla="*/ 1402652 h 1882430"/>
              <a:gd name="connsiteX33" fmla="*/ 92869 w 1693069"/>
              <a:gd name="connsiteY33" fmla="*/ 1459802 h 1882430"/>
              <a:gd name="connsiteX34" fmla="*/ 107157 w 1693069"/>
              <a:gd name="connsiteY34" fmla="*/ 1488377 h 1882430"/>
              <a:gd name="connsiteX35" fmla="*/ 135732 w 1693069"/>
              <a:gd name="connsiteY35" fmla="*/ 1552671 h 1882430"/>
              <a:gd name="connsiteX36" fmla="*/ 157163 w 1693069"/>
              <a:gd name="connsiteY36" fmla="*/ 1581246 h 1882430"/>
              <a:gd name="connsiteX37" fmla="*/ 200025 w 1693069"/>
              <a:gd name="connsiteY37" fmla="*/ 1652683 h 1882430"/>
              <a:gd name="connsiteX38" fmla="*/ 214313 w 1693069"/>
              <a:gd name="connsiteY38" fmla="*/ 1681258 h 1882430"/>
              <a:gd name="connsiteX39" fmla="*/ 235744 w 1693069"/>
              <a:gd name="connsiteY39" fmla="*/ 1695546 h 1882430"/>
              <a:gd name="connsiteX40" fmla="*/ 285750 w 1693069"/>
              <a:gd name="connsiteY40" fmla="*/ 1759840 h 1882430"/>
              <a:gd name="connsiteX41" fmla="*/ 342900 w 1693069"/>
              <a:gd name="connsiteY41" fmla="*/ 1781271 h 1882430"/>
              <a:gd name="connsiteX42" fmla="*/ 421482 w 1693069"/>
              <a:gd name="connsiteY42" fmla="*/ 1809846 h 1882430"/>
              <a:gd name="connsiteX43" fmla="*/ 457200 w 1693069"/>
              <a:gd name="connsiteY43" fmla="*/ 1816990 h 1882430"/>
              <a:gd name="connsiteX44" fmla="*/ 478632 w 1693069"/>
              <a:gd name="connsiteY44" fmla="*/ 1824133 h 1882430"/>
              <a:gd name="connsiteX45" fmla="*/ 507207 w 1693069"/>
              <a:gd name="connsiteY45" fmla="*/ 1838421 h 1882430"/>
              <a:gd name="connsiteX46" fmla="*/ 564357 w 1693069"/>
              <a:gd name="connsiteY46" fmla="*/ 1845565 h 1882430"/>
              <a:gd name="connsiteX47" fmla="*/ 607219 w 1693069"/>
              <a:gd name="connsiteY47" fmla="*/ 1852708 h 1882430"/>
              <a:gd name="connsiteX48" fmla="*/ 792957 w 1693069"/>
              <a:gd name="connsiteY48" fmla="*/ 1866996 h 1882430"/>
              <a:gd name="connsiteX49" fmla="*/ 1135857 w 1693069"/>
              <a:gd name="connsiteY49" fmla="*/ 1859852 h 1882430"/>
              <a:gd name="connsiteX50" fmla="*/ 1178719 w 1693069"/>
              <a:gd name="connsiteY50" fmla="*/ 1845565 h 1882430"/>
              <a:gd name="connsiteX51" fmla="*/ 1200150 w 1693069"/>
              <a:gd name="connsiteY51" fmla="*/ 1824133 h 1882430"/>
              <a:gd name="connsiteX52" fmla="*/ 1221582 w 1693069"/>
              <a:gd name="connsiteY52" fmla="*/ 1816990 h 1882430"/>
              <a:gd name="connsiteX53" fmla="*/ 1250157 w 1693069"/>
              <a:gd name="connsiteY53" fmla="*/ 1802702 h 1882430"/>
              <a:gd name="connsiteX54" fmla="*/ 1300163 w 1693069"/>
              <a:gd name="connsiteY54" fmla="*/ 1788415 h 1882430"/>
              <a:gd name="connsiteX55" fmla="*/ 1328738 w 1693069"/>
              <a:gd name="connsiteY55" fmla="*/ 1774127 h 1882430"/>
              <a:gd name="connsiteX56" fmla="*/ 1350169 w 1693069"/>
              <a:gd name="connsiteY56" fmla="*/ 1752696 h 1882430"/>
              <a:gd name="connsiteX57" fmla="*/ 1371600 w 1693069"/>
              <a:gd name="connsiteY57" fmla="*/ 1738408 h 1882430"/>
              <a:gd name="connsiteX58" fmla="*/ 1414463 w 1693069"/>
              <a:gd name="connsiteY58" fmla="*/ 1702690 h 1882430"/>
              <a:gd name="connsiteX59" fmla="*/ 1435894 w 1693069"/>
              <a:gd name="connsiteY59" fmla="*/ 1674115 h 1882430"/>
              <a:gd name="connsiteX60" fmla="*/ 1457325 w 1693069"/>
              <a:gd name="connsiteY60" fmla="*/ 1659827 h 1882430"/>
              <a:gd name="connsiteX61" fmla="*/ 1500188 w 1693069"/>
              <a:gd name="connsiteY61" fmla="*/ 1602677 h 1882430"/>
              <a:gd name="connsiteX62" fmla="*/ 1528763 w 1693069"/>
              <a:gd name="connsiteY62" fmla="*/ 1581246 h 1882430"/>
              <a:gd name="connsiteX63" fmla="*/ 1550194 w 1693069"/>
              <a:gd name="connsiteY63" fmla="*/ 1552671 h 1882430"/>
              <a:gd name="connsiteX64" fmla="*/ 1578769 w 1693069"/>
              <a:gd name="connsiteY64" fmla="*/ 1524096 h 1882430"/>
              <a:gd name="connsiteX65" fmla="*/ 1607344 w 1693069"/>
              <a:gd name="connsiteY65" fmla="*/ 1474090 h 1882430"/>
              <a:gd name="connsiteX66" fmla="*/ 1621632 w 1693069"/>
              <a:gd name="connsiteY66" fmla="*/ 1431227 h 1882430"/>
              <a:gd name="connsiteX67" fmla="*/ 1650207 w 1693069"/>
              <a:gd name="connsiteY67" fmla="*/ 1381221 h 1882430"/>
              <a:gd name="connsiteX68" fmla="*/ 1657350 w 1693069"/>
              <a:gd name="connsiteY68" fmla="*/ 1345502 h 1882430"/>
              <a:gd name="connsiteX69" fmla="*/ 1671638 w 1693069"/>
              <a:gd name="connsiteY69" fmla="*/ 1288352 h 1882430"/>
              <a:gd name="connsiteX70" fmla="*/ 1678782 w 1693069"/>
              <a:gd name="connsiteY70" fmla="*/ 1231202 h 1882430"/>
              <a:gd name="connsiteX71" fmla="*/ 1693069 w 1693069"/>
              <a:gd name="connsiteY71" fmla="*/ 1138333 h 1882430"/>
              <a:gd name="connsiteX72" fmla="*/ 1685925 w 1693069"/>
              <a:gd name="connsiteY72" fmla="*/ 874015 h 1882430"/>
              <a:gd name="connsiteX73" fmla="*/ 1671638 w 1693069"/>
              <a:gd name="connsiteY73" fmla="*/ 788290 h 1882430"/>
              <a:gd name="connsiteX74" fmla="*/ 1664494 w 1693069"/>
              <a:gd name="connsiteY74" fmla="*/ 766858 h 1882430"/>
              <a:gd name="connsiteX75" fmla="*/ 1593057 w 1693069"/>
              <a:gd name="connsiteY75" fmla="*/ 723996 h 1882430"/>
              <a:gd name="connsiteX76" fmla="*/ 1571625 w 1693069"/>
              <a:gd name="connsiteY76" fmla="*/ 716852 h 1882430"/>
              <a:gd name="connsiteX77" fmla="*/ 1550194 w 1693069"/>
              <a:gd name="connsiteY77" fmla="*/ 702565 h 1882430"/>
              <a:gd name="connsiteX78" fmla="*/ 1507332 w 1693069"/>
              <a:gd name="connsiteY78" fmla="*/ 695421 h 1882430"/>
              <a:gd name="connsiteX79" fmla="*/ 1478757 w 1693069"/>
              <a:gd name="connsiteY79" fmla="*/ 688277 h 1882430"/>
              <a:gd name="connsiteX80" fmla="*/ 1185863 w 1693069"/>
              <a:gd name="connsiteY80" fmla="*/ 695421 h 1882430"/>
              <a:gd name="connsiteX81" fmla="*/ 1143000 w 1693069"/>
              <a:gd name="connsiteY81" fmla="*/ 709708 h 1882430"/>
              <a:gd name="connsiteX82" fmla="*/ 1121569 w 1693069"/>
              <a:gd name="connsiteY82" fmla="*/ 716852 h 1882430"/>
              <a:gd name="connsiteX83" fmla="*/ 1100138 w 1693069"/>
              <a:gd name="connsiteY83" fmla="*/ 723996 h 1882430"/>
              <a:gd name="connsiteX84" fmla="*/ 1035844 w 1693069"/>
              <a:gd name="connsiteY84" fmla="*/ 738283 h 1882430"/>
              <a:gd name="connsiteX85" fmla="*/ 985838 w 1693069"/>
              <a:gd name="connsiteY85" fmla="*/ 716852 h 1882430"/>
              <a:gd name="connsiteX86" fmla="*/ 957263 w 1693069"/>
              <a:gd name="connsiteY86" fmla="*/ 666846 h 1882430"/>
              <a:gd name="connsiteX87" fmla="*/ 942975 w 1693069"/>
              <a:gd name="connsiteY87" fmla="*/ 609696 h 1882430"/>
              <a:gd name="connsiteX88" fmla="*/ 928688 w 1693069"/>
              <a:gd name="connsiteY88" fmla="*/ 588265 h 1882430"/>
              <a:gd name="connsiteX89" fmla="*/ 921544 w 1693069"/>
              <a:gd name="connsiteY89" fmla="*/ 545402 h 1882430"/>
              <a:gd name="connsiteX90" fmla="*/ 914400 w 1693069"/>
              <a:gd name="connsiteY90" fmla="*/ 523971 h 1882430"/>
              <a:gd name="connsiteX91" fmla="*/ 907257 w 1693069"/>
              <a:gd name="connsiteY91" fmla="*/ 402527 h 1882430"/>
              <a:gd name="connsiteX92" fmla="*/ 900113 w 1693069"/>
              <a:gd name="connsiteY92" fmla="*/ 366808 h 1882430"/>
              <a:gd name="connsiteX93" fmla="*/ 892969 w 1693069"/>
              <a:gd name="connsiteY93" fmla="*/ 316802 h 1882430"/>
              <a:gd name="connsiteX94" fmla="*/ 871538 w 1693069"/>
              <a:gd name="connsiteY94" fmla="*/ 52483 h 1882430"/>
              <a:gd name="connsiteX95" fmla="*/ 864394 w 1693069"/>
              <a:gd name="connsiteY95" fmla="*/ 23908 h 1882430"/>
              <a:gd name="connsiteX96" fmla="*/ 792957 w 1693069"/>
              <a:gd name="connsiteY96" fmla="*/ 2477 h 1882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693069" h="1882430">
                <a:moveTo>
                  <a:pt x="792957" y="2477"/>
                </a:moveTo>
                <a:cubicBezTo>
                  <a:pt x="782241" y="7239"/>
                  <a:pt x="800100" y="35645"/>
                  <a:pt x="800100" y="52483"/>
                </a:cubicBezTo>
                <a:cubicBezTo>
                  <a:pt x="800100" y="146098"/>
                  <a:pt x="805534" y="183485"/>
                  <a:pt x="785813" y="252508"/>
                </a:cubicBezTo>
                <a:cubicBezTo>
                  <a:pt x="783744" y="259749"/>
                  <a:pt x="781050" y="266796"/>
                  <a:pt x="778669" y="273940"/>
                </a:cubicBezTo>
                <a:cubicBezTo>
                  <a:pt x="760378" y="456840"/>
                  <a:pt x="784947" y="195791"/>
                  <a:pt x="764382" y="545402"/>
                </a:cubicBezTo>
                <a:cubicBezTo>
                  <a:pt x="763026" y="568447"/>
                  <a:pt x="753226" y="610574"/>
                  <a:pt x="742950" y="631127"/>
                </a:cubicBezTo>
                <a:cubicBezTo>
                  <a:pt x="738188" y="640652"/>
                  <a:pt x="735480" y="651521"/>
                  <a:pt x="728663" y="659702"/>
                </a:cubicBezTo>
                <a:cubicBezTo>
                  <a:pt x="723167" y="666298"/>
                  <a:pt x="714376" y="669227"/>
                  <a:pt x="707232" y="673990"/>
                </a:cubicBezTo>
                <a:cubicBezTo>
                  <a:pt x="702469" y="683515"/>
                  <a:pt x="699762" y="694384"/>
                  <a:pt x="692944" y="702565"/>
                </a:cubicBezTo>
                <a:cubicBezTo>
                  <a:pt x="681123" y="716750"/>
                  <a:pt x="649194" y="724440"/>
                  <a:pt x="635794" y="731140"/>
                </a:cubicBezTo>
                <a:cubicBezTo>
                  <a:pt x="628115" y="734980"/>
                  <a:pt x="621507" y="740665"/>
                  <a:pt x="614363" y="745427"/>
                </a:cubicBezTo>
                <a:cubicBezTo>
                  <a:pt x="573451" y="742018"/>
                  <a:pt x="514277" y="738271"/>
                  <a:pt x="471488" y="731140"/>
                </a:cubicBezTo>
                <a:cubicBezTo>
                  <a:pt x="461803" y="729526"/>
                  <a:pt x="452573" y="725752"/>
                  <a:pt x="442913" y="723996"/>
                </a:cubicBezTo>
                <a:cubicBezTo>
                  <a:pt x="426347" y="720984"/>
                  <a:pt x="409516" y="719620"/>
                  <a:pt x="392907" y="716852"/>
                </a:cubicBezTo>
                <a:cubicBezTo>
                  <a:pt x="380930" y="714856"/>
                  <a:pt x="369094" y="712089"/>
                  <a:pt x="357188" y="709708"/>
                </a:cubicBezTo>
                <a:cubicBezTo>
                  <a:pt x="307182" y="712089"/>
                  <a:pt x="256875" y="710887"/>
                  <a:pt x="207169" y="716852"/>
                </a:cubicBezTo>
                <a:cubicBezTo>
                  <a:pt x="196596" y="718121"/>
                  <a:pt x="187840" y="725856"/>
                  <a:pt x="178594" y="731140"/>
                </a:cubicBezTo>
                <a:cubicBezTo>
                  <a:pt x="146578" y="749435"/>
                  <a:pt x="158793" y="746625"/>
                  <a:pt x="128588" y="781146"/>
                </a:cubicBezTo>
                <a:cubicBezTo>
                  <a:pt x="109337" y="803148"/>
                  <a:pt x="108551" y="801648"/>
                  <a:pt x="85725" y="816865"/>
                </a:cubicBezTo>
                <a:cubicBezTo>
                  <a:pt x="56381" y="860882"/>
                  <a:pt x="84891" y="812223"/>
                  <a:pt x="64294" y="874015"/>
                </a:cubicBezTo>
                <a:cubicBezTo>
                  <a:pt x="60926" y="884118"/>
                  <a:pt x="53746" y="892619"/>
                  <a:pt x="50007" y="902590"/>
                </a:cubicBezTo>
                <a:cubicBezTo>
                  <a:pt x="46560" y="911783"/>
                  <a:pt x="45968" y="921851"/>
                  <a:pt x="42863" y="931165"/>
                </a:cubicBezTo>
                <a:cubicBezTo>
                  <a:pt x="38808" y="943330"/>
                  <a:pt x="33338" y="954977"/>
                  <a:pt x="28575" y="966883"/>
                </a:cubicBezTo>
                <a:cubicBezTo>
                  <a:pt x="26194" y="985933"/>
                  <a:pt x="25455" y="1005261"/>
                  <a:pt x="21432" y="1024033"/>
                </a:cubicBezTo>
                <a:cubicBezTo>
                  <a:pt x="18276" y="1038759"/>
                  <a:pt x="9620" y="1052040"/>
                  <a:pt x="7144" y="1066896"/>
                </a:cubicBezTo>
                <a:lnTo>
                  <a:pt x="0" y="1109758"/>
                </a:lnTo>
                <a:cubicBezTo>
                  <a:pt x="2381" y="1145477"/>
                  <a:pt x="2081" y="1181477"/>
                  <a:pt x="7144" y="1216915"/>
                </a:cubicBezTo>
                <a:cubicBezTo>
                  <a:pt x="9274" y="1231824"/>
                  <a:pt x="17469" y="1245247"/>
                  <a:pt x="21432" y="1259777"/>
                </a:cubicBezTo>
                <a:cubicBezTo>
                  <a:pt x="24627" y="1271491"/>
                  <a:pt x="24312" y="1284127"/>
                  <a:pt x="28575" y="1295496"/>
                </a:cubicBezTo>
                <a:cubicBezTo>
                  <a:pt x="31590" y="1303535"/>
                  <a:pt x="39376" y="1309081"/>
                  <a:pt x="42863" y="1316927"/>
                </a:cubicBezTo>
                <a:cubicBezTo>
                  <a:pt x="48980" y="1330689"/>
                  <a:pt x="52388" y="1345502"/>
                  <a:pt x="57150" y="1359790"/>
                </a:cubicBezTo>
                <a:lnTo>
                  <a:pt x="64294" y="1381221"/>
                </a:lnTo>
                <a:cubicBezTo>
                  <a:pt x="66675" y="1388365"/>
                  <a:pt x="68071" y="1395917"/>
                  <a:pt x="71438" y="1402652"/>
                </a:cubicBezTo>
                <a:cubicBezTo>
                  <a:pt x="111221" y="1482220"/>
                  <a:pt x="63684" y="1381979"/>
                  <a:pt x="92869" y="1459802"/>
                </a:cubicBezTo>
                <a:cubicBezTo>
                  <a:pt x="96608" y="1469773"/>
                  <a:pt x="102832" y="1478645"/>
                  <a:pt x="107157" y="1488377"/>
                </a:cubicBezTo>
                <a:cubicBezTo>
                  <a:pt x="117583" y="1511835"/>
                  <a:pt x="122200" y="1531020"/>
                  <a:pt x="135732" y="1552671"/>
                </a:cubicBezTo>
                <a:cubicBezTo>
                  <a:pt x="142042" y="1562767"/>
                  <a:pt x="150725" y="1571231"/>
                  <a:pt x="157163" y="1581246"/>
                </a:cubicBezTo>
                <a:cubicBezTo>
                  <a:pt x="172180" y="1604605"/>
                  <a:pt x="187606" y="1627845"/>
                  <a:pt x="200025" y="1652683"/>
                </a:cubicBezTo>
                <a:cubicBezTo>
                  <a:pt x="204788" y="1662208"/>
                  <a:pt x="207495" y="1673077"/>
                  <a:pt x="214313" y="1681258"/>
                </a:cubicBezTo>
                <a:cubicBezTo>
                  <a:pt x="219809" y="1687854"/>
                  <a:pt x="228600" y="1690783"/>
                  <a:pt x="235744" y="1695546"/>
                </a:cubicBezTo>
                <a:cubicBezTo>
                  <a:pt x="245465" y="1710127"/>
                  <a:pt x="266568" y="1747851"/>
                  <a:pt x="285750" y="1759840"/>
                </a:cubicBezTo>
                <a:cubicBezTo>
                  <a:pt x="299549" y="1768465"/>
                  <a:pt x="326281" y="1775039"/>
                  <a:pt x="342900" y="1781271"/>
                </a:cubicBezTo>
                <a:cubicBezTo>
                  <a:pt x="376979" y="1794051"/>
                  <a:pt x="384802" y="1799842"/>
                  <a:pt x="421482" y="1809846"/>
                </a:cubicBezTo>
                <a:cubicBezTo>
                  <a:pt x="433196" y="1813041"/>
                  <a:pt x="445421" y="1814045"/>
                  <a:pt x="457200" y="1816990"/>
                </a:cubicBezTo>
                <a:cubicBezTo>
                  <a:pt x="464506" y="1818816"/>
                  <a:pt x="471711" y="1821167"/>
                  <a:pt x="478632" y="1824133"/>
                </a:cubicBezTo>
                <a:cubicBezTo>
                  <a:pt x="488420" y="1828328"/>
                  <a:pt x="496876" y="1835838"/>
                  <a:pt x="507207" y="1838421"/>
                </a:cubicBezTo>
                <a:cubicBezTo>
                  <a:pt x="525832" y="1843077"/>
                  <a:pt x="545352" y="1842850"/>
                  <a:pt x="564357" y="1845565"/>
                </a:cubicBezTo>
                <a:cubicBezTo>
                  <a:pt x="578696" y="1847613"/>
                  <a:pt x="592798" y="1851356"/>
                  <a:pt x="607219" y="1852708"/>
                </a:cubicBezTo>
                <a:cubicBezTo>
                  <a:pt x="669043" y="1858504"/>
                  <a:pt x="731044" y="1862233"/>
                  <a:pt x="792957" y="1866996"/>
                </a:cubicBezTo>
                <a:cubicBezTo>
                  <a:pt x="924473" y="1893301"/>
                  <a:pt x="856363" y="1882668"/>
                  <a:pt x="1135857" y="1859852"/>
                </a:cubicBezTo>
                <a:cubicBezTo>
                  <a:pt x="1150867" y="1858627"/>
                  <a:pt x="1178719" y="1845565"/>
                  <a:pt x="1178719" y="1845565"/>
                </a:cubicBezTo>
                <a:cubicBezTo>
                  <a:pt x="1185863" y="1838421"/>
                  <a:pt x="1191744" y="1829737"/>
                  <a:pt x="1200150" y="1824133"/>
                </a:cubicBezTo>
                <a:cubicBezTo>
                  <a:pt x="1206416" y="1819956"/>
                  <a:pt x="1214661" y="1819956"/>
                  <a:pt x="1221582" y="1816990"/>
                </a:cubicBezTo>
                <a:cubicBezTo>
                  <a:pt x="1231370" y="1812795"/>
                  <a:pt x="1240369" y="1806897"/>
                  <a:pt x="1250157" y="1802702"/>
                </a:cubicBezTo>
                <a:cubicBezTo>
                  <a:pt x="1264508" y="1796551"/>
                  <a:pt x="1285657" y="1792041"/>
                  <a:pt x="1300163" y="1788415"/>
                </a:cubicBezTo>
                <a:cubicBezTo>
                  <a:pt x="1309688" y="1783652"/>
                  <a:pt x="1320072" y="1780317"/>
                  <a:pt x="1328738" y="1774127"/>
                </a:cubicBezTo>
                <a:cubicBezTo>
                  <a:pt x="1336959" y="1768255"/>
                  <a:pt x="1342408" y="1759164"/>
                  <a:pt x="1350169" y="1752696"/>
                </a:cubicBezTo>
                <a:cubicBezTo>
                  <a:pt x="1356765" y="1747199"/>
                  <a:pt x="1364456" y="1743171"/>
                  <a:pt x="1371600" y="1738408"/>
                </a:cubicBezTo>
                <a:cubicBezTo>
                  <a:pt x="1408036" y="1683756"/>
                  <a:pt x="1358065" y="1751031"/>
                  <a:pt x="1414463" y="1702690"/>
                </a:cubicBezTo>
                <a:cubicBezTo>
                  <a:pt x="1423503" y="1694942"/>
                  <a:pt x="1427475" y="1682534"/>
                  <a:pt x="1435894" y="1674115"/>
                </a:cubicBezTo>
                <a:cubicBezTo>
                  <a:pt x="1441965" y="1668044"/>
                  <a:pt x="1450729" y="1665323"/>
                  <a:pt x="1457325" y="1659827"/>
                </a:cubicBezTo>
                <a:cubicBezTo>
                  <a:pt x="1504543" y="1620479"/>
                  <a:pt x="1451614" y="1658190"/>
                  <a:pt x="1500188" y="1602677"/>
                </a:cubicBezTo>
                <a:cubicBezTo>
                  <a:pt x="1508028" y="1593717"/>
                  <a:pt x="1520344" y="1589665"/>
                  <a:pt x="1528763" y="1581246"/>
                </a:cubicBezTo>
                <a:cubicBezTo>
                  <a:pt x="1537182" y="1572827"/>
                  <a:pt x="1542354" y="1561631"/>
                  <a:pt x="1550194" y="1552671"/>
                </a:cubicBezTo>
                <a:cubicBezTo>
                  <a:pt x="1559064" y="1542533"/>
                  <a:pt x="1569244" y="1533621"/>
                  <a:pt x="1578769" y="1524096"/>
                </a:cubicBezTo>
                <a:cubicBezTo>
                  <a:pt x="1600621" y="1458544"/>
                  <a:pt x="1564094" y="1560591"/>
                  <a:pt x="1607344" y="1474090"/>
                </a:cubicBezTo>
                <a:cubicBezTo>
                  <a:pt x="1614079" y="1460619"/>
                  <a:pt x="1613278" y="1443758"/>
                  <a:pt x="1621632" y="1431227"/>
                </a:cubicBezTo>
                <a:cubicBezTo>
                  <a:pt x="1641826" y="1400935"/>
                  <a:pt x="1632079" y="1417475"/>
                  <a:pt x="1650207" y="1381221"/>
                </a:cubicBezTo>
                <a:cubicBezTo>
                  <a:pt x="1652588" y="1369315"/>
                  <a:pt x="1654620" y="1357333"/>
                  <a:pt x="1657350" y="1345502"/>
                </a:cubicBezTo>
                <a:cubicBezTo>
                  <a:pt x="1661765" y="1326369"/>
                  <a:pt x="1668019" y="1307652"/>
                  <a:pt x="1671638" y="1288352"/>
                </a:cubicBezTo>
                <a:cubicBezTo>
                  <a:pt x="1675176" y="1269483"/>
                  <a:pt x="1676245" y="1250232"/>
                  <a:pt x="1678782" y="1231202"/>
                </a:cubicBezTo>
                <a:cubicBezTo>
                  <a:pt x="1684913" y="1185217"/>
                  <a:pt x="1685789" y="1182010"/>
                  <a:pt x="1693069" y="1138333"/>
                </a:cubicBezTo>
                <a:cubicBezTo>
                  <a:pt x="1690688" y="1050227"/>
                  <a:pt x="1689838" y="962066"/>
                  <a:pt x="1685925" y="874015"/>
                </a:cubicBezTo>
                <a:cubicBezTo>
                  <a:pt x="1684552" y="843113"/>
                  <a:pt x="1679865" y="817084"/>
                  <a:pt x="1671638" y="788290"/>
                </a:cubicBezTo>
                <a:cubicBezTo>
                  <a:pt x="1669569" y="781049"/>
                  <a:pt x="1669819" y="772183"/>
                  <a:pt x="1664494" y="766858"/>
                </a:cubicBezTo>
                <a:cubicBezTo>
                  <a:pt x="1651796" y="754160"/>
                  <a:pt x="1612788" y="732452"/>
                  <a:pt x="1593057" y="723996"/>
                </a:cubicBezTo>
                <a:cubicBezTo>
                  <a:pt x="1586135" y="721030"/>
                  <a:pt x="1578360" y="720220"/>
                  <a:pt x="1571625" y="716852"/>
                </a:cubicBezTo>
                <a:cubicBezTo>
                  <a:pt x="1563946" y="713012"/>
                  <a:pt x="1558339" y="705280"/>
                  <a:pt x="1550194" y="702565"/>
                </a:cubicBezTo>
                <a:cubicBezTo>
                  <a:pt x="1536453" y="697985"/>
                  <a:pt x="1521535" y="698262"/>
                  <a:pt x="1507332" y="695421"/>
                </a:cubicBezTo>
                <a:cubicBezTo>
                  <a:pt x="1497705" y="693495"/>
                  <a:pt x="1488282" y="690658"/>
                  <a:pt x="1478757" y="688277"/>
                </a:cubicBezTo>
                <a:cubicBezTo>
                  <a:pt x="1381126" y="690658"/>
                  <a:pt x="1283325" y="689200"/>
                  <a:pt x="1185863" y="695421"/>
                </a:cubicBezTo>
                <a:cubicBezTo>
                  <a:pt x="1170833" y="696380"/>
                  <a:pt x="1157288" y="704946"/>
                  <a:pt x="1143000" y="709708"/>
                </a:cubicBezTo>
                <a:lnTo>
                  <a:pt x="1121569" y="716852"/>
                </a:lnTo>
                <a:cubicBezTo>
                  <a:pt x="1114425" y="719233"/>
                  <a:pt x="1107443" y="722170"/>
                  <a:pt x="1100138" y="723996"/>
                </a:cubicBezTo>
                <a:cubicBezTo>
                  <a:pt x="1059783" y="734085"/>
                  <a:pt x="1081191" y="729215"/>
                  <a:pt x="1035844" y="738283"/>
                </a:cubicBezTo>
                <a:cubicBezTo>
                  <a:pt x="1013981" y="732818"/>
                  <a:pt x="1002284" y="733298"/>
                  <a:pt x="985838" y="716852"/>
                </a:cubicBezTo>
                <a:cubicBezTo>
                  <a:pt x="977997" y="709011"/>
                  <a:pt x="960066" y="675254"/>
                  <a:pt x="957263" y="666846"/>
                </a:cubicBezTo>
                <a:cubicBezTo>
                  <a:pt x="951053" y="648217"/>
                  <a:pt x="953867" y="626035"/>
                  <a:pt x="942975" y="609696"/>
                </a:cubicBezTo>
                <a:lnTo>
                  <a:pt x="928688" y="588265"/>
                </a:lnTo>
                <a:cubicBezTo>
                  <a:pt x="926307" y="573977"/>
                  <a:pt x="924686" y="559542"/>
                  <a:pt x="921544" y="545402"/>
                </a:cubicBezTo>
                <a:cubicBezTo>
                  <a:pt x="919910" y="538051"/>
                  <a:pt x="915149" y="531464"/>
                  <a:pt x="914400" y="523971"/>
                </a:cubicBezTo>
                <a:cubicBezTo>
                  <a:pt x="910365" y="483621"/>
                  <a:pt x="910928" y="442912"/>
                  <a:pt x="907257" y="402527"/>
                </a:cubicBezTo>
                <a:cubicBezTo>
                  <a:pt x="906158" y="390435"/>
                  <a:pt x="902109" y="378785"/>
                  <a:pt x="900113" y="366808"/>
                </a:cubicBezTo>
                <a:cubicBezTo>
                  <a:pt x="897345" y="350199"/>
                  <a:pt x="895350" y="333471"/>
                  <a:pt x="892969" y="316802"/>
                </a:cubicBezTo>
                <a:cubicBezTo>
                  <a:pt x="889385" y="227203"/>
                  <a:pt x="893325" y="139630"/>
                  <a:pt x="871538" y="52483"/>
                </a:cubicBezTo>
                <a:cubicBezTo>
                  <a:pt x="869157" y="42958"/>
                  <a:pt x="871937" y="30193"/>
                  <a:pt x="864394" y="23908"/>
                </a:cubicBezTo>
                <a:cubicBezTo>
                  <a:pt x="832605" y="-2582"/>
                  <a:pt x="803673" y="-2285"/>
                  <a:pt x="792957" y="2477"/>
                </a:cubicBezTo>
                <a:close/>
              </a:path>
            </a:pathLst>
          </a:cu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738D2D83-B278-4C18-9253-21A9862F4D87}"/>
              </a:ext>
            </a:extLst>
          </p:cNvPr>
          <p:cNvSpPr txBox="1"/>
          <p:nvPr/>
        </p:nvSpPr>
        <p:spPr>
          <a:xfrm>
            <a:off x="577196" y="4414653"/>
            <a:ext cx="2595582" cy="369332"/>
          </a:xfrm>
          <a:prstGeom prst="rect">
            <a:avLst/>
          </a:prstGeom>
          <a:noFill/>
        </p:spPr>
        <p:txBody>
          <a:bodyPr wrap="none" rtlCol="0">
            <a:spAutoFit/>
          </a:bodyPr>
          <a:lstStyle/>
          <a:p>
            <a:r>
              <a:rPr lang="en-US" dirty="0">
                <a:solidFill>
                  <a:srgbClr val="FFC000"/>
                </a:solidFill>
              </a:rPr>
              <a:t>Meningeal layer of dura</a:t>
            </a:r>
          </a:p>
        </p:txBody>
      </p:sp>
      <p:sp>
        <p:nvSpPr>
          <p:cNvPr id="29" name="TextBox 28">
            <a:extLst>
              <a:ext uri="{FF2B5EF4-FFF2-40B4-BE49-F238E27FC236}">
                <a16:creationId xmlns:a16="http://schemas.microsoft.com/office/drawing/2014/main" id="{6C3619DF-CF58-4B90-A3EC-FF210B853681}"/>
              </a:ext>
            </a:extLst>
          </p:cNvPr>
          <p:cNvSpPr txBox="1"/>
          <p:nvPr/>
        </p:nvSpPr>
        <p:spPr>
          <a:xfrm>
            <a:off x="5483698" y="4461298"/>
            <a:ext cx="2416046" cy="369332"/>
          </a:xfrm>
          <a:prstGeom prst="rect">
            <a:avLst/>
          </a:prstGeom>
          <a:noFill/>
        </p:spPr>
        <p:txBody>
          <a:bodyPr wrap="none" rtlCol="0">
            <a:spAutoFit/>
          </a:bodyPr>
          <a:lstStyle/>
          <a:p>
            <a:r>
              <a:rPr lang="en-US" dirty="0" err="1">
                <a:solidFill>
                  <a:srgbClr val="00B050"/>
                </a:solidFill>
              </a:rPr>
              <a:t>Periostic</a:t>
            </a:r>
            <a:r>
              <a:rPr lang="en-US" dirty="0">
                <a:solidFill>
                  <a:srgbClr val="00B050"/>
                </a:solidFill>
              </a:rPr>
              <a:t> layer of dura</a:t>
            </a:r>
          </a:p>
        </p:txBody>
      </p:sp>
      <p:cxnSp>
        <p:nvCxnSpPr>
          <p:cNvPr id="31" name="Straight Arrow Connector 30">
            <a:extLst>
              <a:ext uri="{FF2B5EF4-FFF2-40B4-BE49-F238E27FC236}">
                <a16:creationId xmlns:a16="http://schemas.microsoft.com/office/drawing/2014/main" id="{D74DE84C-4712-40E7-91AD-EE7DCDCC1194}"/>
              </a:ext>
            </a:extLst>
          </p:cNvPr>
          <p:cNvCxnSpPr>
            <a:endCxn id="24" idx="178"/>
          </p:cNvCxnSpPr>
          <p:nvPr/>
        </p:nvCxnSpPr>
        <p:spPr>
          <a:xfrm flipH="1" flipV="1">
            <a:off x="4964906" y="3671888"/>
            <a:ext cx="673894" cy="74276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98056E4E-6B7E-4DDB-A265-8A727D18D88F}"/>
              </a:ext>
            </a:extLst>
          </p:cNvPr>
          <p:cNvCxnSpPr>
            <a:cxnSpLocks/>
            <a:stCxn id="28" idx="3"/>
          </p:cNvCxnSpPr>
          <p:nvPr/>
        </p:nvCxnSpPr>
        <p:spPr>
          <a:xfrm flipV="1">
            <a:off x="3172778" y="4408953"/>
            <a:ext cx="928844" cy="190366"/>
          </a:xfrm>
          <a:prstGeom prst="straightConnector1">
            <a:avLst/>
          </a:prstGeom>
          <a:ln w="19050">
            <a:solidFill>
              <a:srgbClr val="FFCC00"/>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9BA97A1-4236-4EDA-9AC7-29776F8692FA}"/>
              </a:ext>
            </a:extLst>
          </p:cNvPr>
          <p:cNvSpPr txBox="1"/>
          <p:nvPr/>
        </p:nvSpPr>
        <p:spPr>
          <a:xfrm>
            <a:off x="5886650" y="2025649"/>
            <a:ext cx="992579" cy="369332"/>
          </a:xfrm>
          <a:prstGeom prst="rect">
            <a:avLst/>
          </a:prstGeom>
          <a:noFill/>
        </p:spPr>
        <p:txBody>
          <a:bodyPr wrap="none" rtlCol="0">
            <a:spAutoFit/>
          </a:bodyPr>
          <a:lstStyle/>
          <a:p>
            <a:r>
              <a:rPr lang="en-US" dirty="0"/>
              <a:t>pituitary</a:t>
            </a:r>
          </a:p>
        </p:txBody>
      </p:sp>
      <p:sp>
        <p:nvSpPr>
          <p:cNvPr id="39" name="TextBox 38">
            <a:extLst>
              <a:ext uri="{FF2B5EF4-FFF2-40B4-BE49-F238E27FC236}">
                <a16:creationId xmlns:a16="http://schemas.microsoft.com/office/drawing/2014/main" id="{88AB235D-899A-40F7-B26D-DE124391A16A}"/>
              </a:ext>
            </a:extLst>
          </p:cNvPr>
          <p:cNvSpPr txBox="1"/>
          <p:nvPr/>
        </p:nvSpPr>
        <p:spPr>
          <a:xfrm>
            <a:off x="7461645" y="2245658"/>
            <a:ext cx="569387" cy="369332"/>
          </a:xfrm>
          <a:prstGeom prst="rect">
            <a:avLst/>
          </a:prstGeom>
          <a:noFill/>
        </p:spPr>
        <p:txBody>
          <a:bodyPr wrap="none" rtlCol="0">
            <a:spAutoFit/>
          </a:bodyPr>
          <a:lstStyle/>
          <a:p>
            <a:r>
              <a:rPr lang="en-US" dirty="0"/>
              <a:t>ICA</a:t>
            </a:r>
          </a:p>
        </p:txBody>
      </p:sp>
      <p:cxnSp>
        <p:nvCxnSpPr>
          <p:cNvPr id="40" name="Straight Arrow Connector 39">
            <a:extLst>
              <a:ext uri="{FF2B5EF4-FFF2-40B4-BE49-F238E27FC236}">
                <a16:creationId xmlns:a16="http://schemas.microsoft.com/office/drawing/2014/main" id="{1CE1982D-F523-4ABE-B67E-6FA421226689}"/>
              </a:ext>
            </a:extLst>
          </p:cNvPr>
          <p:cNvCxnSpPr/>
          <p:nvPr/>
        </p:nvCxnSpPr>
        <p:spPr>
          <a:xfrm flipH="1" flipV="1">
            <a:off x="5146751" y="3003364"/>
            <a:ext cx="673894" cy="742765"/>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829E3133-F67D-437E-9B92-05D548009B4C}"/>
              </a:ext>
            </a:extLst>
          </p:cNvPr>
          <p:cNvSpPr txBox="1"/>
          <p:nvPr/>
        </p:nvSpPr>
        <p:spPr>
          <a:xfrm>
            <a:off x="5672003" y="3755384"/>
            <a:ext cx="1633845" cy="369332"/>
          </a:xfrm>
          <a:prstGeom prst="rect">
            <a:avLst/>
          </a:prstGeom>
          <a:noFill/>
        </p:spPr>
        <p:txBody>
          <a:bodyPr wrap="none" rtlCol="0">
            <a:spAutoFit/>
          </a:bodyPr>
          <a:lstStyle/>
          <a:p>
            <a:r>
              <a:rPr lang="en-US" dirty="0">
                <a:solidFill>
                  <a:srgbClr val="00B0F0"/>
                </a:solidFill>
              </a:rPr>
              <a:t>Venous space</a:t>
            </a:r>
          </a:p>
        </p:txBody>
      </p:sp>
      <p:sp>
        <p:nvSpPr>
          <p:cNvPr id="42" name="TextBox 41">
            <a:extLst>
              <a:ext uri="{FF2B5EF4-FFF2-40B4-BE49-F238E27FC236}">
                <a16:creationId xmlns:a16="http://schemas.microsoft.com/office/drawing/2014/main" id="{30AE25B2-213F-43AE-B901-F55CA9CD809D}"/>
              </a:ext>
            </a:extLst>
          </p:cNvPr>
          <p:cNvSpPr txBox="1"/>
          <p:nvPr/>
        </p:nvSpPr>
        <p:spPr>
          <a:xfrm>
            <a:off x="8101491" y="1803627"/>
            <a:ext cx="271228" cy="215444"/>
          </a:xfrm>
          <a:prstGeom prst="rect">
            <a:avLst/>
          </a:prstGeom>
          <a:noFill/>
        </p:spPr>
        <p:txBody>
          <a:bodyPr wrap="none" rtlCol="0">
            <a:spAutoFit/>
          </a:bodyPr>
          <a:lstStyle/>
          <a:p>
            <a:r>
              <a:rPr lang="en-US" sz="800" dirty="0"/>
              <a:t>III</a:t>
            </a:r>
          </a:p>
        </p:txBody>
      </p:sp>
      <p:sp>
        <p:nvSpPr>
          <p:cNvPr id="43" name="TextBox 42">
            <a:extLst>
              <a:ext uri="{FF2B5EF4-FFF2-40B4-BE49-F238E27FC236}">
                <a16:creationId xmlns:a16="http://schemas.microsoft.com/office/drawing/2014/main" id="{C8C74FEB-14AE-48D5-8A16-7A7B89A3EB62}"/>
              </a:ext>
            </a:extLst>
          </p:cNvPr>
          <p:cNvSpPr txBox="1"/>
          <p:nvPr/>
        </p:nvSpPr>
        <p:spPr>
          <a:xfrm>
            <a:off x="8205972" y="2318704"/>
            <a:ext cx="256802" cy="184666"/>
          </a:xfrm>
          <a:prstGeom prst="rect">
            <a:avLst/>
          </a:prstGeom>
          <a:noFill/>
        </p:spPr>
        <p:txBody>
          <a:bodyPr wrap="none" rtlCol="0">
            <a:spAutoFit/>
          </a:bodyPr>
          <a:lstStyle/>
          <a:p>
            <a:r>
              <a:rPr lang="en-US" sz="600" dirty="0"/>
              <a:t>IV</a:t>
            </a:r>
          </a:p>
        </p:txBody>
      </p:sp>
      <p:sp>
        <p:nvSpPr>
          <p:cNvPr id="44" name="TextBox 43">
            <a:extLst>
              <a:ext uri="{FF2B5EF4-FFF2-40B4-BE49-F238E27FC236}">
                <a16:creationId xmlns:a16="http://schemas.microsoft.com/office/drawing/2014/main" id="{F8564FB4-23C1-4B05-BA64-6CF1E01807F5}"/>
              </a:ext>
            </a:extLst>
          </p:cNvPr>
          <p:cNvSpPr txBox="1"/>
          <p:nvPr/>
        </p:nvSpPr>
        <p:spPr>
          <a:xfrm>
            <a:off x="8221466" y="2800931"/>
            <a:ext cx="311304" cy="215444"/>
          </a:xfrm>
          <a:prstGeom prst="rect">
            <a:avLst/>
          </a:prstGeom>
          <a:noFill/>
        </p:spPr>
        <p:txBody>
          <a:bodyPr wrap="none" rtlCol="0">
            <a:spAutoFit/>
          </a:bodyPr>
          <a:lstStyle/>
          <a:p>
            <a:r>
              <a:rPr lang="en-US" sz="800" dirty="0"/>
              <a:t>V1</a:t>
            </a:r>
          </a:p>
        </p:txBody>
      </p:sp>
      <p:sp>
        <p:nvSpPr>
          <p:cNvPr id="45" name="TextBox 44">
            <a:extLst>
              <a:ext uri="{FF2B5EF4-FFF2-40B4-BE49-F238E27FC236}">
                <a16:creationId xmlns:a16="http://schemas.microsoft.com/office/drawing/2014/main" id="{7BE83B01-8D09-4063-8B1D-6C4DD44BE3C6}"/>
              </a:ext>
            </a:extLst>
          </p:cNvPr>
          <p:cNvSpPr txBox="1"/>
          <p:nvPr/>
        </p:nvSpPr>
        <p:spPr>
          <a:xfrm>
            <a:off x="8523055" y="4124716"/>
            <a:ext cx="311304" cy="215444"/>
          </a:xfrm>
          <a:prstGeom prst="rect">
            <a:avLst/>
          </a:prstGeom>
          <a:noFill/>
        </p:spPr>
        <p:txBody>
          <a:bodyPr wrap="none" rtlCol="0">
            <a:spAutoFit/>
          </a:bodyPr>
          <a:lstStyle/>
          <a:p>
            <a:r>
              <a:rPr lang="en-US" sz="800" dirty="0"/>
              <a:t>V2</a:t>
            </a:r>
          </a:p>
        </p:txBody>
      </p:sp>
      <p:sp>
        <p:nvSpPr>
          <p:cNvPr id="46" name="TextBox 45">
            <a:extLst>
              <a:ext uri="{FF2B5EF4-FFF2-40B4-BE49-F238E27FC236}">
                <a16:creationId xmlns:a16="http://schemas.microsoft.com/office/drawing/2014/main" id="{49A22BF5-52E0-4B1E-9360-20DBF3EEC8D4}"/>
              </a:ext>
            </a:extLst>
          </p:cNvPr>
          <p:cNvSpPr txBox="1"/>
          <p:nvPr/>
        </p:nvSpPr>
        <p:spPr>
          <a:xfrm>
            <a:off x="8705221" y="4594388"/>
            <a:ext cx="311304" cy="215444"/>
          </a:xfrm>
          <a:prstGeom prst="rect">
            <a:avLst/>
          </a:prstGeom>
          <a:noFill/>
        </p:spPr>
        <p:txBody>
          <a:bodyPr wrap="none" rtlCol="0">
            <a:spAutoFit/>
          </a:bodyPr>
          <a:lstStyle/>
          <a:p>
            <a:r>
              <a:rPr lang="en-US" sz="800" dirty="0"/>
              <a:t>V3</a:t>
            </a:r>
          </a:p>
        </p:txBody>
      </p:sp>
      <p:sp>
        <p:nvSpPr>
          <p:cNvPr id="47" name="TextBox 46">
            <a:extLst>
              <a:ext uri="{FF2B5EF4-FFF2-40B4-BE49-F238E27FC236}">
                <a16:creationId xmlns:a16="http://schemas.microsoft.com/office/drawing/2014/main" id="{4951467D-7A0C-4612-B531-350CE87A9565}"/>
              </a:ext>
            </a:extLst>
          </p:cNvPr>
          <p:cNvSpPr txBox="1"/>
          <p:nvPr/>
        </p:nvSpPr>
        <p:spPr>
          <a:xfrm>
            <a:off x="7936893" y="2515891"/>
            <a:ext cx="256802" cy="184666"/>
          </a:xfrm>
          <a:prstGeom prst="rect">
            <a:avLst/>
          </a:prstGeom>
          <a:noFill/>
        </p:spPr>
        <p:txBody>
          <a:bodyPr wrap="none" rtlCol="0">
            <a:spAutoFit/>
          </a:bodyPr>
          <a:lstStyle/>
          <a:p>
            <a:r>
              <a:rPr lang="en-US" sz="600" dirty="0"/>
              <a:t>VI</a:t>
            </a:r>
          </a:p>
        </p:txBody>
      </p:sp>
      <p:sp>
        <p:nvSpPr>
          <p:cNvPr id="35" name="Title 1">
            <a:extLst>
              <a:ext uri="{FF2B5EF4-FFF2-40B4-BE49-F238E27FC236}">
                <a16:creationId xmlns:a16="http://schemas.microsoft.com/office/drawing/2014/main" id="{09EF88FE-4184-4BC9-8866-34D35F016A60}"/>
              </a:ext>
            </a:extLst>
          </p:cNvPr>
          <p:cNvSpPr>
            <a:spLocks noGrp="1"/>
          </p:cNvSpPr>
          <p:nvPr>
            <p:ph type="title"/>
          </p:nvPr>
        </p:nvSpPr>
        <p:spPr>
          <a:xfrm>
            <a:off x="914399" y="285750"/>
            <a:ext cx="7772400" cy="685800"/>
          </a:xfrm>
        </p:spPr>
        <p:txBody>
          <a:bodyPr/>
          <a:lstStyle/>
          <a:p>
            <a:r>
              <a:rPr lang="en-US" sz="3600" dirty="0"/>
              <a:t>Normal Anatomy: VI – cavernous sinus</a:t>
            </a:r>
          </a:p>
        </p:txBody>
      </p:sp>
      <p:grpSp>
        <p:nvGrpSpPr>
          <p:cNvPr id="51" name="Group 50">
            <a:extLst>
              <a:ext uri="{FF2B5EF4-FFF2-40B4-BE49-F238E27FC236}">
                <a16:creationId xmlns:a16="http://schemas.microsoft.com/office/drawing/2014/main" id="{6D852038-4DF8-4635-94F9-D327DE3DDDD4}"/>
              </a:ext>
            </a:extLst>
          </p:cNvPr>
          <p:cNvGrpSpPr/>
          <p:nvPr/>
        </p:nvGrpSpPr>
        <p:grpSpPr>
          <a:xfrm>
            <a:off x="678120" y="1229316"/>
            <a:ext cx="3136406" cy="2916171"/>
            <a:chOff x="5943600" y="1962150"/>
            <a:chExt cx="3136406" cy="2916171"/>
          </a:xfrm>
        </p:grpSpPr>
        <p:pic>
          <p:nvPicPr>
            <p:cNvPr id="52" name="Shape 290">
              <a:extLst>
                <a:ext uri="{FF2B5EF4-FFF2-40B4-BE49-F238E27FC236}">
                  <a16:creationId xmlns:a16="http://schemas.microsoft.com/office/drawing/2014/main" id="{AED54B05-D633-4070-8D91-31109DAD9354}"/>
                </a:ext>
              </a:extLst>
            </p:cNvPr>
            <p:cNvPicPr preferRelativeResize="0"/>
            <p:nvPr/>
          </p:nvPicPr>
          <p:blipFill rotWithShape="1">
            <a:blip r:embed="rId3" cstate="print">
              <a:alphaModFix/>
              <a:extLst>
                <a:ext uri="{28A0092B-C50C-407E-A947-70E740481C1C}">
                  <a14:useLocalDpi xmlns:a14="http://schemas.microsoft.com/office/drawing/2010/main" val="0"/>
                </a:ext>
              </a:extLst>
            </a:blip>
            <a:srcRect/>
            <a:stretch/>
          </p:blipFill>
          <p:spPr>
            <a:xfrm>
              <a:off x="5943600" y="1962150"/>
              <a:ext cx="3036075" cy="2393213"/>
            </a:xfrm>
            <a:prstGeom prst="rect">
              <a:avLst/>
            </a:prstGeom>
            <a:noFill/>
            <a:ln>
              <a:noFill/>
            </a:ln>
          </p:spPr>
        </p:pic>
        <p:sp>
          <p:nvSpPr>
            <p:cNvPr id="53" name="Shape 294">
              <a:extLst>
                <a:ext uri="{FF2B5EF4-FFF2-40B4-BE49-F238E27FC236}">
                  <a16:creationId xmlns:a16="http://schemas.microsoft.com/office/drawing/2014/main" id="{519D9BD6-FF9A-4418-9385-E803731344A4}"/>
                </a:ext>
              </a:extLst>
            </p:cNvPr>
            <p:cNvSpPr/>
            <p:nvPr/>
          </p:nvSpPr>
          <p:spPr>
            <a:xfrm>
              <a:off x="8001000" y="3238163"/>
              <a:ext cx="100858" cy="64043"/>
            </a:xfrm>
            <a:prstGeom prst="ellipse">
              <a:avLst/>
            </a:prstGeom>
            <a:solidFill>
              <a:srgbClr val="FFFF00"/>
            </a:solidFill>
            <a:ln w="9525" cap="flat" cmpd="sng">
              <a:solidFill>
                <a:srgbClr val="FFFF00"/>
              </a:solidFill>
              <a:prstDash val="solid"/>
              <a:round/>
              <a:headEnd type="none" w="med" len="med"/>
              <a:tailEnd type="none" w="med" len="med"/>
            </a:ln>
          </p:spPr>
          <p:txBody>
            <a:bodyPr lIns="68569" tIns="68569" rIns="68569" bIns="68569" anchor="ctr" anchorCtr="0">
              <a:noAutofit/>
            </a:bodyPr>
            <a:lstStyle/>
            <a:p>
              <a:pPr>
                <a:spcBef>
                  <a:spcPts val="0"/>
                </a:spcBef>
              </a:pPr>
              <a:endParaRPr/>
            </a:p>
          </p:txBody>
        </p:sp>
        <p:sp>
          <p:nvSpPr>
            <p:cNvPr id="54" name="Shape 295">
              <a:extLst>
                <a:ext uri="{FF2B5EF4-FFF2-40B4-BE49-F238E27FC236}">
                  <a16:creationId xmlns:a16="http://schemas.microsoft.com/office/drawing/2014/main" id="{A30A139E-7FD8-44D3-ADFB-3EB1E0D79893}"/>
                </a:ext>
              </a:extLst>
            </p:cNvPr>
            <p:cNvSpPr txBox="1"/>
            <p:nvPr/>
          </p:nvSpPr>
          <p:spPr>
            <a:xfrm>
              <a:off x="6830006" y="4399951"/>
              <a:ext cx="2250000" cy="457800"/>
            </a:xfrm>
            <a:prstGeom prst="rect">
              <a:avLst/>
            </a:prstGeom>
            <a:noFill/>
            <a:ln>
              <a:noFill/>
            </a:ln>
          </p:spPr>
          <p:txBody>
            <a:bodyPr lIns="68569" tIns="68569" rIns="68569" bIns="68569" anchor="ctr" anchorCtr="0">
              <a:noAutofit/>
            </a:bodyPr>
            <a:lstStyle/>
            <a:p>
              <a:pPr>
                <a:lnSpc>
                  <a:spcPct val="90000"/>
                </a:lnSpc>
                <a:spcBef>
                  <a:spcPts val="0"/>
                </a:spcBef>
                <a:spcAft>
                  <a:spcPts val="675"/>
                </a:spcAft>
              </a:pPr>
              <a:endParaRPr lang="en-US" sz="900" dirty="0">
                <a:solidFill>
                  <a:schemeClr val="accent1"/>
                </a:solidFill>
                <a:latin typeface="Calibri"/>
                <a:ea typeface="Calibri"/>
                <a:cs typeface="Calibri"/>
                <a:sym typeface="Calibri"/>
              </a:endParaRPr>
            </a:p>
          </p:txBody>
        </p:sp>
        <p:sp>
          <p:nvSpPr>
            <p:cNvPr id="55" name="TextBox 54">
              <a:extLst>
                <a:ext uri="{FF2B5EF4-FFF2-40B4-BE49-F238E27FC236}">
                  <a16:creationId xmlns:a16="http://schemas.microsoft.com/office/drawing/2014/main" id="{CED8508D-CF3C-4106-AB0F-767594BDAD7C}"/>
                </a:ext>
              </a:extLst>
            </p:cNvPr>
            <p:cNvSpPr txBox="1"/>
            <p:nvPr/>
          </p:nvSpPr>
          <p:spPr>
            <a:xfrm>
              <a:off x="6056925" y="4508989"/>
              <a:ext cx="2681183" cy="369332"/>
            </a:xfrm>
            <a:prstGeom prst="rect">
              <a:avLst/>
            </a:prstGeom>
            <a:noFill/>
          </p:spPr>
          <p:txBody>
            <a:bodyPr wrap="none" rtlCol="0">
              <a:spAutoFit/>
            </a:bodyPr>
            <a:lstStyle/>
            <a:p>
              <a:r>
                <a:rPr lang="en-US" dirty="0">
                  <a:solidFill>
                    <a:schemeClr val="accent1"/>
                  </a:solidFill>
                </a:rPr>
                <a:t>Post contrast T1 coronal</a:t>
              </a:r>
            </a:p>
          </p:txBody>
        </p:sp>
      </p:grpSp>
    </p:spTree>
    <p:extLst>
      <p:ext uri="{BB962C8B-B14F-4D97-AF65-F5344CB8AC3E}">
        <p14:creationId xmlns:p14="http://schemas.microsoft.com/office/powerpoint/2010/main" val="22455275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pic>
        <p:nvPicPr>
          <p:cNvPr id="302" name="Shape 302"/>
          <p:cNvPicPr preferRelativeResize="0"/>
          <p:nvPr/>
        </p:nvPicPr>
        <p:blipFill rotWithShape="1">
          <a:blip r:embed="rId3">
            <a:alphaModFix/>
            <a:extLst>
              <a:ext uri="{28A0092B-C50C-407E-A947-70E740481C1C}">
                <a14:useLocalDpi xmlns:a14="http://schemas.microsoft.com/office/drawing/2010/main" val="0"/>
              </a:ext>
            </a:extLst>
          </a:blip>
          <a:srcRect/>
          <a:stretch/>
        </p:blipFill>
        <p:spPr>
          <a:xfrm>
            <a:off x="1502179" y="1143000"/>
            <a:ext cx="2895525" cy="3371400"/>
          </a:xfrm>
          <a:prstGeom prst="rect">
            <a:avLst/>
          </a:prstGeom>
          <a:noFill/>
          <a:ln>
            <a:noFill/>
          </a:ln>
        </p:spPr>
      </p:pic>
      <p:cxnSp>
        <p:nvCxnSpPr>
          <p:cNvPr id="303" name="Shape 303"/>
          <p:cNvCxnSpPr/>
          <p:nvPr/>
        </p:nvCxnSpPr>
        <p:spPr>
          <a:xfrm rot="10800000" flipH="1">
            <a:off x="1555966" y="2298892"/>
            <a:ext cx="1165725" cy="27450"/>
          </a:xfrm>
          <a:prstGeom prst="straightConnector1">
            <a:avLst/>
          </a:prstGeom>
          <a:noFill/>
          <a:ln w="44450" cap="flat" cmpd="sng">
            <a:solidFill>
              <a:schemeClr val="dk1"/>
            </a:solidFill>
            <a:prstDash val="solid"/>
            <a:miter/>
            <a:headEnd type="none" w="med" len="med"/>
            <a:tailEnd type="triangle" w="lg" len="lg"/>
          </a:ln>
        </p:spPr>
      </p:cxnSp>
      <p:sp>
        <p:nvSpPr>
          <p:cNvPr id="304" name="Shape 304"/>
          <p:cNvSpPr txBox="1"/>
          <p:nvPr/>
        </p:nvSpPr>
        <p:spPr>
          <a:xfrm>
            <a:off x="742950" y="277666"/>
            <a:ext cx="7886700" cy="610649"/>
          </a:xfrm>
          <a:prstGeom prst="rect">
            <a:avLst/>
          </a:prstGeom>
          <a:noFill/>
          <a:ln>
            <a:noFill/>
          </a:ln>
        </p:spPr>
        <p:txBody>
          <a:bodyPr lIns="68569" tIns="34275" rIns="68569" bIns="34275" anchor="ctr" anchorCtr="0">
            <a:noAutofit/>
          </a:bodyPr>
          <a:lstStyle/>
          <a:p>
            <a:pPr>
              <a:lnSpc>
                <a:spcPct val="90000"/>
              </a:lnSpc>
              <a:spcBef>
                <a:spcPts val="0"/>
              </a:spcBef>
              <a:buClr>
                <a:schemeClr val="dk1"/>
              </a:buClr>
              <a:buSzPct val="25000"/>
            </a:pPr>
            <a:r>
              <a:rPr lang="en-US" sz="3300">
                <a:solidFill>
                  <a:schemeClr val="dk2"/>
                </a:solidFill>
                <a:latin typeface="Calibri"/>
                <a:ea typeface="Calibri"/>
                <a:cs typeface="Calibri"/>
                <a:sym typeface="Calibri"/>
              </a:rPr>
              <a:t>Normal Anatomy: CN VI</a:t>
            </a:r>
          </a:p>
        </p:txBody>
      </p:sp>
      <p:pic>
        <p:nvPicPr>
          <p:cNvPr id="6"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5173" t="26562" r="17186" b="25000"/>
          <a:stretch/>
        </p:blipFill>
        <p:spPr bwMode="auto">
          <a:xfrm>
            <a:off x="4724400" y="1428750"/>
            <a:ext cx="4308908" cy="3085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 name="Shape 303"/>
          <p:cNvCxnSpPr/>
          <p:nvPr/>
        </p:nvCxnSpPr>
        <p:spPr>
          <a:xfrm rot="10800000" flipH="1">
            <a:off x="5029200" y="3333750"/>
            <a:ext cx="1165725" cy="27450"/>
          </a:xfrm>
          <a:prstGeom prst="straightConnector1">
            <a:avLst/>
          </a:prstGeom>
          <a:noFill/>
          <a:ln w="44450" cap="flat" cmpd="sng">
            <a:solidFill>
              <a:schemeClr val="dk1"/>
            </a:solidFill>
            <a:prstDash val="solid"/>
            <a:miter/>
            <a:headEnd type="none" w="med" len="med"/>
            <a:tailEnd type="triangle" w="lg" len="lg"/>
          </a:ln>
        </p:spPr>
      </p:cxnSp>
    </p:spTree>
    <p:extLst>
      <p:ext uri="{BB962C8B-B14F-4D97-AF65-F5344CB8AC3E}">
        <p14:creationId xmlns:p14="http://schemas.microsoft.com/office/powerpoint/2010/main" val="4700080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276350"/>
            <a:ext cx="6379369" cy="3720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hape 657"/>
          <p:cNvSpPr txBox="1"/>
          <p:nvPr/>
        </p:nvSpPr>
        <p:spPr>
          <a:xfrm>
            <a:off x="838200" y="285750"/>
            <a:ext cx="7886700" cy="610649"/>
          </a:xfrm>
          <a:prstGeom prst="rect">
            <a:avLst/>
          </a:prstGeom>
          <a:noFill/>
          <a:ln>
            <a:noFill/>
          </a:ln>
        </p:spPr>
        <p:txBody>
          <a:bodyPr lIns="68569" tIns="34275" rIns="68569" bIns="34275" anchor="ctr" anchorCtr="0">
            <a:noAutofit/>
          </a:bodyPr>
          <a:lstStyle/>
          <a:p>
            <a:pPr eaLnBrk="1" hangingPunct="1"/>
            <a:r>
              <a:rPr lang="en-US" altLang="en-US" sz="2800" dirty="0">
                <a:solidFill>
                  <a:schemeClr val="tx2"/>
                </a:solidFill>
              </a:rPr>
              <a:t>Case #6: 22 YOF w/ bilateral abduction deficit.</a:t>
            </a:r>
          </a:p>
        </p:txBody>
      </p:sp>
    </p:spTree>
    <p:extLst>
      <p:ext uri="{BB962C8B-B14F-4D97-AF65-F5344CB8AC3E}">
        <p14:creationId xmlns:p14="http://schemas.microsoft.com/office/powerpoint/2010/main" val="38007506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pic>
        <p:nvPicPr>
          <p:cNvPr id="651" name="Shape 651"/>
          <p:cNvPicPr preferRelativeResize="0">
            <a:picLocks noGrp="1"/>
          </p:cNvPicPr>
          <p:nvPr>
            <p:ph type="body" idx="1"/>
          </p:nvPr>
        </p:nvPicPr>
        <p:blipFill rotWithShape="1">
          <a:blip r:embed="rId3">
            <a:alphaModFix/>
            <a:extLst>
              <a:ext uri="{28A0092B-C50C-407E-A947-70E740481C1C}">
                <a14:useLocalDpi xmlns:a14="http://schemas.microsoft.com/office/drawing/2010/main" val="0"/>
              </a:ext>
            </a:extLst>
          </a:blip>
          <a:srcRect/>
          <a:stretch/>
        </p:blipFill>
        <p:spPr>
          <a:xfrm>
            <a:off x="2661374" y="1478569"/>
            <a:ext cx="2500425" cy="2500425"/>
          </a:xfrm>
          <a:prstGeom prst="rect">
            <a:avLst/>
          </a:prstGeom>
          <a:noFill/>
          <a:ln>
            <a:noFill/>
          </a:ln>
        </p:spPr>
      </p:pic>
      <p:pic>
        <p:nvPicPr>
          <p:cNvPr id="652" name="Shape 652"/>
          <p:cNvPicPr preferRelativeResize="0"/>
          <p:nvPr/>
        </p:nvPicPr>
        <p:blipFill rotWithShape="1">
          <a:blip r:embed="rId4">
            <a:alphaModFix/>
            <a:extLst>
              <a:ext uri="{28A0092B-C50C-407E-A947-70E740481C1C}">
                <a14:useLocalDpi xmlns:a14="http://schemas.microsoft.com/office/drawing/2010/main" val="0"/>
              </a:ext>
            </a:extLst>
          </a:blip>
          <a:srcRect/>
          <a:stretch/>
        </p:blipFill>
        <p:spPr>
          <a:xfrm>
            <a:off x="4784908" y="1478560"/>
            <a:ext cx="2500425" cy="2500425"/>
          </a:xfrm>
          <a:prstGeom prst="rect">
            <a:avLst/>
          </a:prstGeom>
          <a:noFill/>
          <a:ln>
            <a:noFill/>
          </a:ln>
        </p:spPr>
      </p:pic>
      <p:pic>
        <p:nvPicPr>
          <p:cNvPr id="653" name="Shape 653"/>
          <p:cNvPicPr preferRelativeResize="0"/>
          <p:nvPr/>
        </p:nvPicPr>
        <p:blipFill rotWithShape="1">
          <a:blip r:embed="rId5" cstate="print">
            <a:alphaModFix/>
            <a:extLst>
              <a:ext uri="{28A0092B-C50C-407E-A947-70E740481C1C}">
                <a14:useLocalDpi xmlns:a14="http://schemas.microsoft.com/office/drawing/2010/main" val="0"/>
              </a:ext>
            </a:extLst>
          </a:blip>
          <a:srcRect/>
          <a:stretch/>
        </p:blipFill>
        <p:spPr>
          <a:xfrm>
            <a:off x="7049926" y="1412471"/>
            <a:ext cx="2094075" cy="2481975"/>
          </a:xfrm>
          <a:prstGeom prst="rect">
            <a:avLst/>
          </a:prstGeom>
          <a:noFill/>
          <a:ln>
            <a:noFill/>
          </a:ln>
        </p:spPr>
      </p:pic>
      <p:pic>
        <p:nvPicPr>
          <p:cNvPr id="654" name="Shape 654"/>
          <p:cNvPicPr preferRelativeResize="0"/>
          <p:nvPr/>
        </p:nvPicPr>
        <p:blipFill rotWithShape="1">
          <a:blip r:embed="rId6">
            <a:alphaModFix/>
            <a:extLst>
              <a:ext uri="{28A0092B-C50C-407E-A947-70E740481C1C}">
                <a14:useLocalDpi xmlns:a14="http://schemas.microsoft.com/office/drawing/2010/main" val="0"/>
              </a:ext>
            </a:extLst>
          </a:blip>
          <a:srcRect/>
          <a:stretch/>
        </p:blipFill>
        <p:spPr>
          <a:xfrm>
            <a:off x="742935" y="1478576"/>
            <a:ext cx="2094074" cy="2500425"/>
          </a:xfrm>
          <a:prstGeom prst="rect">
            <a:avLst/>
          </a:prstGeom>
          <a:noFill/>
          <a:ln>
            <a:noFill/>
          </a:ln>
        </p:spPr>
      </p:pic>
      <p:sp>
        <p:nvSpPr>
          <p:cNvPr id="655" name="Shape 655"/>
          <p:cNvSpPr txBox="1"/>
          <p:nvPr/>
        </p:nvSpPr>
        <p:spPr>
          <a:xfrm>
            <a:off x="2081850" y="4299450"/>
            <a:ext cx="5054850" cy="698850"/>
          </a:xfrm>
          <a:prstGeom prst="rect">
            <a:avLst/>
          </a:prstGeom>
          <a:noFill/>
          <a:ln>
            <a:noFill/>
          </a:ln>
        </p:spPr>
        <p:txBody>
          <a:bodyPr lIns="68569" tIns="34275" rIns="68569" bIns="34275" anchor="ctr" anchorCtr="0">
            <a:noAutofit/>
          </a:bodyPr>
          <a:lstStyle/>
          <a:p>
            <a:pPr>
              <a:lnSpc>
                <a:spcPct val="90000"/>
              </a:lnSpc>
              <a:spcBef>
                <a:spcPts val="0"/>
              </a:spcBef>
              <a:buClr>
                <a:schemeClr val="dk1"/>
              </a:buClr>
            </a:pPr>
            <a:endParaRPr sz="1350" dirty="0">
              <a:solidFill>
                <a:schemeClr val="accent1"/>
              </a:solidFill>
              <a:latin typeface="Calibri"/>
              <a:ea typeface="Calibri"/>
              <a:cs typeface="Calibri"/>
              <a:sym typeface="Calibri"/>
            </a:endParaRPr>
          </a:p>
        </p:txBody>
      </p:sp>
      <p:sp>
        <p:nvSpPr>
          <p:cNvPr id="656" name="Shape 656"/>
          <p:cNvSpPr txBox="1">
            <a:spLocks noGrp="1"/>
          </p:cNvSpPr>
          <p:nvPr>
            <p:ph type="body" idx="1"/>
          </p:nvPr>
        </p:nvSpPr>
        <p:spPr>
          <a:xfrm>
            <a:off x="1028700" y="986231"/>
            <a:ext cx="7795350" cy="653175"/>
          </a:xfrm>
          <a:prstGeom prst="rect">
            <a:avLst/>
          </a:prstGeom>
          <a:noFill/>
          <a:ln>
            <a:noFill/>
          </a:ln>
        </p:spPr>
        <p:txBody>
          <a:bodyPr vert="horz" wrap="square" lIns="68569" tIns="34275" rIns="68569" bIns="34275" numCol="1" anchor="t" anchorCtr="0" compatLnSpc="1">
            <a:prstTxWarp prst="textNoShape">
              <a:avLst/>
            </a:prstTxWarp>
            <a:noAutofit/>
          </a:bodyPr>
          <a:lstStyle/>
          <a:p>
            <a:pPr marL="171450" indent="-152400">
              <a:lnSpc>
                <a:spcPct val="90000"/>
              </a:lnSpc>
              <a:spcBef>
                <a:spcPts val="0"/>
              </a:spcBef>
              <a:spcAft>
                <a:spcPts val="0"/>
              </a:spcAft>
              <a:buClr>
                <a:schemeClr val="accent1"/>
              </a:buClr>
              <a:buSzPct val="100000"/>
              <a:buFont typeface="Arial"/>
              <a:buChar char="•"/>
            </a:pPr>
            <a:r>
              <a:rPr lang="en-US" sz="1800">
                <a:latin typeface="Calibri"/>
                <a:ea typeface="Calibri"/>
                <a:cs typeface="Calibri"/>
                <a:sym typeface="Calibri"/>
              </a:rPr>
              <a:t>46 year old female with ophthalmoplegia.</a:t>
            </a:r>
          </a:p>
        </p:txBody>
      </p:sp>
      <p:sp>
        <p:nvSpPr>
          <p:cNvPr id="657" name="Shape 657"/>
          <p:cNvSpPr txBox="1"/>
          <p:nvPr/>
        </p:nvSpPr>
        <p:spPr>
          <a:xfrm>
            <a:off x="742950" y="277666"/>
            <a:ext cx="7886700" cy="610649"/>
          </a:xfrm>
          <a:prstGeom prst="rect">
            <a:avLst/>
          </a:prstGeom>
          <a:noFill/>
          <a:ln>
            <a:noFill/>
          </a:ln>
        </p:spPr>
        <p:txBody>
          <a:bodyPr lIns="68569" tIns="34275" rIns="68569" bIns="34275" anchor="ctr" anchorCtr="0">
            <a:noAutofit/>
          </a:bodyPr>
          <a:lstStyle/>
          <a:p>
            <a:pPr>
              <a:lnSpc>
                <a:spcPct val="90000"/>
              </a:lnSpc>
              <a:spcBef>
                <a:spcPts val="0"/>
              </a:spcBef>
              <a:buClr>
                <a:schemeClr val="dk1"/>
              </a:buClr>
              <a:buSzPct val="25000"/>
            </a:pPr>
            <a:r>
              <a:rPr lang="en-US" sz="3300" dirty="0">
                <a:solidFill>
                  <a:schemeClr val="dk2"/>
                </a:solidFill>
                <a:latin typeface="Calibri"/>
                <a:ea typeface="Calibri"/>
                <a:cs typeface="Calibri"/>
                <a:sym typeface="Calibri"/>
              </a:rPr>
              <a:t>Case #6: CN III, IV, &amp; VI </a:t>
            </a:r>
          </a:p>
        </p:txBody>
      </p:sp>
      <p:cxnSp>
        <p:nvCxnSpPr>
          <p:cNvPr id="658" name="Shape 658"/>
          <p:cNvCxnSpPr/>
          <p:nvPr/>
        </p:nvCxnSpPr>
        <p:spPr>
          <a:xfrm flipH="1">
            <a:off x="3657056" y="2408719"/>
            <a:ext cx="558225" cy="12825"/>
          </a:xfrm>
          <a:prstGeom prst="straightConnector1">
            <a:avLst/>
          </a:prstGeom>
          <a:noFill/>
          <a:ln w="28575" cap="flat" cmpd="sng">
            <a:solidFill>
              <a:srgbClr val="FFFFFF"/>
            </a:solidFill>
            <a:prstDash val="solid"/>
            <a:miter/>
            <a:headEnd type="none" w="med" len="med"/>
            <a:tailEnd type="triangle" w="lg" len="lg"/>
          </a:ln>
        </p:spPr>
      </p:cxnSp>
      <p:cxnSp>
        <p:nvCxnSpPr>
          <p:cNvPr id="659" name="Shape 659"/>
          <p:cNvCxnSpPr/>
          <p:nvPr/>
        </p:nvCxnSpPr>
        <p:spPr>
          <a:xfrm rot="10800000" flipH="1">
            <a:off x="742931" y="2488050"/>
            <a:ext cx="637875" cy="167400"/>
          </a:xfrm>
          <a:prstGeom prst="straightConnector1">
            <a:avLst/>
          </a:prstGeom>
          <a:noFill/>
          <a:ln w="28575" cap="flat" cmpd="sng">
            <a:solidFill>
              <a:srgbClr val="FF0000"/>
            </a:solidFill>
            <a:prstDash val="solid"/>
            <a:round/>
            <a:headEnd type="none" w="lg" len="lg"/>
            <a:tailEnd type="triangle" w="lg" len="lg"/>
          </a:ln>
        </p:spPr>
      </p:cxnSp>
    </p:spTree>
    <p:extLst>
      <p:ext uri="{BB962C8B-B14F-4D97-AF65-F5344CB8AC3E}">
        <p14:creationId xmlns:p14="http://schemas.microsoft.com/office/powerpoint/2010/main" val="41926346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 Anatomy: CN VII</a:t>
            </a:r>
          </a:p>
        </p:txBody>
      </p:sp>
      <p:sp>
        <p:nvSpPr>
          <p:cNvPr id="3" name="AutoShape 2" descr="https://mail.google.com/mail/u/0/?ui=2&amp;ik=ac80e9f4e3&amp;view=fimg&amp;th=15621d01dc418fc7&amp;attid=0.1&amp;disp=emb&amp;attbid=ANGjdJ-cNpX0igt5f73fJo4hTnktBZRpNrJiNuBPreVv8_6aCnJSTg2XIfZB4OuJXcU8tkVorkis0r53O7DXO1bJJAt1uSmiQ5YUOlsfMOAgeQY9fxtw2LE4d3nzgdk&amp;sz=w432-h292&amp;ats=1469455168725&amp;rm=15621d01dc418fc7&amp;zw&amp;atsh=1"/>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https://mail.google.com/mail/u/0/?ui=2&amp;ik=ac80e9f4e3&amp;view=fimg&amp;th=15621d01dc418fc7&amp;attid=0.1&amp;disp=emb&amp;attbid=ANGjdJ-cNpX0igt5f73fJo4hTnktBZRpNrJiNuBPreVv8_6aCnJSTg2XIfZB4OuJXcU8tkVorkis0r53O7DXO1bJJAt1uSmiQ5YUOlsfMOAgeQY9fxtw2LE4d3nzgdk&amp;sz=w432-h292&amp;ats=1469455168725&amp;rm=15621d01dc418fc7&amp;zw&amp;atsh=1"/>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p:cNvSpPr txBox="1"/>
          <p:nvPr/>
        </p:nvSpPr>
        <p:spPr>
          <a:xfrm>
            <a:off x="1282127" y="4001093"/>
            <a:ext cx="3038762" cy="584775"/>
          </a:xfrm>
          <a:prstGeom prst="rect">
            <a:avLst/>
          </a:prstGeom>
          <a:noFill/>
        </p:spPr>
        <p:txBody>
          <a:bodyPr wrap="square" rtlCol="0">
            <a:spAutoFit/>
          </a:bodyPr>
          <a:lstStyle/>
          <a:p>
            <a:r>
              <a:rPr lang="en-US" sz="1600" dirty="0">
                <a:solidFill>
                  <a:schemeClr val="accent1"/>
                </a:solidFill>
                <a:latin typeface="Times New Roman" charset="0"/>
                <a:ea typeface="Times New Roman" charset="0"/>
                <a:cs typeface="Times New Roman" charset="0"/>
              </a:rPr>
              <a:t>Axial FIESTA MRI at the level of the </a:t>
            </a:r>
            <a:r>
              <a:rPr lang="en-US" sz="1600" u="sng" dirty="0">
                <a:solidFill>
                  <a:schemeClr val="accent1"/>
                </a:solidFill>
                <a:latin typeface="Times New Roman" charset="0"/>
                <a:ea typeface="Times New Roman" charset="0"/>
                <a:cs typeface="Times New Roman" charset="0"/>
              </a:rPr>
              <a:t>pons</a:t>
            </a:r>
            <a:r>
              <a:rPr lang="en-US" sz="1600" dirty="0">
                <a:solidFill>
                  <a:schemeClr val="accent1"/>
                </a:solidFill>
                <a:latin typeface="Times New Roman" charset="0"/>
                <a:ea typeface="Times New Roman" charset="0"/>
                <a:cs typeface="Times New Roman" charset="0"/>
              </a:rPr>
              <a:t> showing CN VII nuclei</a:t>
            </a:r>
          </a:p>
        </p:txBody>
      </p:sp>
      <p:sp>
        <p:nvSpPr>
          <p:cNvPr id="23" name="TextBox 22"/>
          <p:cNvSpPr txBox="1"/>
          <p:nvPr/>
        </p:nvSpPr>
        <p:spPr>
          <a:xfrm>
            <a:off x="4638950" y="3724094"/>
            <a:ext cx="1767925" cy="276999"/>
          </a:xfrm>
          <a:prstGeom prst="rect">
            <a:avLst/>
          </a:prstGeom>
          <a:noFill/>
        </p:spPr>
        <p:txBody>
          <a:bodyPr wrap="square" rtlCol="0">
            <a:spAutoFit/>
          </a:bodyPr>
          <a:lstStyle/>
          <a:p>
            <a:r>
              <a:rPr lang="en-US" sz="1200" dirty="0">
                <a:solidFill>
                  <a:srgbClr val="00B050"/>
                </a:solidFill>
                <a:latin typeface="Times New Roman" charset="0"/>
                <a:ea typeface="Times New Roman" charset="0"/>
                <a:cs typeface="Times New Roman" charset="0"/>
              </a:rPr>
              <a:t>CN VI nucleus</a:t>
            </a:r>
          </a:p>
        </p:txBody>
      </p:sp>
      <p:grpSp>
        <p:nvGrpSpPr>
          <p:cNvPr id="16" name="Group 15"/>
          <p:cNvGrpSpPr/>
          <p:nvPr/>
        </p:nvGrpSpPr>
        <p:grpSpPr>
          <a:xfrm>
            <a:off x="1282127" y="1342637"/>
            <a:ext cx="3044759" cy="2239083"/>
            <a:chOff x="1245512" y="1388810"/>
            <a:chExt cx="3044759" cy="2239083"/>
          </a:xfrm>
        </p:grpSpPr>
        <p:pic>
          <p:nvPicPr>
            <p:cNvPr id="2054" name="Picture 6" descr="https://gm1.ggpht.com/Txk_7qglXCcHqU2mm3akzev6Zk-ZWPk2Fc1a3yZH5fEglAZ2qWK7GNOVeciuaVvSZMR5OLuddzmciSkGY_eQOIKZSKHpSJ6T_EhSCFbYv4n3eI_JVs9II4ZC4FgL6S_Ui0zBgkRMtZnvwzPNuHj82UNoBu3_zd1azuTLdYFBENqmQ6u37nXNnFuCvfTXqkKcbf3L9YVLPdQia-ayhAgFsNemBHd-DxN_3U6SaleD6m5z3ba_H6i-aHu_mvEEtneDmIfACLsqWLsvKGebTn8PP7fvDgAHMspHgU0VyG0rbgBxW3AOKLjI7Nq7WwFNuyEdImv49WT6YfKV0K841QYCHToobe62BnwOZinJk1IQmcuhoWLMqr8sSY5Ce24_qwIzgVeG_xzHUIaxahUWeiR8B2PnNoNJ17ScaP7_bw22Qebs2qtFs2V8W7Tn-rr2ZOlJC2Sv_MqVJLRA09VYYAAV6H3lPmIKcCLPJU7MPXZDHodPJvAcGX3AyIhIb-K1zHaspgBTveS-3ZzMDEB_rKIg2D6dPW8tw7UnElaSxMuhcYqTGxn067Mk2jVfB4qzXpnueIF_20oQT5AsiLR-BO1nbgihgMbioqMZOIcxN6gGqgqp8W3qqJVzWKOtn_RcJ8xPCAvJT7c4dJfRLlA8Inqe402PKQU1GhlEKSwJIeNZF4BA18N_qwFjR_ROqf_G=w432-h292-l75-f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5512" y="1388810"/>
              <a:ext cx="3044759" cy="2239083"/>
            </a:xfrm>
            <a:prstGeom prst="rect">
              <a:avLst/>
            </a:prstGeom>
            <a:noFill/>
            <a:extLst>
              <a:ext uri="{909E8E84-426E-40DD-AFC4-6F175D3DCCD1}">
                <a14:hiddenFill xmlns:a14="http://schemas.microsoft.com/office/drawing/2010/main">
                  <a:solidFill>
                    <a:srgbClr val="FFFFFF"/>
                  </a:solidFill>
                </a14:hiddenFill>
              </a:ext>
            </a:extLst>
          </p:spPr>
        </p:pic>
        <p:sp>
          <p:nvSpPr>
            <p:cNvPr id="5" name="Oval 4"/>
            <p:cNvSpPr/>
            <p:nvPr/>
          </p:nvSpPr>
          <p:spPr>
            <a:xfrm>
              <a:off x="3000729" y="2418483"/>
              <a:ext cx="196436" cy="21371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3066883" y="2651601"/>
              <a:ext cx="147757" cy="12699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3214806" y="2947509"/>
              <a:ext cx="148447" cy="144903"/>
            </a:xfrm>
            <a:prstGeom prst="ellipse">
              <a:avLst/>
            </a:prstGeom>
            <a:solidFill>
              <a:srgbClr val="E767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2893412" y="2867131"/>
              <a:ext cx="143150" cy="10757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rot="21348931">
              <a:off x="3236207" y="2327391"/>
              <a:ext cx="444142" cy="607312"/>
            </a:xfrm>
            <a:custGeom>
              <a:avLst/>
              <a:gdLst>
                <a:gd name="connsiteX0" fmla="*/ 0 w 1210614"/>
                <a:gd name="connsiteY0" fmla="*/ 663262 h 663262"/>
                <a:gd name="connsiteX1" fmla="*/ 25758 w 1210614"/>
                <a:gd name="connsiteY1" fmla="*/ 611746 h 663262"/>
                <a:gd name="connsiteX2" fmla="*/ 64394 w 1210614"/>
                <a:gd name="connsiteY2" fmla="*/ 573110 h 663262"/>
                <a:gd name="connsiteX3" fmla="*/ 83712 w 1210614"/>
                <a:gd name="connsiteY3" fmla="*/ 553791 h 663262"/>
                <a:gd name="connsiteX4" fmla="*/ 122349 w 1210614"/>
                <a:gd name="connsiteY4" fmla="*/ 495836 h 663262"/>
                <a:gd name="connsiteX5" fmla="*/ 135228 w 1210614"/>
                <a:gd name="connsiteY5" fmla="*/ 476518 h 663262"/>
                <a:gd name="connsiteX6" fmla="*/ 173865 w 1210614"/>
                <a:gd name="connsiteY6" fmla="*/ 450760 h 663262"/>
                <a:gd name="connsiteX7" fmla="*/ 231820 w 1210614"/>
                <a:gd name="connsiteY7" fmla="*/ 405684 h 663262"/>
                <a:gd name="connsiteX8" fmla="*/ 251138 w 1210614"/>
                <a:gd name="connsiteY8" fmla="*/ 392805 h 663262"/>
                <a:gd name="connsiteX9" fmla="*/ 289774 w 1210614"/>
                <a:gd name="connsiteY9" fmla="*/ 379926 h 663262"/>
                <a:gd name="connsiteX10" fmla="*/ 347729 w 1210614"/>
                <a:gd name="connsiteY10" fmla="*/ 334850 h 663262"/>
                <a:gd name="connsiteX11" fmla="*/ 386366 w 1210614"/>
                <a:gd name="connsiteY11" fmla="*/ 309093 h 663262"/>
                <a:gd name="connsiteX12" fmla="*/ 405684 w 1210614"/>
                <a:gd name="connsiteY12" fmla="*/ 302653 h 663262"/>
                <a:gd name="connsiteX13" fmla="*/ 425003 w 1210614"/>
                <a:gd name="connsiteY13" fmla="*/ 289774 h 663262"/>
                <a:gd name="connsiteX14" fmla="*/ 482958 w 1210614"/>
                <a:gd name="connsiteY14" fmla="*/ 270456 h 663262"/>
                <a:gd name="connsiteX15" fmla="*/ 502276 w 1210614"/>
                <a:gd name="connsiteY15" fmla="*/ 264017 h 663262"/>
                <a:gd name="connsiteX16" fmla="*/ 560231 w 1210614"/>
                <a:gd name="connsiteY16" fmla="*/ 231819 h 663262"/>
                <a:gd name="connsiteX17" fmla="*/ 585989 w 1210614"/>
                <a:gd name="connsiteY17" fmla="*/ 225380 h 663262"/>
                <a:gd name="connsiteX18" fmla="*/ 624625 w 1210614"/>
                <a:gd name="connsiteY18" fmla="*/ 199622 h 663262"/>
                <a:gd name="connsiteX19" fmla="*/ 689020 w 1210614"/>
                <a:gd name="connsiteY19" fmla="*/ 173864 h 663262"/>
                <a:gd name="connsiteX20" fmla="*/ 708338 w 1210614"/>
                <a:gd name="connsiteY20" fmla="*/ 167425 h 663262"/>
                <a:gd name="connsiteX21" fmla="*/ 734096 w 1210614"/>
                <a:gd name="connsiteY21" fmla="*/ 154546 h 663262"/>
                <a:gd name="connsiteX22" fmla="*/ 792051 w 1210614"/>
                <a:gd name="connsiteY22" fmla="*/ 135228 h 663262"/>
                <a:gd name="connsiteX23" fmla="*/ 850005 w 1210614"/>
                <a:gd name="connsiteY23" fmla="*/ 115910 h 663262"/>
                <a:gd name="connsiteX24" fmla="*/ 869324 w 1210614"/>
                <a:gd name="connsiteY24" fmla="*/ 109470 h 663262"/>
                <a:gd name="connsiteX25" fmla="*/ 895081 w 1210614"/>
                <a:gd name="connsiteY25" fmla="*/ 103031 h 663262"/>
                <a:gd name="connsiteX26" fmla="*/ 933718 w 1210614"/>
                <a:gd name="connsiteY26" fmla="*/ 96591 h 663262"/>
                <a:gd name="connsiteX27" fmla="*/ 953036 w 1210614"/>
                <a:gd name="connsiteY27" fmla="*/ 90152 h 663262"/>
                <a:gd name="connsiteX28" fmla="*/ 998112 w 1210614"/>
                <a:gd name="connsiteY28" fmla="*/ 83712 h 663262"/>
                <a:gd name="connsiteX29" fmla="*/ 1017431 w 1210614"/>
                <a:gd name="connsiteY29" fmla="*/ 77273 h 663262"/>
                <a:gd name="connsiteX30" fmla="*/ 1043189 w 1210614"/>
                <a:gd name="connsiteY30" fmla="*/ 70833 h 663262"/>
                <a:gd name="connsiteX31" fmla="*/ 1062507 w 1210614"/>
                <a:gd name="connsiteY31" fmla="*/ 57955 h 663262"/>
                <a:gd name="connsiteX32" fmla="*/ 1101143 w 1210614"/>
                <a:gd name="connsiteY32" fmla="*/ 45076 h 663262"/>
                <a:gd name="connsiteX33" fmla="*/ 1139780 w 1210614"/>
                <a:gd name="connsiteY33" fmla="*/ 32197 h 663262"/>
                <a:gd name="connsiteX34" fmla="*/ 1159098 w 1210614"/>
                <a:gd name="connsiteY34" fmla="*/ 25757 h 663262"/>
                <a:gd name="connsiteX35" fmla="*/ 1178417 w 1210614"/>
                <a:gd name="connsiteY35" fmla="*/ 12879 h 663262"/>
                <a:gd name="connsiteX36" fmla="*/ 1197735 w 1210614"/>
                <a:gd name="connsiteY36" fmla="*/ 6439 h 663262"/>
                <a:gd name="connsiteX37" fmla="*/ 1210614 w 1210614"/>
                <a:gd name="connsiteY37" fmla="*/ 0 h 663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0614" h="663262">
                  <a:moveTo>
                    <a:pt x="0" y="663262"/>
                  </a:moveTo>
                  <a:cubicBezTo>
                    <a:pt x="7896" y="643522"/>
                    <a:pt x="11727" y="627530"/>
                    <a:pt x="25758" y="611746"/>
                  </a:cubicBezTo>
                  <a:cubicBezTo>
                    <a:pt x="37858" y="598133"/>
                    <a:pt x="51515" y="585989"/>
                    <a:pt x="64394" y="573110"/>
                  </a:cubicBezTo>
                  <a:cubicBezTo>
                    <a:pt x="70833" y="566670"/>
                    <a:pt x="78660" y="561368"/>
                    <a:pt x="83712" y="553791"/>
                  </a:cubicBezTo>
                  <a:lnTo>
                    <a:pt x="122349" y="495836"/>
                  </a:lnTo>
                  <a:cubicBezTo>
                    <a:pt x="126642" y="489397"/>
                    <a:pt x="128789" y="480811"/>
                    <a:pt x="135228" y="476518"/>
                  </a:cubicBezTo>
                  <a:cubicBezTo>
                    <a:pt x="148107" y="467932"/>
                    <a:pt x="162920" y="461705"/>
                    <a:pt x="173865" y="450760"/>
                  </a:cubicBezTo>
                  <a:cubicBezTo>
                    <a:pt x="204129" y="420496"/>
                    <a:pt x="185605" y="436494"/>
                    <a:pt x="231820" y="405684"/>
                  </a:cubicBezTo>
                  <a:cubicBezTo>
                    <a:pt x="238259" y="401391"/>
                    <a:pt x="243796" y="395252"/>
                    <a:pt x="251138" y="392805"/>
                  </a:cubicBezTo>
                  <a:lnTo>
                    <a:pt x="289774" y="379926"/>
                  </a:lnTo>
                  <a:cubicBezTo>
                    <a:pt x="320037" y="349664"/>
                    <a:pt x="301517" y="365658"/>
                    <a:pt x="347729" y="334850"/>
                  </a:cubicBezTo>
                  <a:lnTo>
                    <a:pt x="386366" y="309093"/>
                  </a:lnTo>
                  <a:cubicBezTo>
                    <a:pt x="392805" y="306946"/>
                    <a:pt x="399613" y="305689"/>
                    <a:pt x="405684" y="302653"/>
                  </a:cubicBezTo>
                  <a:cubicBezTo>
                    <a:pt x="412606" y="299192"/>
                    <a:pt x="417931" y="292917"/>
                    <a:pt x="425003" y="289774"/>
                  </a:cubicBezTo>
                  <a:cubicBezTo>
                    <a:pt x="425022" y="289766"/>
                    <a:pt x="473289" y="273679"/>
                    <a:pt x="482958" y="270456"/>
                  </a:cubicBezTo>
                  <a:lnTo>
                    <a:pt x="502276" y="264017"/>
                  </a:lnTo>
                  <a:cubicBezTo>
                    <a:pt x="536864" y="240957"/>
                    <a:pt x="530480" y="240319"/>
                    <a:pt x="560231" y="231819"/>
                  </a:cubicBezTo>
                  <a:cubicBezTo>
                    <a:pt x="568741" y="229388"/>
                    <a:pt x="577403" y="227526"/>
                    <a:pt x="585989" y="225380"/>
                  </a:cubicBezTo>
                  <a:cubicBezTo>
                    <a:pt x="598868" y="216794"/>
                    <a:pt x="609941" y="204517"/>
                    <a:pt x="624625" y="199622"/>
                  </a:cubicBezTo>
                  <a:cubicBezTo>
                    <a:pt x="712575" y="170305"/>
                    <a:pt x="622690" y="202291"/>
                    <a:pt x="689020" y="173864"/>
                  </a:cubicBezTo>
                  <a:cubicBezTo>
                    <a:pt x="695259" y="171190"/>
                    <a:pt x="702099" y="170099"/>
                    <a:pt x="708338" y="167425"/>
                  </a:cubicBezTo>
                  <a:cubicBezTo>
                    <a:pt x="717161" y="163644"/>
                    <a:pt x="725183" y="158111"/>
                    <a:pt x="734096" y="154546"/>
                  </a:cubicBezTo>
                  <a:cubicBezTo>
                    <a:pt x="734135" y="154530"/>
                    <a:pt x="782372" y="138454"/>
                    <a:pt x="792051" y="135228"/>
                  </a:cubicBezTo>
                  <a:lnTo>
                    <a:pt x="850005" y="115910"/>
                  </a:lnTo>
                  <a:cubicBezTo>
                    <a:pt x="856445" y="113763"/>
                    <a:pt x="862739" y="111116"/>
                    <a:pt x="869324" y="109470"/>
                  </a:cubicBezTo>
                  <a:cubicBezTo>
                    <a:pt x="877910" y="107324"/>
                    <a:pt x="886403" y="104767"/>
                    <a:pt x="895081" y="103031"/>
                  </a:cubicBezTo>
                  <a:cubicBezTo>
                    <a:pt x="907884" y="100470"/>
                    <a:pt x="920972" y="99423"/>
                    <a:pt x="933718" y="96591"/>
                  </a:cubicBezTo>
                  <a:cubicBezTo>
                    <a:pt x="940344" y="95119"/>
                    <a:pt x="946380" y="91483"/>
                    <a:pt x="953036" y="90152"/>
                  </a:cubicBezTo>
                  <a:cubicBezTo>
                    <a:pt x="967919" y="87175"/>
                    <a:pt x="983087" y="85859"/>
                    <a:pt x="998112" y="83712"/>
                  </a:cubicBezTo>
                  <a:cubicBezTo>
                    <a:pt x="1004552" y="81566"/>
                    <a:pt x="1010904" y="79138"/>
                    <a:pt x="1017431" y="77273"/>
                  </a:cubicBezTo>
                  <a:cubicBezTo>
                    <a:pt x="1025941" y="74842"/>
                    <a:pt x="1035054" y="74319"/>
                    <a:pt x="1043189" y="70833"/>
                  </a:cubicBezTo>
                  <a:cubicBezTo>
                    <a:pt x="1050302" y="67784"/>
                    <a:pt x="1055435" y="61098"/>
                    <a:pt x="1062507" y="57955"/>
                  </a:cubicBezTo>
                  <a:cubicBezTo>
                    <a:pt x="1074912" y="52442"/>
                    <a:pt x="1088264" y="49369"/>
                    <a:pt x="1101143" y="45076"/>
                  </a:cubicBezTo>
                  <a:lnTo>
                    <a:pt x="1139780" y="32197"/>
                  </a:lnTo>
                  <a:cubicBezTo>
                    <a:pt x="1146219" y="30050"/>
                    <a:pt x="1153450" y="29522"/>
                    <a:pt x="1159098" y="25757"/>
                  </a:cubicBezTo>
                  <a:cubicBezTo>
                    <a:pt x="1165538" y="21464"/>
                    <a:pt x="1171495" y="16340"/>
                    <a:pt x="1178417" y="12879"/>
                  </a:cubicBezTo>
                  <a:cubicBezTo>
                    <a:pt x="1184488" y="9844"/>
                    <a:pt x="1191433" y="8960"/>
                    <a:pt x="1197735" y="6439"/>
                  </a:cubicBezTo>
                  <a:cubicBezTo>
                    <a:pt x="1202191" y="4656"/>
                    <a:pt x="1206321" y="2146"/>
                    <a:pt x="1210614" y="0"/>
                  </a:cubicBezTo>
                </a:path>
              </a:pathLst>
            </a:custGeom>
            <a:noFill/>
            <a:ln>
              <a:solidFill>
                <a:srgbClr val="E767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TextBox 24"/>
          <p:cNvSpPr txBox="1"/>
          <p:nvPr/>
        </p:nvSpPr>
        <p:spPr>
          <a:xfrm>
            <a:off x="4726546" y="1477299"/>
            <a:ext cx="3810000" cy="1754326"/>
          </a:xfrm>
          <a:prstGeom prst="rect">
            <a:avLst/>
          </a:prstGeom>
          <a:noFill/>
          <a:ln w="19050">
            <a:noFill/>
          </a:ln>
        </p:spPr>
        <p:txBody>
          <a:bodyPr wrap="square" rtlCol="0">
            <a:spAutoFit/>
          </a:bodyPr>
          <a:lstStyle/>
          <a:p>
            <a:r>
              <a:rPr lang="en-US" sz="2400" b="1" u="sng" dirty="0">
                <a:solidFill>
                  <a:schemeClr val="accent1"/>
                </a:solidFill>
                <a:latin typeface="Times New Roman" charset="0"/>
                <a:ea typeface="Times New Roman" charset="0"/>
                <a:cs typeface="Times New Roman" charset="0"/>
              </a:rPr>
              <a:t>CN VII Nuclei</a:t>
            </a:r>
            <a:r>
              <a:rPr lang="en-US" sz="2400" dirty="0">
                <a:solidFill>
                  <a:schemeClr val="accent1"/>
                </a:solidFill>
                <a:latin typeface="Times New Roman" charset="0"/>
                <a:ea typeface="Times New Roman" charset="0"/>
                <a:cs typeface="Times New Roman" charset="0"/>
              </a:rPr>
              <a:t>: Located in the inferior pons</a:t>
            </a:r>
            <a:endParaRPr lang="en-US" sz="2400" u="sng" dirty="0">
              <a:solidFill>
                <a:schemeClr val="accent1"/>
              </a:solidFill>
              <a:latin typeface="Times New Roman" charset="0"/>
              <a:ea typeface="Times New Roman" charset="0"/>
              <a:cs typeface="Times New Roman" charset="0"/>
            </a:endParaRPr>
          </a:p>
          <a:p>
            <a:pPr marL="342900" indent="-342900">
              <a:buFont typeface="Arial" panose="020B0604020202020204" pitchFamily="34" charset="0"/>
              <a:buChar char="•"/>
            </a:pPr>
            <a:r>
              <a:rPr lang="en-US" sz="2000" dirty="0">
                <a:solidFill>
                  <a:srgbClr val="FFFF00"/>
                </a:solidFill>
                <a:latin typeface="Times New Roman" charset="0"/>
                <a:ea typeface="Times New Roman" charset="0"/>
                <a:cs typeface="Times New Roman" charset="0"/>
              </a:rPr>
              <a:t>Motor Nucleus</a:t>
            </a:r>
          </a:p>
          <a:p>
            <a:pPr marL="342900" indent="-342900">
              <a:buFont typeface="Arial" panose="020B0604020202020204" pitchFamily="34" charset="0"/>
              <a:buChar char="•"/>
            </a:pPr>
            <a:r>
              <a:rPr lang="en-US" sz="2000" dirty="0">
                <a:solidFill>
                  <a:srgbClr val="FF99CC"/>
                </a:solidFill>
                <a:latin typeface="Times New Roman" charset="0"/>
                <a:ea typeface="Times New Roman" charset="0"/>
                <a:cs typeface="Times New Roman" charset="0"/>
              </a:rPr>
              <a:t>Superior </a:t>
            </a:r>
            <a:r>
              <a:rPr lang="en-US" sz="2000" dirty="0" err="1">
                <a:solidFill>
                  <a:srgbClr val="FF99CC"/>
                </a:solidFill>
                <a:latin typeface="Times New Roman" charset="0"/>
                <a:ea typeface="Times New Roman" charset="0"/>
                <a:cs typeface="Times New Roman" charset="0"/>
              </a:rPr>
              <a:t>salivatory</a:t>
            </a:r>
            <a:r>
              <a:rPr lang="en-US" sz="2000" dirty="0">
                <a:solidFill>
                  <a:srgbClr val="FF99CC"/>
                </a:solidFill>
                <a:latin typeface="Times New Roman" charset="0"/>
                <a:ea typeface="Times New Roman" charset="0"/>
                <a:cs typeface="Times New Roman" charset="0"/>
              </a:rPr>
              <a:t> nucleus</a:t>
            </a:r>
          </a:p>
          <a:p>
            <a:pPr marL="342900" indent="-342900">
              <a:buFont typeface="Arial" panose="020B0604020202020204" pitchFamily="34" charset="0"/>
              <a:buChar char="•"/>
            </a:pPr>
            <a:r>
              <a:rPr lang="en-US" sz="2000" dirty="0">
                <a:solidFill>
                  <a:srgbClr val="00B0F0"/>
                </a:solidFill>
                <a:latin typeface="Times New Roman" charset="0"/>
                <a:ea typeface="Times New Roman" charset="0"/>
                <a:cs typeface="Times New Roman" charset="0"/>
              </a:rPr>
              <a:t>Nucleus </a:t>
            </a:r>
            <a:r>
              <a:rPr lang="en-US" sz="2000" dirty="0" err="1">
                <a:solidFill>
                  <a:srgbClr val="00B0F0"/>
                </a:solidFill>
                <a:latin typeface="Times New Roman" charset="0"/>
                <a:ea typeface="Times New Roman" charset="0"/>
                <a:cs typeface="Times New Roman" charset="0"/>
              </a:rPr>
              <a:t>solitarius</a:t>
            </a:r>
            <a:r>
              <a:rPr lang="en-US" sz="2000" dirty="0">
                <a:solidFill>
                  <a:srgbClr val="00B0F0"/>
                </a:solidFill>
                <a:latin typeface="Times New Roman" charset="0"/>
                <a:ea typeface="Times New Roman" charset="0"/>
                <a:cs typeface="Times New Roman" charset="0"/>
              </a:rPr>
              <a:t> </a:t>
            </a:r>
            <a:endParaRPr lang="en-US" dirty="0">
              <a:solidFill>
                <a:schemeClr val="accent1"/>
              </a:solidFill>
              <a:latin typeface="Times New Roman" charset="0"/>
              <a:ea typeface="Times New Roman" charset="0"/>
              <a:cs typeface="Times New Roman" charset="0"/>
            </a:endParaRPr>
          </a:p>
        </p:txBody>
      </p:sp>
      <p:sp>
        <p:nvSpPr>
          <p:cNvPr id="8" name="Freeform 7"/>
          <p:cNvSpPr/>
          <p:nvPr/>
        </p:nvSpPr>
        <p:spPr>
          <a:xfrm>
            <a:off x="2898250" y="2305878"/>
            <a:ext cx="775253" cy="655983"/>
          </a:xfrm>
          <a:custGeom>
            <a:avLst/>
            <a:gdLst>
              <a:gd name="connsiteX0" fmla="*/ 186856 w 775253"/>
              <a:gd name="connsiteY0" fmla="*/ 266369 h 655983"/>
              <a:gd name="connsiteX1" fmla="*/ 143124 w 775253"/>
              <a:gd name="connsiteY1" fmla="*/ 290223 h 655983"/>
              <a:gd name="connsiteX2" fmla="*/ 131197 w 775253"/>
              <a:gd name="connsiteY2" fmla="*/ 298174 h 655983"/>
              <a:gd name="connsiteX3" fmla="*/ 123246 w 775253"/>
              <a:gd name="connsiteY3" fmla="*/ 310101 h 655983"/>
              <a:gd name="connsiteX4" fmla="*/ 107343 w 775253"/>
              <a:gd name="connsiteY4" fmla="*/ 326004 h 655983"/>
              <a:gd name="connsiteX5" fmla="*/ 99392 w 775253"/>
              <a:gd name="connsiteY5" fmla="*/ 337931 h 655983"/>
              <a:gd name="connsiteX6" fmla="*/ 71562 w 775253"/>
              <a:gd name="connsiteY6" fmla="*/ 361785 h 655983"/>
              <a:gd name="connsiteX7" fmla="*/ 63611 w 775253"/>
              <a:gd name="connsiteY7" fmla="*/ 373712 h 655983"/>
              <a:gd name="connsiteX8" fmla="*/ 59635 w 775253"/>
              <a:gd name="connsiteY8" fmla="*/ 385639 h 655983"/>
              <a:gd name="connsiteX9" fmla="*/ 39757 w 775253"/>
              <a:gd name="connsiteY9" fmla="*/ 409492 h 655983"/>
              <a:gd name="connsiteX10" fmla="*/ 27830 w 775253"/>
              <a:gd name="connsiteY10" fmla="*/ 429371 h 655983"/>
              <a:gd name="connsiteX11" fmla="*/ 15903 w 775253"/>
              <a:gd name="connsiteY11" fmla="*/ 453225 h 655983"/>
              <a:gd name="connsiteX12" fmla="*/ 11927 w 775253"/>
              <a:gd name="connsiteY12" fmla="*/ 465152 h 655983"/>
              <a:gd name="connsiteX13" fmla="*/ 0 w 775253"/>
              <a:gd name="connsiteY13" fmla="*/ 489005 h 655983"/>
              <a:gd name="connsiteX14" fmla="*/ 3976 w 775253"/>
              <a:gd name="connsiteY14" fmla="*/ 544665 h 655983"/>
              <a:gd name="connsiteX15" fmla="*/ 27830 w 775253"/>
              <a:gd name="connsiteY15" fmla="*/ 588397 h 655983"/>
              <a:gd name="connsiteX16" fmla="*/ 39757 w 775253"/>
              <a:gd name="connsiteY16" fmla="*/ 596348 h 655983"/>
              <a:gd name="connsiteX17" fmla="*/ 47708 w 775253"/>
              <a:gd name="connsiteY17" fmla="*/ 608275 h 655983"/>
              <a:gd name="connsiteX18" fmla="*/ 59635 w 775253"/>
              <a:gd name="connsiteY18" fmla="*/ 612251 h 655983"/>
              <a:gd name="connsiteX19" fmla="*/ 75538 w 775253"/>
              <a:gd name="connsiteY19" fmla="*/ 632129 h 655983"/>
              <a:gd name="connsiteX20" fmla="*/ 99392 w 775253"/>
              <a:gd name="connsiteY20" fmla="*/ 640080 h 655983"/>
              <a:gd name="connsiteX21" fmla="*/ 107343 w 775253"/>
              <a:gd name="connsiteY21" fmla="*/ 648032 h 655983"/>
              <a:gd name="connsiteX22" fmla="*/ 131197 w 775253"/>
              <a:gd name="connsiteY22" fmla="*/ 652007 h 655983"/>
              <a:gd name="connsiteX23" fmla="*/ 143124 w 775253"/>
              <a:gd name="connsiteY23" fmla="*/ 655983 h 655983"/>
              <a:gd name="connsiteX24" fmla="*/ 206734 w 775253"/>
              <a:gd name="connsiteY24" fmla="*/ 652007 h 655983"/>
              <a:gd name="connsiteX25" fmla="*/ 214686 w 775253"/>
              <a:gd name="connsiteY25" fmla="*/ 644056 h 655983"/>
              <a:gd name="connsiteX26" fmla="*/ 226613 w 775253"/>
              <a:gd name="connsiteY26" fmla="*/ 640080 h 655983"/>
              <a:gd name="connsiteX27" fmla="*/ 258418 w 775253"/>
              <a:gd name="connsiteY27" fmla="*/ 612251 h 655983"/>
              <a:gd name="connsiteX28" fmla="*/ 278296 w 775253"/>
              <a:gd name="connsiteY28" fmla="*/ 596348 h 655983"/>
              <a:gd name="connsiteX29" fmla="*/ 298174 w 775253"/>
              <a:gd name="connsiteY29" fmla="*/ 560567 h 655983"/>
              <a:gd name="connsiteX30" fmla="*/ 306126 w 775253"/>
              <a:gd name="connsiteY30" fmla="*/ 552616 h 655983"/>
              <a:gd name="connsiteX31" fmla="*/ 322028 w 775253"/>
              <a:gd name="connsiteY31" fmla="*/ 528762 h 655983"/>
              <a:gd name="connsiteX32" fmla="*/ 337931 w 775253"/>
              <a:gd name="connsiteY32" fmla="*/ 512859 h 655983"/>
              <a:gd name="connsiteX33" fmla="*/ 357809 w 775253"/>
              <a:gd name="connsiteY33" fmla="*/ 485030 h 655983"/>
              <a:gd name="connsiteX34" fmla="*/ 369736 w 775253"/>
              <a:gd name="connsiteY34" fmla="*/ 461176 h 655983"/>
              <a:gd name="connsiteX35" fmla="*/ 373712 w 775253"/>
              <a:gd name="connsiteY35" fmla="*/ 449249 h 655983"/>
              <a:gd name="connsiteX36" fmla="*/ 381663 w 775253"/>
              <a:gd name="connsiteY36" fmla="*/ 437322 h 655983"/>
              <a:gd name="connsiteX37" fmla="*/ 389614 w 775253"/>
              <a:gd name="connsiteY37" fmla="*/ 413468 h 655983"/>
              <a:gd name="connsiteX38" fmla="*/ 405517 w 775253"/>
              <a:gd name="connsiteY38" fmla="*/ 397565 h 655983"/>
              <a:gd name="connsiteX39" fmla="*/ 421420 w 775253"/>
              <a:gd name="connsiteY39" fmla="*/ 377687 h 655983"/>
              <a:gd name="connsiteX40" fmla="*/ 429371 w 775253"/>
              <a:gd name="connsiteY40" fmla="*/ 365760 h 655983"/>
              <a:gd name="connsiteX41" fmla="*/ 441298 w 775253"/>
              <a:gd name="connsiteY41" fmla="*/ 357809 h 655983"/>
              <a:gd name="connsiteX42" fmla="*/ 445273 w 775253"/>
              <a:gd name="connsiteY42" fmla="*/ 345882 h 655983"/>
              <a:gd name="connsiteX43" fmla="*/ 465152 w 775253"/>
              <a:gd name="connsiteY43" fmla="*/ 326004 h 655983"/>
              <a:gd name="connsiteX44" fmla="*/ 473103 w 775253"/>
              <a:gd name="connsiteY44" fmla="*/ 318052 h 655983"/>
              <a:gd name="connsiteX45" fmla="*/ 489006 w 775253"/>
              <a:gd name="connsiteY45" fmla="*/ 298174 h 655983"/>
              <a:gd name="connsiteX46" fmla="*/ 496957 w 775253"/>
              <a:gd name="connsiteY46" fmla="*/ 282272 h 655983"/>
              <a:gd name="connsiteX47" fmla="*/ 524787 w 775253"/>
              <a:gd name="connsiteY47" fmla="*/ 254442 h 655983"/>
              <a:gd name="connsiteX48" fmla="*/ 536713 w 775253"/>
              <a:gd name="connsiteY48" fmla="*/ 242515 h 655983"/>
              <a:gd name="connsiteX49" fmla="*/ 556592 w 775253"/>
              <a:gd name="connsiteY49" fmla="*/ 218661 h 655983"/>
              <a:gd name="connsiteX50" fmla="*/ 560567 w 775253"/>
              <a:gd name="connsiteY50" fmla="*/ 206734 h 655983"/>
              <a:gd name="connsiteX51" fmla="*/ 580446 w 775253"/>
              <a:gd name="connsiteY51" fmla="*/ 190832 h 655983"/>
              <a:gd name="connsiteX52" fmla="*/ 596348 w 775253"/>
              <a:gd name="connsiteY52" fmla="*/ 166978 h 655983"/>
              <a:gd name="connsiteX53" fmla="*/ 604300 w 775253"/>
              <a:gd name="connsiteY53" fmla="*/ 159026 h 655983"/>
              <a:gd name="connsiteX54" fmla="*/ 612251 w 775253"/>
              <a:gd name="connsiteY54" fmla="*/ 143124 h 655983"/>
              <a:gd name="connsiteX55" fmla="*/ 620202 w 775253"/>
              <a:gd name="connsiteY55" fmla="*/ 135172 h 655983"/>
              <a:gd name="connsiteX56" fmla="*/ 628153 w 775253"/>
              <a:gd name="connsiteY56" fmla="*/ 123245 h 655983"/>
              <a:gd name="connsiteX57" fmla="*/ 648032 w 775253"/>
              <a:gd name="connsiteY57" fmla="*/ 107343 h 655983"/>
              <a:gd name="connsiteX58" fmla="*/ 667910 w 775253"/>
              <a:gd name="connsiteY58" fmla="*/ 87465 h 655983"/>
              <a:gd name="connsiteX59" fmla="*/ 683813 w 775253"/>
              <a:gd name="connsiteY59" fmla="*/ 71562 h 655983"/>
              <a:gd name="connsiteX60" fmla="*/ 695740 w 775253"/>
              <a:gd name="connsiteY60" fmla="*/ 59635 h 655983"/>
              <a:gd name="connsiteX61" fmla="*/ 707667 w 775253"/>
              <a:gd name="connsiteY61" fmla="*/ 51684 h 655983"/>
              <a:gd name="connsiteX62" fmla="*/ 715618 w 775253"/>
              <a:gd name="connsiteY62" fmla="*/ 43732 h 655983"/>
              <a:gd name="connsiteX63" fmla="*/ 751399 w 775253"/>
              <a:gd name="connsiteY63" fmla="*/ 27830 h 655983"/>
              <a:gd name="connsiteX64" fmla="*/ 775253 w 775253"/>
              <a:gd name="connsiteY64" fmla="*/ 0 h 655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775253" h="655983">
                <a:moveTo>
                  <a:pt x="186856" y="266369"/>
                </a:moveTo>
                <a:cubicBezTo>
                  <a:pt x="158104" y="277870"/>
                  <a:pt x="172917" y="270361"/>
                  <a:pt x="143124" y="290223"/>
                </a:cubicBezTo>
                <a:lnTo>
                  <a:pt x="131197" y="298174"/>
                </a:lnTo>
                <a:cubicBezTo>
                  <a:pt x="128547" y="302150"/>
                  <a:pt x="126356" y="306473"/>
                  <a:pt x="123246" y="310101"/>
                </a:cubicBezTo>
                <a:cubicBezTo>
                  <a:pt x="118367" y="315793"/>
                  <a:pt x="111501" y="319766"/>
                  <a:pt x="107343" y="326004"/>
                </a:cubicBezTo>
                <a:cubicBezTo>
                  <a:pt x="104693" y="329980"/>
                  <a:pt x="102771" y="334552"/>
                  <a:pt x="99392" y="337931"/>
                </a:cubicBezTo>
                <a:cubicBezTo>
                  <a:pt x="81407" y="355916"/>
                  <a:pt x="90561" y="333285"/>
                  <a:pt x="71562" y="361785"/>
                </a:cubicBezTo>
                <a:cubicBezTo>
                  <a:pt x="68912" y="365761"/>
                  <a:pt x="65748" y="369438"/>
                  <a:pt x="63611" y="373712"/>
                </a:cubicBezTo>
                <a:cubicBezTo>
                  <a:pt x="61737" y="377460"/>
                  <a:pt x="61960" y="382152"/>
                  <a:pt x="59635" y="385639"/>
                </a:cubicBezTo>
                <a:cubicBezTo>
                  <a:pt x="42048" y="412018"/>
                  <a:pt x="52766" y="383475"/>
                  <a:pt x="39757" y="409492"/>
                </a:cubicBezTo>
                <a:cubicBezTo>
                  <a:pt x="29435" y="430136"/>
                  <a:pt x="43360" y="413839"/>
                  <a:pt x="27830" y="429371"/>
                </a:cubicBezTo>
                <a:cubicBezTo>
                  <a:pt x="17836" y="459350"/>
                  <a:pt x="31317" y="422397"/>
                  <a:pt x="15903" y="453225"/>
                </a:cubicBezTo>
                <a:cubicBezTo>
                  <a:pt x="14029" y="456973"/>
                  <a:pt x="13801" y="461404"/>
                  <a:pt x="11927" y="465152"/>
                </a:cubicBezTo>
                <a:cubicBezTo>
                  <a:pt x="-3488" y="495982"/>
                  <a:pt x="9995" y="459026"/>
                  <a:pt x="0" y="489005"/>
                </a:cubicBezTo>
                <a:cubicBezTo>
                  <a:pt x="1325" y="507558"/>
                  <a:pt x="1217" y="526270"/>
                  <a:pt x="3976" y="544665"/>
                </a:cubicBezTo>
                <a:cubicBezTo>
                  <a:pt x="6369" y="560621"/>
                  <a:pt x="15021" y="578150"/>
                  <a:pt x="27830" y="588397"/>
                </a:cubicBezTo>
                <a:cubicBezTo>
                  <a:pt x="31561" y="591382"/>
                  <a:pt x="35781" y="593698"/>
                  <a:pt x="39757" y="596348"/>
                </a:cubicBezTo>
                <a:cubicBezTo>
                  <a:pt x="42407" y="600324"/>
                  <a:pt x="43977" y="605290"/>
                  <a:pt x="47708" y="608275"/>
                </a:cubicBezTo>
                <a:cubicBezTo>
                  <a:pt x="50980" y="610893"/>
                  <a:pt x="56672" y="609288"/>
                  <a:pt x="59635" y="612251"/>
                </a:cubicBezTo>
                <a:cubicBezTo>
                  <a:pt x="79465" y="632081"/>
                  <a:pt x="43771" y="618011"/>
                  <a:pt x="75538" y="632129"/>
                </a:cubicBezTo>
                <a:cubicBezTo>
                  <a:pt x="83197" y="635533"/>
                  <a:pt x="99392" y="640080"/>
                  <a:pt x="99392" y="640080"/>
                </a:cubicBezTo>
                <a:cubicBezTo>
                  <a:pt x="102042" y="642731"/>
                  <a:pt x="103833" y="646716"/>
                  <a:pt x="107343" y="648032"/>
                </a:cubicBezTo>
                <a:cubicBezTo>
                  <a:pt x="114891" y="650862"/>
                  <a:pt x="123328" y="650258"/>
                  <a:pt x="131197" y="652007"/>
                </a:cubicBezTo>
                <a:cubicBezTo>
                  <a:pt x="135288" y="652916"/>
                  <a:pt x="139148" y="654658"/>
                  <a:pt x="143124" y="655983"/>
                </a:cubicBezTo>
                <a:cubicBezTo>
                  <a:pt x="164327" y="654658"/>
                  <a:pt x="185778" y="655500"/>
                  <a:pt x="206734" y="652007"/>
                </a:cubicBezTo>
                <a:cubicBezTo>
                  <a:pt x="210431" y="651391"/>
                  <a:pt x="211472" y="645984"/>
                  <a:pt x="214686" y="644056"/>
                </a:cubicBezTo>
                <a:cubicBezTo>
                  <a:pt x="218280" y="641900"/>
                  <a:pt x="222637" y="641405"/>
                  <a:pt x="226613" y="640080"/>
                </a:cubicBezTo>
                <a:cubicBezTo>
                  <a:pt x="249147" y="606278"/>
                  <a:pt x="212024" y="658651"/>
                  <a:pt x="258418" y="612251"/>
                </a:cubicBezTo>
                <a:cubicBezTo>
                  <a:pt x="269747" y="600920"/>
                  <a:pt x="263250" y="606378"/>
                  <a:pt x="278296" y="596348"/>
                </a:cubicBezTo>
                <a:cubicBezTo>
                  <a:pt x="283295" y="581352"/>
                  <a:pt x="284506" y="574233"/>
                  <a:pt x="298174" y="560567"/>
                </a:cubicBezTo>
                <a:cubicBezTo>
                  <a:pt x="300825" y="557917"/>
                  <a:pt x="303877" y="555615"/>
                  <a:pt x="306126" y="552616"/>
                </a:cubicBezTo>
                <a:cubicBezTo>
                  <a:pt x="311860" y="544971"/>
                  <a:pt x="315271" y="535519"/>
                  <a:pt x="322028" y="528762"/>
                </a:cubicBezTo>
                <a:lnTo>
                  <a:pt x="337931" y="512859"/>
                </a:lnTo>
                <a:cubicBezTo>
                  <a:pt x="347207" y="485029"/>
                  <a:pt x="337931" y="491655"/>
                  <a:pt x="357809" y="485030"/>
                </a:cubicBezTo>
                <a:cubicBezTo>
                  <a:pt x="367803" y="455051"/>
                  <a:pt x="354322" y="492004"/>
                  <a:pt x="369736" y="461176"/>
                </a:cubicBezTo>
                <a:cubicBezTo>
                  <a:pt x="371610" y="457428"/>
                  <a:pt x="371838" y="452997"/>
                  <a:pt x="373712" y="449249"/>
                </a:cubicBezTo>
                <a:cubicBezTo>
                  <a:pt x="375849" y="444975"/>
                  <a:pt x="379722" y="441688"/>
                  <a:pt x="381663" y="437322"/>
                </a:cubicBezTo>
                <a:cubicBezTo>
                  <a:pt x="385067" y="429663"/>
                  <a:pt x="383687" y="419395"/>
                  <a:pt x="389614" y="413468"/>
                </a:cubicBezTo>
                <a:cubicBezTo>
                  <a:pt x="394915" y="408167"/>
                  <a:pt x="401358" y="403803"/>
                  <a:pt x="405517" y="397565"/>
                </a:cubicBezTo>
                <a:cubicBezTo>
                  <a:pt x="429994" y="360851"/>
                  <a:pt x="398755" y="406019"/>
                  <a:pt x="421420" y="377687"/>
                </a:cubicBezTo>
                <a:cubicBezTo>
                  <a:pt x="424405" y="373956"/>
                  <a:pt x="425992" y="369139"/>
                  <a:pt x="429371" y="365760"/>
                </a:cubicBezTo>
                <a:cubicBezTo>
                  <a:pt x="432750" y="362381"/>
                  <a:pt x="437322" y="360459"/>
                  <a:pt x="441298" y="357809"/>
                </a:cubicBezTo>
                <a:cubicBezTo>
                  <a:pt x="442623" y="353833"/>
                  <a:pt x="442759" y="349235"/>
                  <a:pt x="445273" y="345882"/>
                </a:cubicBezTo>
                <a:cubicBezTo>
                  <a:pt x="450896" y="338385"/>
                  <a:pt x="458526" y="332630"/>
                  <a:pt x="465152" y="326004"/>
                </a:cubicBezTo>
                <a:cubicBezTo>
                  <a:pt x="467803" y="323353"/>
                  <a:pt x="471024" y="321171"/>
                  <a:pt x="473103" y="318052"/>
                </a:cubicBezTo>
                <a:cubicBezTo>
                  <a:pt x="483133" y="303006"/>
                  <a:pt x="477675" y="309503"/>
                  <a:pt x="489006" y="298174"/>
                </a:cubicBezTo>
                <a:cubicBezTo>
                  <a:pt x="491656" y="292873"/>
                  <a:pt x="493401" y="287013"/>
                  <a:pt x="496957" y="282272"/>
                </a:cubicBezTo>
                <a:lnTo>
                  <a:pt x="524787" y="254442"/>
                </a:lnTo>
                <a:cubicBezTo>
                  <a:pt x="528762" y="250466"/>
                  <a:pt x="533594" y="247193"/>
                  <a:pt x="536713" y="242515"/>
                </a:cubicBezTo>
                <a:cubicBezTo>
                  <a:pt x="547784" y="225910"/>
                  <a:pt x="541286" y="233967"/>
                  <a:pt x="556592" y="218661"/>
                </a:cubicBezTo>
                <a:cubicBezTo>
                  <a:pt x="557917" y="214685"/>
                  <a:pt x="558411" y="210327"/>
                  <a:pt x="560567" y="206734"/>
                </a:cubicBezTo>
                <a:cubicBezTo>
                  <a:pt x="564343" y="200441"/>
                  <a:pt x="575031" y="194442"/>
                  <a:pt x="580446" y="190832"/>
                </a:cubicBezTo>
                <a:cubicBezTo>
                  <a:pt x="585747" y="182881"/>
                  <a:pt x="589591" y="173735"/>
                  <a:pt x="596348" y="166978"/>
                </a:cubicBezTo>
                <a:cubicBezTo>
                  <a:pt x="598999" y="164327"/>
                  <a:pt x="602221" y="162145"/>
                  <a:pt x="604300" y="159026"/>
                </a:cubicBezTo>
                <a:cubicBezTo>
                  <a:pt x="607587" y="154095"/>
                  <a:pt x="608964" y="148055"/>
                  <a:pt x="612251" y="143124"/>
                </a:cubicBezTo>
                <a:cubicBezTo>
                  <a:pt x="614330" y="140005"/>
                  <a:pt x="617861" y="138099"/>
                  <a:pt x="620202" y="135172"/>
                </a:cubicBezTo>
                <a:cubicBezTo>
                  <a:pt x="623187" y="131441"/>
                  <a:pt x="625168" y="126976"/>
                  <a:pt x="628153" y="123245"/>
                </a:cubicBezTo>
                <a:cubicBezTo>
                  <a:pt x="634626" y="115154"/>
                  <a:pt x="639178" y="113245"/>
                  <a:pt x="648032" y="107343"/>
                </a:cubicBezTo>
                <a:cubicBezTo>
                  <a:pt x="663345" y="84372"/>
                  <a:pt x="647296" y="105134"/>
                  <a:pt x="667910" y="87465"/>
                </a:cubicBezTo>
                <a:cubicBezTo>
                  <a:pt x="673602" y="82586"/>
                  <a:pt x="678512" y="76863"/>
                  <a:pt x="683813" y="71562"/>
                </a:cubicBezTo>
                <a:cubicBezTo>
                  <a:pt x="687789" y="67586"/>
                  <a:pt x="691062" y="62754"/>
                  <a:pt x="695740" y="59635"/>
                </a:cubicBezTo>
                <a:cubicBezTo>
                  <a:pt x="699716" y="56985"/>
                  <a:pt x="703936" y="54669"/>
                  <a:pt x="707667" y="51684"/>
                </a:cubicBezTo>
                <a:cubicBezTo>
                  <a:pt x="710594" y="49342"/>
                  <a:pt x="712265" y="45408"/>
                  <a:pt x="715618" y="43732"/>
                </a:cubicBezTo>
                <a:cubicBezTo>
                  <a:pt x="772404" y="15338"/>
                  <a:pt x="716308" y="51223"/>
                  <a:pt x="751399" y="27830"/>
                </a:cubicBezTo>
                <a:cubicBezTo>
                  <a:pt x="768945" y="1510"/>
                  <a:pt x="758754" y="8250"/>
                  <a:pt x="775253" y="0"/>
                </a:cubicBezTo>
              </a:path>
            </a:pathLst>
          </a:cu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p:cNvSpPr/>
          <p:nvPr/>
        </p:nvSpPr>
        <p:spPr>
          <a:xfrm>
            <a:off x="3216303" y="2293951"/>
            <a:ext cx="481054" cy="322028"/>
          </a:xfrm>
          <a:custGeom>
            <a:avLst/>
            <a:gdLst>
              <a:gd name="connsiteX0" fmla="*/ 0 w 481054"/>
              <a:gd name="connsiteY0" fmla="*/ 322028 h 322028"/>
              <a:gd name="connsiteX1" fmla="*/ 43732 w 481054"/>
              <a:gd name="connsiteY1" fmla="*/ 290223 h 322028"/>
              <a:gd name="connsiteX2" fmla="*/ 55659 w 481054"/>
              <a:gd name="connsiteY2" fmla="*/ 278296 h 322028"/>
              <a:gd name="connsiteX3" fmla="*/ 75537 w 481054"/>
              <a:gd name="connsiteY3" fmla="*/ 266369 h 322028"/>
              <a:gd name="connsiteX4" fmla="*/ 115294 w 481054"/>
              <a:gd name="connsiteY4" fmla="*/ 234564 h 322028"/>
              <a:gd name="connsiteX5" fmla="*/ 123245 w 481054"/>
              <a:gd name="connsiteY5" fmla="*/ 226612 h 322028"/>
              <a:gd name="connsiteX6" fmla="*/ 163001 w 481054"/>
              <a:gd name="connsiteY6" fmla="*/ 210710 h 322028"/>
              <a:gd name="connsiteX7" fmla="*/ 174928 w 481054"/>
              <a:gd name="connsiteY7" fmla="*/ 206734 h 322028"/>
              <a:gd name="connsiteX8" fmla="*/ 202758 w 481054"/>
              <a:gd name="connsiteY8" fmla="*/ 186856 h 322028"/>
              <a:gd name="connsiteX9" fmla="*/ 218660 w 481054"/>
              <a:gd name="connsiteY9" fmla="*/ 174929 h 322028"/>
              <a:gd name="connsiteX10" fmla="*/ 226612 w 481054"/>
              <a:gd name="connsiteY10" fmla="*/ 166978 h 322028"/>
              <a:gd name="connsiteX11" fmla="*/ 250466 w 481054"/>
              <a:gd name="connsiteY11" fmla="*/ 159026 h 322028"/>
              <a:gd name="connsiteX12" fmla="*/ 274320 w 481054"/>
              <a:gd name="connsiteY12" fmla="*/ 147099 h 322028"/>
              <a:gd name="connsiteX13" fmla="*/ 286247 w 481054"/>
              <a:gd name="connsiteY13" fmla="*/ 135172 h 322028"/>
              <a:gd name="connsiteX14" fmla="*/ 310100 w 481054"/>
              <a:gd name="connsiteY14" fmla="*/ 119270 h 322028"/>
              <a:gd name="connsiteX15" fmla="*/ 326003 w 481054"/>
              <a:gd name="connsiteY15" fmla="*/ 103367 h 322028"/>
              <a:gd name="connsiteX16" fmla="*/ 333954 w 481054"/>
              <a:gd name="connsiteY16" fmla="*/ 91440 h 322028"/>
              <a:gd name="connsiteX17" fmla="*/ 377687 w 481054"/>
              <a:gd name="connsiteY17" fmla="*/ 79513 h 322028"/>
              <a:gd name="connsiteX18" fmla="*/ 389614 w 481054"/>
              <a:gd name="connsiteY18" fmla="*/ 71562 h 322028"/>
              <a:gd name="connsiteX19" fmla="*/ 401540 w 481054"/>
              <a:gd name="connsiteY19" fmla="*/ 67586 h 322028"/>
              <a:gd name="connsiteX20" fmla="*/ 409492 w 481054"/>
              <a:gd name="connsiteY20" fmla="*/ 59635 h 322028"/>
              <a:gd name="connsiteX21" fmla="*/ 421419 w 481054"/>
              <a:gd name="connsiteY21" fmla="*/ 51684 h 322028"/>
              <a:gd name="connsiteX22" fmla="*/ 429370 w 481054"/>
              <a:gd name="connsiteY22" fmla="*/ 43732 h 322028"/>
              <a:gd name="connsiteX23" fmla="*/ 453224 w 481054"/>
              <a:gd name="connsiteY23" fmla="*/ 23854 h 322028"/>
              <a:gd name="connsiteX24" fmla="*/ 469127 w 481054"/>
              <a:gd name="connsiteY24" fmla="*/ 3976 h 322028"/>
              <a:gd name="connsiteX25" fmla="*/ 481054 w 481054"/>
              <a:gd name="connsiteY25" fmla="*/ 0 h 322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81054" h="322028">
                <a:moveTo>
                  <a:pt x="0" y="322028"/>
                </a:moveTo>
                <a:cubicBezTo>
                  <a:pt x="14577" y="311426"/>
                  <a:pt x="30987" y="302968"/>
                  <a:pt x="43732" y="290223"/>
                </a:cubicBezTo>
                <a:cubicBezTo>
                  <a:pt x="47708" y="286247"/>
                  <a:pt x="51161" y="281669"/>
                  <a:pt x="55659" y="278296"/>
                </a:cubicBezTo>
                <a:cubicBezTo>
                  <a:pt x="61841" y="273660"/>
                  <a:pt x="69601" y="271316"/>
                  <a:pt x="75537" y="266369"/>
                </a:cubicBezTo>
                <a:cubicBezTo>
                  <a:pt x="116593" y="232155"/>
                  <a:pt x="87643" y="243780"/>
                  <a:pt x="115294" y="234564"/>
                </a:cubicBezTo>
                <a:cubicBezTo>
                  <a:pt x="117944" y="231913"/>
                  <a:pt x="120126" y="228691"/>
                  <a:pt x="123245" y="226612"/>
                </a:cubicBezTo>
                <a:cubicBezTo>
                  <a:pt x="134944" y="218812"/>
                  <a:pt x="150072" y="215020"/>
                  <a:pt x="163001" y="210710"/>
                </a:cubicBezTo>
                <a:lnTo>
                  <a:pt x="174928" y="206734"/>
                </a:lnTo>
                <a:cubicBezTo>
                  <a:pt x="190586" y="191078"/>
                  <a:pt x="175045" y="205332"/>
                  <a:pt x="202758" y="186856"/>
                </a:cubicBezTo>
                <a:cubicBezTo>
                  <a:pt x="208271" y="183181"/>
                  <a:pt x="213570" y="179171"/>
                  <a:pt x="218660" y="174929"/>
                </a:cubicBezTo>
                <a:cubicBezTo>
                  <a:pt x="221540" y="172529"/>
                  <a:pt x="223259" y="168654"/>
                  <a:pt x="226612" y="166978"/>
                </a:cubicBezTo>
                <a:cubicBezTo>
                  <a:pt x="234109" y="163230"/>
                  <a:pt x="243492" y="163675"/>
                  <a:pt x="250466" y="159026"/>
                </a:cubicBezTo>
                <a:cubicBezTo>
                  <a:pt x="265880" y="148750"/>
                  <a:pt x="257860" y="152586"/>
                  <a:pt x="274320" y="147099"/>
                </a:cubicBezTo>
                <a:cubicBezTo>
                  <a:pt x="278296" y="143123"/>
                  <a:pt x="281809" y="138624"/>
                  <a:pt x="286247" y="135172"/>
                </a:cubicBezTo>
                <a:cubicBezTo>
                  <a:pt x="293790" y="129305"/>
                  <a:pt x="303343" y="126027"/>
                  <a:pt x="310100" y="119270"/>
                </a:cubicBezTo>
                <a:cubicBezTo>
                  <a:pt x="315401" y="113969"/>
                  <a:pt x="321845" y="109605"/>
                  <a:pt x="326003" y="103367"/>
                </a:cubicBezTo>
                <a:cubicBezTo>
                  <a:pt x="328653" y="99391"/>
                  <a:pt x="329902" y="93972"/>
                  <a:pt x="333954" y="91440"/>
                </a:cubicBezTo>
                <a:cubicBezTo>
                  <a:pt x="343447" y="85507"/>
                  <a:pt x="366336" y="81783"/>
                  <a:pt x="377687" y="79513"/>
                </a:cubicBezTo>
                <a:cubicBezTo>
                  <a:pt x="381663" y="76863"/>
                  <a:pt x="385340" y="73699"/>
                  <a:pt x="389614" y="71562"/>
                </a:cubicBezTo>
                <a:cubicBezTo>
                  <a:pt x="393362" y="69688"/>
                  <a:pt x="397947" y="69742"/>
                  <a:pt x="401540" y="67586"/>
                </a:cubicBezTo>
                <a:cubicBezTo>
                  <a:pt x="404754" y="65657"/>
                  <a:pt x="406565" y="61976"/>
                  <a:pt x="409492" y="59635"/>
                </a:cubicBezTo>
                <a:cubicBezTo>
                  <a:pt x="413223" y="56650"/>
                  <a:pt x="417688" y="54669"/>
                  <a:pt x="421419" y="51684"/>
                </a:cubicBezTo>
                <a:cubicBezTo>
                  <a:pt x="424346" y="49342"/>
                  <a:pt x="426443" y="46074"/>
                  <a:pt x="429370" y="43732"/>
                </a:cubicBezTo>
                <a:cubicBezTo>
                  <a:pt x="445008" y="31221"/>
                  <a:pt x="439056" y="40856"/>
                  <a:pt x="453224" y="23854"/>
                </a:cubicBezTo>
                <a:cubicBezTo>
                  <a:pt x="458644" y="17350"/>
                  <a:pt x="461413" y="8604"/>
                  <a:pt x="469127" y="3976"/>
                </a:cubicBezTo>
                <a:cubicBezTo>
                  <a:pt x="472721" y="1820"/>
                  <a:pt x="481054" y="0"/>
                  <a:pt x="481054" y="0"/>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4495800" y="3808805"/>
            <a:ext cx="143150" cy="10757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52143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 Anatomy: CN VII</a:t>
            </a:r>
          </a:p>
        </p:txBody>
      </p:sp>
      <p:sp>
        <p:nvSpPr>
          <p:cNvPr id="3" name="TextBox 2"/>
          <p:cNvSpPr txBox="1"/>
          <p:nvPr/>
        </p:nvSpPr>
        <p:spPr>
          <a:xfrm>
            <a:off x="762000" y="1200149"/>
            <a:ext cx="2819400" cy="3570208"/>
          </a:xfrm>
          <a:prstGeom prst="rect">
            <a:avLst/>
          </a:prstGeom>
          <a:noFill/>
          <a:ln w="19050">
            <a:noFill/>
          </a:ln>
        </p:spPr>
        <p:txBody>
          <a:bodyPr wrap="square" rtlCol="0">
            <a:spAutoFit/>
          </a:bodyPr>
          <a:lstStyle/>
          <a:p>
            <a:r>
              <a:rPr lang="en-US" b="1" dirty="0">
                <a:solidFill>
                  <a:schemeClr val="accent1"/>
                </a:solidFill>
                <a:latin typeface="Times New Roman" charset="0"/>
                <a:ea typeface="Times New Roman" charset="0"/>
                <a:cs typeface="Times New Roman" charset="0"/>
              </a:rPr>
              <a:t>CN VII branches:</a:t>
            </a:r>
          </a:p>
          <a:p>
            <a:pPr marL="285750" indent="-285750">
              <a:buFont typeface="Arial" panose="020B0604020202020204" pitchFamily="34" charset="0"/>
              <a:buChar char="•"/>
            </a:pPr>
            <a:r>
              <a:rPr lang="en-US" sz="1600" u="sng" dirty="0">
                <a:solidFill>
                  <a:srgbClr val="FFFF00"/>
                </a:solidFill>
                <a:latin typeface="Times New Roman" charset="0"/>
                <a:ea typeface="Times New Roman" charset="0"/>
                <a:cs typeface="Times New Roman" charset="0"/>
              </a:rPr>
              <a:t>Motor Nucleus</a:t>
            </a:r>
            <a:r>
              <a:rPr lang="en-US" sz="1600" dirty="0">
                <a:solidFill>
                  <a:srgbClr val="FFFF00"/>
                </a:solidFill>
                <a:latin typeface="Times New Roman" charset="0"/>
                <a:ea typeface="Times New Roman" charset="0"/>
                <a:cs typeface="Times New Roman" charset="0"/>
              </a:rPr>
              <a:t> </a:t>
            </a:r>
          </a:p>
          <a:p>
            <a:pPr lvl="1"/>
            <a:r>
              <a:rPr lang="en-US" sz="1600" dirty="0">
                <a:solidFill>
                  <a:srgbClr val="FFFF00"/>
                </a:solidFill>
                <a:latin typeface="Times New Roman" charset="0"/>
                <a:ea typeface="Times New Roman" charset="0"/>
                <a:cs typeface="Times New Roman" charset="0"/>
              </a:rPr>
              <a:t>Branchial motor nerves innervate facial muscles</a:t>
            </a:r>
          </a:p>
          <a:p>
            <a:pPr lvl="1"/>
            <a:endParaRPr lang="en-US" sz="1600" dirty="0">
              <a:solidFill>
                <a:srgbClr val="FFFF00"/>
              </a:solidFill>
              <a:latin typeface="Times New Roman" charset="0"/>
              <a:ea typeface="Times New Roman" charset="0"/>
              <a:cs typeface="Times New Roman" charset="0"/>
            </a:endParaRPr>
          </a:p>
          <a:p>
            <a:pPr marL="285750" indent="-285750">
              <a:buFont typeface="Arial" panose="020B0604020202020204" pitchFamily="34" charset="0"/>
              <a:buChar char="•"/>
            </a:pPr>
            <a:r>
              <a:rPr lang="en-US" sz="1600" u="sng" dirty="0">
                <a:solidFill>
                  <a:srgbClr val="00B0F0"/>
                </a:solidFill>
                <a:latin typeface="Times New Roman" charset="0"/>
                <a:ea typeface="Times New Roman" charset="0"/>
                <a:cs typeface="Times New Roman" charset="0"/>
              </a:rPr>
              <a:t>Superior </a:t>
            </a:r>
            <a:r>
              <a:rPr lang="en-US" sz="1600" u="sng" dirty="0" err="1">
                <a:solidFill>
                  <a:srgbClr val="00B0F0"/>
                </a:solidFill>
                <a:latin typeface="Times New Roman" charset="0"/>
                <a:ea typeface="Times New Roman" charset="0"/>
                <a:cs typeface="Times New Roman" charset="0"/>
              </a:rPr>
              <a:t>salivatory</a:t>
            </a:r>
            <a:r>
              <a:rPr lang="en-US" sz="1600" u="sng" dirty="0">
                <a:solidFill>
                  <a:srgbClr val="00B0F0"/>
                </a:solidFill>
                <a:latin typeface="Times New Roman" charset="0"/>
                <a:ea typeface="Times New Roman" charset="0"/>
                <a:cs typeface="Times New Roman" charset="0"/>
              </a:rPr>
              <a:t> nucleus</a:t>
            </a:r>
            <a:endParaRPr lang="en-US" sz="1600" dirty="0">
              <a:solidFill>
                <a:srgbClr val="00B0F0"/>
              </a:solidFill>
              <a:latin typeface="Times New Roman" charset="0"/>
              <a:ea typeface="Times New Roman" charset="0"/>
              <a:cs typeface="Times New Roman" charset="0"/>
            </a:endParaRPr>
          </a:p>
          <a:p>
            <a:pPr lvl="1"/>
            <a:r>
              <a:rPr lang="en-US" sz="1600" dirty="0">
                <a:solidFill>
                  <a:srgbClr val="00B0F0"/>
                </a:solidFill>
                <a:latin typeface="Times New Roman" charset="0"/>
                <a:ea typeface="Times New Roman" charset="0"/>
                <a:cs typeface="Times New Roman" charset="0"/>
              </a:rPr>
              <a:t>Parasympathetic nerves innervating lacrimal and salivary glands</a:t>
            </a:r>
          </a:p>
          <a:p>
            <a:pPr lvl="1"/>
            <a:endParaRPr lang="en-US" sz="1600" dirty="0">
              <a:solidFill>
                <a:srgbClr val="FF99CC"/>
              </a:solidFill>
              <a:latin typeface="Times New Roman" charset="0"/>
              <a:ea typeface="Times New Roman" charset="0"/>
              <a:cs typeface="Times New Roman" charset="0"/>
            </a:endParaRPr>
          </a:p>
          <a:p>
            <a:pPr marL="285750" indent="-285750">
              <a:buFont typeface="Arial" panose="020B0604020202020204" pitchFamily="34" charset="0"/>
              <a:buChar char="•"/>
            </a:pPr>
            <a:r>
              <a:rPr lang="en-US" sz="1600" u="sng" dirty="0">
                <a:solidFill>
                  <a:srgbClr val="E767C2"/>
                </a:solidFill>
                <a:latin typeface="Times New Roman" charset="0"/>
                <a:ea typeface="Times New Roman" charset="0"/>
                <a:cs typeface="Times New Roman" charset="0"/>
              </a:rPr>
              <a:t>Nucleus </a:t>
            </a:r>
            <a:r>
              <a:rPr lang="en-US" sz="1600" u="sng" dirty="0" err="1">
                <a:solidFill>
                  <a:srgbClr val="E767C2"/>
                </a:solidFill>
                <a:latin typeface="Times New Roman" charset="0"/>
                <a:ea typeface="Times New Roman" charset="0"/>
                <a:cs typeface="Times New Roman" charset="0"/>
              </a:rPr>
              <a:t>solitarius</a:t>
            </a:r>
            <a:endParaRPr lang="en-US" sz="1600" dirty="0">
              <a:solidFill>
                <a:srgbClr val="E767C2"/>
              </a:solidFill>
              <a:latin typeface="Times New Roman" charset="0"/>
              <a:ea typeface="Times New Roman" charset="0"/>
              <a:cs typeface="Times New Roman" charset="0"/>
            </a:endParaRPr>
          </a:p>
          <a:p>
            <a:pPr lvl="1"/>
            <a:r>
              <a:rPr lang="en-US" sz="1600" dirty="0">
                <a:solidFill>
                  <a:srgbClr val="E767C2"/>
                </a:solidFill>
                <a:latin typeface="Times New Roman" charset="0"/>
                <a:ea typeface="Times New Roman" charset="0"/>
                <a:cs typeface="Times New Roman" charset="0"/>
              </a:rPr>
              <a:t>Sensory innervation for anterior 2/3 of tongue (taste)</a:t>
            </a:r>
          </a:p>
        </p:txBody>
      </p:sp>
      <p:grpSp>
        <p:nvGrpSpPr>
          <p:cNvPr id="9" name="Group 8"/>
          <p:cNvGrpSpPr/>
          <p:nvPr/>
        </p:nvGrpSpPr>
        <p:grpSpPr>
          <a:xfrm>
            <a:off x="6553201" y="1217350"/>
            <a:ext cx="2302689" cy="3505200"/>
            <a:chOff x="7297445" y="1189686"/>
            <a:chExt cx="1761563" cy="2521180"/>
          </a:xfrm>
        </p:grpSpPr>
        <p:pic>
          <p:nvPicPr>
            <p:cNvPr id="1026" name="Picture 2" descr="P:\Stine\Neuro\CN project\MR sagittal head midline.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7297445" y="1189686"/>
              <a:ext cx="1761563" cy="2521180"/>
            </a:xfrm>
            <a:prstGeom prst="rect">
              <a:avLst/>
            </a:prstGeom>
            <a:noFill/>
            <a:extLst>
              <a:ext uri="{909E8E84-426E-40DD-AFC4-6F175D3DCCD1}">
                <a14:hiddenFill xmlns:a14="http://schemas.microsoft.com/office/drawing/2010/main">
                  <a:solidFill>
                    <a:srgbClr val="FFFFFF"/>
                  </a:solidFill>
                </a14:hiddenFill>
              </a:ext>
            </a:extLst>
          </p:spPr>
        </p:pic>
        <p:sp>
          <p:nvSpPr>
            <p:cNvPr id="5" name="Oval 4"/>
            <p:cNvSpPr/>
            <p:nvPr/>
          </p:nvSpPr>
          <p:spPr>
            <a:xfrm>
              <a:off x="7587963" y="2295657"/>
              <a:ext cx="88327" cy="45719"/>
            </a:xfrm>
            <a:prstGeom prst="ellipse">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7683803" y="2236469"/>
              <a:ext cx="45719" cy="45719"/>
            </a:xfrm>
            <a:prstGeom prst="ellipse">
              <a:avLst/>
            </a:prstGeom>
            <a:solidFill>
              <a:srgbClr val="FF99CC"/>
            </a:solidFill>
            <a:ln>
              <a:solidFill>
                <a:srgbClr val="FF9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7696200" y="2341376"/>
              <a:ext cx="45719" cy="45719"/>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reeform 9"/>
          <p:cNvSpPr/>
          <p:nvPr/>
        </p:nvSpPr>
        <p:spPr>
          <a:xfrm>
            <a:off x="6285390" y="2707689"/>
            <a:ext cx="816746" cy="204187"/>
          </a:xfrm>
          <a:custGeom>
            <a:avLst/>
            <a:gdLst>
              <a:gd name="connsiteX0" fmla="*/ 816746 w 816746"/>
              <a:gd name="connsiteY0" fmla="*/ 0 h 204187"/>
              <a:gd name="connsiteX1" fmla="*/ 790113 w 816746"/>
              <a:gd name="connsiteY1" fmla="*/ 106532 h 204187"/>
              <a:gd name="connsiteX2" fmla="*/ 754602 w 816746"/>
              <a:gd name="connsiteY2" fmla="*/ 142043 h 204187"/>
              <a:gd name="connsiteX3" fmla="*/ 701336 w 816746"/>
              <a:gd name="connsiteY3" fmla="*/ 159798 h 204187"/>
              <a:gd name="connsiteX4" fmla="*/ 674703 w 816746"/>
              <a:gd name="connsiteY4" fmla="*/ 168676 h 204187"/>
              <a:gd name="connsiteX5" fmla="*/ 648070 w 816746"/>
              <a:gd name="connsiteY5" fmla="*/ 186431 h 204187"/>
              <a:gd name="connsiteX6" fmla="*/ 568171 w 816746"/>
              <a:gd name="connsiteY6" fmla="*/ 204187 h 204187"/>
              <a:gd name="connsiteX7" fmla="*/ 275208 w 816746"/>
              <a:gd name="connsiteY7" fmla="*/ 186431 h 204187"/>
              <a:gd name="connsiteX8" fmla="*/ 221942 w 816746"/>
              <a:gd name="connsiteY8" fmla="*/ 168676 h 204187"/>
              <a:gd name="connsiteX9" fmla="*/ 142043 w 816746"/>
              <a:gd name="connsiteY9" fmla="*/ 142043 h 204187"/>
              <a:gd name="connsiteX10" fmla="*/ 115410 w 816746"/>
              <a:gd name="connsiteY10" fmla="*/ 133165 h 204187"/>
              <a:gd name="connsiteX11" fmla="*/ 88777 w 816746"/>
              <a:gd name="connsiteY11" fmla="*/ 124288 h 204187"/>
              <a:gd name="connsiteX12" fmla="*/ 71022 w 816746"/>
              <a:gd name="connsiteY12" fmla="*/ 106532 h 204187"/>
              <a:gd name="connsiteX13" fmla="*/ 0 w 816746"/>
              <a:gd name="connsiteY13" fmla="*/ 97655 h 20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6746" h="204187">
                <a:moveTo>
                  <a:pt x="816746" y="0"/>
                </a:moveTo>
                <a:cubicBezTo>
                  <a:pt x="813812" y="17603"/>
                  <a:pt x="804181" y="92464"/>
                  <a:pt x="790113" y="106532"/>
                </a:cubicBezTo>
                <a:cubicBezTo>
                  <a:pt x="778276" y="118369"/>
                  <a:pt x="770483" y="136749"/>
                  <a:pt x="754602" y="142043"/>
                </a:cubicBezTo>
                <a:lnTo>
                  <a:pt x="701336" y="159798"/>
                </a:lnTo>
                <a:cubicBezTo>
                  <a:pt x="692458" y="162757"/>
                  <a:pt x="682489" y="163485"/>
                  <a:pt x="674703" y="168676"/>
                </a:cubicBezTo>
                <a:cubicBezTo>
                  <a:pt x="665825" y="174594"/>
                  <a:pt x="657613" y="181659"/>
                  <a:pt x="648070" y="186431"/>
                </a:cubicBezTo>
                <a:cubicBezTo>
                  <a:pt x="626214" y="197359"/>
                  <a:pt x="588632" y="200777"/>
                  <a:pt x="568171" y="204187"/>
                </a:cubicBezTo>
                <a:cubicBezTo>
                  <a:pt x="540129" y="203148"/>
                  <a:pt x="355640" y="206539"/>
                  <a:pt x="275208" y="186431"/>
                </a:cubicBezTo>
                <a:cubicBezTo>
                  <a:pt x="257051" y="181892"/>
                  <a:pt x="239697" y="174594"/>
                  <a:pt x="221942" y="168676"/>
                </a:cubicBezTo>
                <a:lnTo>
                  <a:pt x="142043" y="142043"/>
                </a:lnTo>
                <a:lnTo>
                  <a:pt x="115410" y="133165"/>
                </a:lnTo>
                <a:lnTo>
                  <a:pt x="88777" y="124288"/>
                </a:lnTo>
                <a:cubicBezTo>
                  <a:pt x="82859" y="118369"/>
                  <a:pt x="78715" y="109829"/>
                  <a:pt x="71022" y="106532"/>
                </a:cubicBezTo>
                <a:cubicBezTo>
                  <a:pt x="46247" y="95914"/>
                  <a:pt x="25061" y="97655"/>
                  <a:pt x="0" y="97655"/>
                </a:cubicBezTo>
              </a:path>
            </a:pathLst>
          </a:custGeom>
          <a:noFill/>
          <a:ln w="19050">
            <a:solidFill>
              <a:srgbClr val="FF9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1" name="Freeform 10"/>
          <p:cNvSpPr/>
          <p:nvPr/>
        </p:nvSpPr>
        <p:spPr>
          <a:xfrm>
            <a:off x="6294268" y="2787588"/>
            <a:ext cx="923278" cy="150921"/>
          </a:xfrm>
          <a:custGeom>
            <a:avLst/>
            <a:gdLst>
              <a:gd name="connsiteX0" fmla="*/ 727969 w 923278"/>
              <a:gd name="connsiteY0" fmla="*/ 0 h 150921"/>
              <a:gd name="connsiteX1" fmla="*/ 861134 w 923278"/>
              <a:gd name="connsiteY1" fmla="*/ 8878 h 150921"/>
              <a:gd name="connsiteX2" fmla="*/ 923278 w 923278"/>
              <a:gd name="connsiteY2" fmla="*/ 26633 h 150921"/>
              <a:gd name="connsiteX3" fmla="*/ 914400 w 923278"/>
              <a:gd name="connsiteY3" fmla="*/ 97655 h 150921"/>
              <a:gd name="connsiteX4" fmla="*/ 852256 w 923278"/>
              <a:gd name="connsiteY4" fmla="*/ 124288 h 150921"/>
              <a:gd name="connsiteX5" fmla="*/ 736847 w 923278"/>
              <a:gd name="connsiteY5" fmla="*/ 150921 h 150921"/>
              <a:gd name="connsiteX6" fmla="*/ 443883 w 923278"/>
              <a:gd name="connsiteY6" fmla="*/ 142043 h 150921"/>
              <a:gd name="connsiteX7" fmla="*/ 363984 w 923278"/>
              <a:gd name="connsiteY7" fmla="*/ 133165 h 150921"/>
              <a:gd name="connsiteX8" fmla="*/ 230819 w 923278"/>
              <a:gd name="connsiteY8" fmla="*/ 115410 h 150921"/>
              <a:gd name="connsiteX9" fmla="*/ 195309 w 923278"/>
              <a:gd name="connsiteY9" fmla="*/ 106532 h 150921"/>
              <a:gd name="connsiteX10" fmla="*/ 97654 w 923278"/>
              <a:gd name="connsiteY10" fmla="*/ 79899 h 150921"/>
              <a:gd name="connsiteX11" fmla="*/ 44388 w 923278"/>
              <a:gd name="connsiteY11" fmla="*/ 62144 h 150921"/>
              <a:gd name="connsiteX12" fmla="*/ 17755 w 923278"/>
              <a:gd name="connsiteY12" fmla="*/ 53266 h 150921"/>
              <a:gd name="connsiteX13" fmla="*/ 0 w 923278"/>
              <a:gd name="connsiteY13" fmla="*/ 53266 h 150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23278" h="150921">
                <a:moveTo>
                  <a:pt x="727969" y="0"/>
                </a:moveTo>
                <a:cubicBezTo>
                  <a:pt x="772357" y="2959"/>
                  <a:pt x="816892" y="4221"/>
                  <a:pt x="861134" y="8878"/>
                </a:cubicBezTo>
                <a:cubicBezTo>
                  <a:pt x="877422" y="10593"/>
                  <a:pt x="906775" y="21133"/>
                  <a:pt x="923278" y="26633"/>
                </a:cubicBezTo>
                <a:cubicBezTo>
                  <a:pt x="920319" y="50307"/>
                  <a:pt x="923261" y="75503"/>
                  <a:pt x="914400" y="97655"/>
                </a:cubicBezTo>
                <a:cubicBezTo>
                  <a:pt x="907358" y="115260"/>
                  <a:pt x="864105" y="120733"/>
                  <a:pt x="852256" y="124288"/>
                </a:cubicBezTo>
                <a:cubicBezTo>
                  <a:pt x="763631" y="150875"/>
                  <a:pt x="834856" y="136919"/>
                  <a:pt x="736847" y="150921"/>
                </a:cubicBezTo>
                <a:lnTo>
                  <a:pt x="443883" y="142043"/>
                </a:lnTo>
                <a:cubicBezTo>
                  <a:pt x="417116" y="140768"/>
                  <a:pt x="390597" y="136296"/>
                  <a:pt x="363984" y="133165"/>
                </a:cubicBezTo>
                <a:cubicBezTo>
                  <a:pt x="342069" y="130587"/>
                  <a:pt x="255301" y="119861"/>
                  <a:pt x="230819" y="115410"/>
                </a:cubicBezTo>
                <a:cubicBezTo>
                  <a:pt x="218815" y="113227"/>
                  <a:pt x="207219" y="109179"/>
                  <a:pt x="195309" y="106532"/>
                </a:cubicBezTo>
                <a:cubicBezTo>
                  <a:pt x="120006" y="89798"/>
                  <a:pt x="180816" y="107620"/>
                  <a:pt x="97654" y="79899"/>
                </a:cubicBezTo>
                <a:lnTo>
                  <a:pt x="44388" y="62144"/>
                </a:lnTo>
                <a:cubicBezTo>
                  <a:pt x="35510" y="59185"/>
                  <a:pt x="27113" y="53266"/>
                  <a:pt x="17755" y="53266"/>
                </a:cubicBezTo>
                <a:lnTo>
                  <a:pt x="0" y="53266"/>
                </a:lnTo>
              </a:path>
            </a:pathLst>
          </a:custGeom>
          <a:noFill/>
          <a:ln w="190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p:cNvSpPr/>
          <p:nvPr/>
        </p:nvSpPr>
        <p:spPr>
          <a:xfrm>
            <a:off x="6232101" y="2849732"/>
            <a:ext cx="896668" cy="133165"/>
          </a:xfrm>
          <a:custGeom>
            <a:avLst/>
            <a:gdLst>
              <a:gd name="connsiteX0" fmla="*/ 896668 w 896668"/>
              <a:gd name="connsiteY0" fmla="*/ 35511 h 133165"/>
              <a:gd name="connsiteX1" fmla="*/ 852280 w 896668"/>
              <a:gd name="connsiteY1" fmla="*/ 62144 h 133165"/>
              <a:gd name="connsiteX2" fmla="*/ 825647 w 896668"/>
              <a:gd name="connsiteY2" fmla="*/ 71021 h 133165"/>
              <a:gd name="connsiteX3" fmla="*/ 807891 w 896668"/>
              <a:gd name="connsiteY3" fmla="*/ 88777 h 133165"/>
              <a:gd name="connsiteX4" fmla="*/ 727992 w 896668"/>
              <a:gd name="connsiteY4" fmla="*/ 124287 h 133165"/>
              <a:gd name="connsiteX5" fmla="*/ 577072 w 896668"/>
              <a:gd name="connsiteY5" fmla="*/ 133165 h 133165"/>
              <a:gd name="connsiteX6" fmla="*/ 364008 w 896668"/>
              <a:gd name="connsiteY6" fmla="*/ 115410 h 133165"/>
              <a:gd name="connsiteX7" fmla="*/ 337375 w 896668"/>
              <a:gd name="connsiteY7" fmla="*/ 106532 h 133165"/>
              <a:gd name="connsiteX8" fmla="*/ 257476 w 896668"/>
              <a:gd name="connsiteY8" fmla="*/ 88777 h 133165"/>
              <a:gd name="connsiteX9" fmla="*/ 168699 w 896668"/>
              <a:gd name="connsiteY9" fmla="*/ 71021 h 133165"/>
              <a:gd name="connsiteX10" fmla="*/ 124311 w 896668"/>
              <a:gd name="connsiteY10" fmla="*/ 62144 h 133165"/>
              <a:gd name="connsiteX11" fmla="*/ 71045 w 896668"/>
              <a:gd name="connsiteY11" fmla="*/ 44388 h 133165"/>
              <a:gd name="connsiteX12" fmla="*/ 53289 w 896668"/>
              <a:gd name="connsiteY12" fmla="*/ 26633 h 133165"/>
              <a:gd name="connsiteX13" fmla="*/ 23 w 896668"/>
              <a:gd name="connsiteY13" fmla="*/ 0 h 133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96668" h="133165">
                <a:moveTo>
                  <a:pt x="896668" y="35511"/>
                </a:moveTo>
                <a:cubicBezTo>
                  <a:pt x="881872" y="44389"/>
                  <a:pt x="867713" y="54427"/>
                  <a:pt x="852280" y="62144"/>
                </a:cubicBezTo>
                <a:cubicBezTo>
                  <a:pt x="843910" y="66329"/>
                  <a:pt x="833671" y="66206"/>
                  <a:pt x="825647" y="71021"/>
                </a:cubicBezTo>
                <a:cubicBezTo>
                  <a:pt x="818470" y="75327"/>
                  <a:pt x="814427" y="83548"/>
                  <a:pt x="807891" y="88777"/>
                </a:cubicBezTo>
                <a:cubicBezTo>
                  <a:pt x="786662" y="105760"/>
                  <a:pt x="754584" y="122723"/>
                  <a:pt x="727992" y="124287"/>
                </a:cubicBezTo>
                <a:lnTo>
                  <a:pt x="577072" y="133165"/>
                </a:lnTo>
                <a:cubicBezTo>
                  <a:pt x="523055" y="129789"/>
                  <a:pt x="425859" y="126655"/>
                  <a:pt x="364008" y="115410"/>
                </a:cubicBezTo>
                <a:cubicBezTo>
                  <a:pt x="354801" y="113736"/>
                  <a:pt x="346373" y="109103"/>
                  <a:pt x="337375" y="106532"/>
                </a:cubicBezTo>
                <a:cubicBezTo>
                  <a:pt x="312432" y="99405"/>
                  <a:pt x="282656" y="93355"/>
                  <a:pt x="257476" y="88777"/>
                </a:cubicBezTo>
                <a:cubicBezTo>
                  <a:pt x="113948" y="62681"/>
                  <a:pt x="274698" y="94576"/>
                  <a:pt x="168699" y="71021"/>
                </a:cubicBezTo>
                <a:cubicBezTo>
                  <a:pt x="153969" y="67748"/>
                  <a:pt x="138868" y="66114"/>
                  <a:pt x="124311" y="62144"/>
                </a:cubicBezTo>
                <a:cubicBezTo>
                  <a:pt x="106255" y="57220"/>
                  <a:pt x="71045" y="44388"/>
                  <a:pt x="71045" y="44388"/>
                </a:cubicBezTo>
                <a:cubicBezTo>
                  <a:pt x="65126" y="38470"/>
                  <a:pt x="60775" y="30376"/>
                  <a:pt x="53289" y="26633"/>
                </a:cubicBezTo>
                <a:cubicBezTo>
                  <a:pt x="-2784" y="-1403"/>
                  <a:pt x="23" y="29071"/>
                  <a:pt x="23" y="0"/>
                </a:cubicBezTo>
              </a:path>
            </a:pathLst>
          </a:cu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5873585" y="2272765"/>
            <a:ext cx="1060615" cy="430887"/>
          </a:xfrm>
          <a:prstGeom prst="rect">
            <a:avLst/>
          </a:prstGeom>
          <a:noFill/>
        </p:spPr>
        <p:txBody>
          <a:bodyPr wrap="square" rtlCol="0">
            <a:spAutoFit/>
          </a:bodyPr>
          <a:lstStyle/>
          <a:p>
            <a:r>
              <a:rPr lang="en-US" sz="1100" dirty="0">
                <a:solidFill>
                  <a:srgbClr val="66FFCC"/>
                </a:solidFill>
                <a:latin typeface="Times New Roman" charset="0"/>
                <a:ea typeface="Times New Roman" charset="0"/>
                <a:cs typeface="Times New Roman" charset="0"/>
              </a:rPr>
              <a:t>Geniculate ganglion</a:t>
            </a:r>
          </a:p>
        </p:txBody>
      </p:sp>
      <p:sp>
        <p:nvSpPr>
          <p:cNvPr id="17" name="Freeform 16"/>
          <p:cNvSpPr/>
          <p:nvPr/>
        </p:nvSpPr>
        <p:spPr>
          <a:xfrm>
            <a:off x="4904913" y="2883960"/>
            <a:ext cx="1327211" cy="45719"/>
          </a:xfrm>
          <a:custGeom>
            <a:avLst/>
            <a:gdLst>
              <a:gd name="connsiteX0" fmla="*/ 1260629 w 1260629"/>
              <a:gd name="connsiteY0" fmla="*/ 0 h 44436"/>
              <a:gd name="connsiteX1" fmla="*/ 1127464 w 1260629"/>
              <a:gd name="connsiteY1" fmla="*/ 8877 h 44436"/>
              <a:gd name="connsiteX2" fmla="*/ 1091954 w 1260629"/>
              <a:gd name="connsiteY2" fmla="*/ 17755 h 44436"/>
              <a:gd name="connsiteX3" fmla="*/ 896645 w 1260629"/>
              <a:gd name="connsiteY3" fmla="*/ 26633 h 44436"/>
              <a:gd name="connsiteX4" fmla="*/ 870012 w 1260629"/>
              <a:gd name="connsiteY4" fmla="*/ 35510 h 44436"/>
              <a:gd name="connsiteX5" fmla="*/ 257453 w 1260629"/>
              <a:gd name="connsiteY5" fmla="*/ 35510 h 44436"/>
              <a:gd name="connsiteX6" fmla="*/ 204187 w 1260629"/>
              <a:gd name="connsiteY6" fmla="*/ 26633 h 44436"/>
              <a:gd name="connsiteX7" fmla="*/ 0 w 1260629"/>
              <a:gd name="connsiteY7" fmla="*/ 17755 h 44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60629" h="44436">
                <a:moveTo>
                  <a:pt x="1260629" y="0"/>
                </a:moveTo>
                <a:cubicBezTo>
                  <a:pt x="1216241" y="2959"/>
                  <a:pt x="1171706" y="4220"/>
                  <a:pt x="1127464" y="8877"/>
                </a:cubicBezTo>
                <a:cubicBezTo>
                  <a:pt x="1115330" y="10154"/>
                  <a:pt x="1104119" y="16819"/>
                  <a:pt x="1091954" y="17755"/>
                </a:cubicBezTo>
                <a:cubicBezTo>
                  <a:pt x="1026976" y="22754"/>
                  <a:pt x="961748" y="23674"/>
                  <a:pt x="896645" y="26633"/>
                </a:cubicBezTo>
                <a:cubicBezTo>
                  <a:pt x="887767" y="29592"/>
                  <a:pt x="879346" y="34843"/>
                  <a:pt x="870012" y="35510"/>
                </a:cubicBezTo>
                <a:cubicBezTo>
                  <a:pt x="635446" y="52264"/>
                  <a:pt x="515384" y="41372"/>
                  <a:pt x="257453" y="35510"/>
                </a:cubicBezTo>
                <a:cubicBezTo>
                  <a:pt x="239698" y="32551"/>
                  <a:pt x="222125" y="28128"/>
                  <a:pt x="204187" y="26633"/>
                </a:cubicBezTo>
                <a:cubicBezTo>
                  <a:pt x="87799" y="16934"/>
                  <a:pt x="81599" y="17755"/>
                  <a:pt x="0" y="17755"/>
                </a:cubicBezTo>
              </a:path>
            </a:pathLst>
          </a:custGeom>
          <a:noFill/>
          <a:ln w="190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3810000" y="1116175"/>
            <a:ext cx="1447799" cy="523220"/>
          </a:xfrm>
          <a:prstGeom prst="rect">
            <a:avLst/>
          </a:prstGeom>
          <a:noFill/>
          <a:ln>
            <a:solidFill>
              <a:srgbClr val="00B0F0"/>
            </a:solidFill>
          </a:ln>
        </p:spPr>
        <p:txBody>
          <a:bodyPr wrap="square" rtlCol="0">
            <a:spAutoFit/>
          </a:bodyPr>
          <a:lstStyle/>
          <a:p>
            <a:r>
              <a:rPr lang="en-US" sz="1400" dirty="0">
                <a:solidFill>
                  <a:srgbClr val="00B0F0"/>
                </a:solidFill>
                <a:latin typeface="Times New Roman" charset="0"/>
                <a:ea typeface="Times New Roman" charset="0"/>
                <a:cs typeface="Times New Roman" charset="0"/>
              </a:rPr>
              <a:t>Lacrimal/nasal glands</a:t>
            </a:r>
          </a:p>
        </p:txBody>
      </p:sp>
      <p:sp>
        <p:nvSpPr>
          <p:cNvPr id="23" name="TextBox 22"/>
          <p:cNvSpPr txBox="1"/>
          <p:nvPr/>
        </p:nvSpPr>
        <p:spPr>
          <a:xfrm>
            <a:off x="4066713" y="2620499"/>
            <a:ext cx="838200" cy="523220"/>
          </a:xfrm>
          <a:prstGeom prst="rect">
            <a:avLst/>
          </a:prstGeom>
          <a:noFill/>
          <a:ln>
            <a:solidFill>
              <a:srgbClr val="FFFF00"/>
            </a:solidFill>
          </a:ln>
        </p:spPr>
        <p:txBody>
          <a:bodyPr wrap="square" rtlCol="0">
            <a:spAutoFit/>
          </a:bodyPr>
          <a:lstStyle/>
          <a:p>
            <a:r>
              <a:rPr lang="en-US" sz="1400" dirty="0">
                <a:solidFill>
                  <a:srgbClr val="FFFF00"/>
                </a:solidFill>
                <a:latin typeface="Times New Roman" charset="0"/>
                <a:ea typeface="Times New Roman" charset="0"/>
                <a:cs typeface="Times New Roman" charset="0"/>
              </a:rPr>
              <a:t>Facial muscles</a:t>
            </a:r>
          </a:p>
        </p:txBody>
      </p:sp>
      <p:sp>
        <p:nvSpPr>
          <p:cNvPr id="24" name="TextBox 23"/>
          <p:cNvSpPr txBox="1"/>
          <p:nvPr/>
        </p:nvSpPr>
        <p:spPr>
          <a:xfrm>
            <a:off x="3695698" y="3416141"/>
            <a:ext cx="838201" cy="523220"/>
          </a:xfrm>
          <a:prstGeom prst="rect">
            <a:avLst/>
          </a:prstGeom>
          <a:noFill/>
          <a:ln>
            <a:solidFill>
              <a:srgbClr val="00B0F0"/>
            </a:solidFill>
          </a:ln>
        </p:spPr>
        <p:txBody>
          <a:bodyPr wrap="square" rtlCol="0">
            <a:spAutoFit/>
          </a:bodyPr>
          <a:lstStyle/>
          <a:p>
            <a:r>
              <a:rPr lang="en-US" sz="1400" dirty="0">
                <a:solidFill>
                  <a:srgbClr val="00B0F0"/>
                </a:solidFill>
                <a:latin typeface="Times New Roman" charset="0"/>
                <a:ea typeface="Times New Roman" charset="0"/>
                <a:cs typeface="Times New Roman" charset="0"/>
              </a:rPr>
              <a:t>Salivary Glands</a:t>
            </a:r>
          </a:p>
        </p:txBody>
      </p:sp>
      <p:sp>
        <p:nvSpPr>
          <p:cNvPr id="25" name="TextBox 24"/>
          <p:cNvSpPr txBox="1"/>
          <p:nvPr/>
        </p:nvSpPr>
        <p:spPr>
          <a:xfrm>
            <a:off x="3810000" y="4182130"/>
            <a:ext cx="1393792" cy="523220"/>
          </a:xfrm>
          <a:prstGeom prst="rect">
            <a:avLst/>
          </a:prstGeom>
          <a:noFill/>
          <a:ln>
            <a:solidFill>
              <a:srgbClr val="FF99CC"/>
            </a:solidFill>
          </a:ln>
        </p:spPr>
        <p:txBody>
          <a:bodyPr wrap="square" rtlCol="0">
            <a:spAutoFit/>
          </a:bodyPr>
          <a:lstStyle/>
          <a:p>
            <a:r>
              <a:rPr lang="en-US" sz="1400" dirty="0">
                <a:solidFill>
                  <a:srgbClr val="E767C2"/>
                </a:solidFill>
                <a:latin typeface="Times New Roman" charset="0"/>
                <a:ea typeface="Times New Roman" charset="0"/>
                <a:cs typeface="Times New Roman" charset="0"/>
              </a:rPr>
              <a:t>Tongue (anterior 2/3)</a:t>
            </a:r>
          </a:p>
        </p:txBody>
      </p:sp>
      <p:cxnSp>
        <p:nvCxnSpPr>
          <p:cNvPr id="27" name="Straight Arrow Connector 26"/>
          <p:cNvCxnSpPr/>
          <p:nvPr/>
        </p:nvCxnSpPr>
        <p:spPr>
          <a:xfrm flipH="1">
            <a:off x="5452998" y="2090413"/>
            <a:ext cx="215393" cy="302396"/>
          </a:xfrm>
          <a:prstGeom prst="straightConnector1">
            <a:avLst/>
          </a:prstGeom>
          <a:ln w="15875">
            <a:solidFill>
              <a:srgbClr val="EAEAEA"/>
            </a:solidFill>
            <a:tailEnd type="arrow"/>
          </a:ln>
        </p:spPr>
        <p:style>
          <a:lnRef idx="1">
            <a:schemeClr val="accent1"/>
          </a:lnRef>
          <a:fillRef idx="0">
            <a:schemeClr val="accent1"/>
          </a:fillRef>
          <a:effectRef idx="0">
            <a:schemeClr val="accent1"/>
          </a:effectRef>
          <a:fontRef idx="minor">
            <a:schemeClr val="tx1"/>
          </a:fontRef>
        </p:style>
      </p:cxnSp>
      <p:sp>
        <p:nvSpPr>
          <p:cNvPr id="29" name="Oval 28"/>
          <p:cNvSpPr/>
          <p:nvPr/>
        </p:nvSpPr>
        <p:spPr>
          <a:xfrm>
            <a:off x="5980012" y="3143719"/>
            <a:ext cx="152400" cy="298044"/>
          </a:xfrm>
          <a:prstGeom prst="ellipse">
            <a:avLst/>
          </a:prstGeom>
          <a:noFill/>
          <a:ln>
            <a:solidFill>
              <a:srgbClr val="EAEAE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4" name="Straight Connector 1023"/>
          <p:cNvCxnSpPr>
            <a:stCxn id="36" idx="0"/>
            <a:endCxn id="29" idx="4"/>
          </p:cNvCxnSpPr>
          <p:nvPr/>
        </p:nvCxnSpPr>
        <p:spPr>
          <a:xfrm flipH="1" flipV="1">
            <a:off x="6056212" y="3441763"/>
            <a:ext cx="759758" cy="434475"/>
          </a:xfrm>
          <a:prstGeom prst="line">
            <a:avLst/>
          </a:prstGeom>
          <a:ln w="15875">
            <a:solidFill>
              <a:srgbClr val="EAEAEA"/>
            </a:solidFill>
          </a:ln>
        </p:spPr>
        <p:style>
          <a:lnRef idx="1">
            <a:schemeClr val="accent1"/>
          </a:lnRef>
          <a:fillRef idx="0">
            <a:schemeClr val="accent1"/>
          </a:fillRef>
          <a:effectRef idx="0">
            <a:schemeClr val="accent1"/>
          </a:effectRef>
          <a:fontRef idx="minor">
            <a:schemeClr val="tx1"/>
          </a:fontRef>
        </p:style>
      </p:cxnSp>
      <p:sp>
        <p:nvSpPr>
          <p:cNvPr id="1025" name="TextBox 1024"/>
          <p:cNvSpPr txBox="1"/>
          <p:nvPr/>
        </p:nvSpPr>
        <p:spPr>
          <a:xfrm>
            <a:off x="5655075" y="1639395"/>
            <a:ext cx="1025360" cy="461665"/>
          </a:xfrm>
          <a:prstGeom prst="rect">
            <a:avLst/>
          </a:prstGeom>
          <a:noFill/>
        </p:spPr>
        <p:txBody>
          <a:bodyPr wrap="square" rtlCol="0">
            <a:spAutoFit/>
          </a:bodyPr>
          <a:lstStyle/>
          <a:p>
            <a:r>
              <a:rPr lang="en-US" sz="1200" dirty="0">
                <a:solidFill>
                  <a:srgbClr val="EAEAEA"/>
                </a:solidFill>
                <a:latin typeface="Times New Roman" charset="0"/>
                <a:ea typeface="Times New Roman" charset="0"/>
                <a:cs typeface="Times New Roman" charset="0"/>
              </a:rPr>
              <a:t>Greater Petrosal N.</a:t>
            </a:r>
          </a:p>
        </p:txBody>
      </p:sp>
      <p:sp>
        <p:nvSpPr>
          <p:cNvPr id="36" name="TextBox 35"/>
          <p:cNvSpPr txBox="1"/>
          <p:nvPr/>
        </p:nvSpPr>
        <p:spPr>
          <a:xfrm>
            <a:off x="6414394" y="3876238"/>
            <a:ext cx="803152" cy="461665"/>
          </a:xfrm>
          <a:prstGeom prst="rect">
            <a:avLst/>
          </a:prstGeom>
          <a:noFill/>
        </p:spPr>
        <p:txBody>
          <a:bodyPr wrap="square" rtlCol="0">
            <a:spAutoFit/>
          </a:bodyPr>
          <a:lstStyle/>
          <a:p>
            <a:r>
              <a:rPr lang="en-US" sz="1200" dirty="0">
                <a:solidFill>
                  <a:srgbClr val="EAEAEA"/>
                </a:solidFill>
                <a:latin typeface="Times New Roman" charset="0"/>
                <a:ea typeface="Times New Roman" charset="0"/>
                <a:cs typeface="Times New Roman" charset="0"/>
              </a:rPr>
              <a:t>Chorda tympani</a:t>
            </a:r>
          </a:p>
        </p:txBody>
      </p:sp>
      <p:sp>
        <p:nvSpPr>
          <p:cNvPr id="1027" name="Freeform 1026"/>
          <p:cNvSpPr/>
          <p:nvPr/>
        </p:nvSpPr>
        <p:spPr>
          <a:xfrm>
            <a:off x="4722920" y="1669002"/>
            <a:ext cx="1473694" cy="1145219"/>
          </a:xfrm>
          <a:custGeom>
            <a:avLst/>
            <a:gdLst>
              <a:gd name="connsiteX0" fmla="*/ 1473694 w 1473694"/>
              <a:gd name="connsiteY0" fmla="*/ 1145219 h 1145219"/>
              <a:gd name="connsiteX1" fmla="*/ 1429305 w 1473694"/>
              <a:gd name="connsiteY1" fmla="*/ 1127464 h 1145219"/>
              <a:gd name="connsiteX2" fmla="*/ 1393795 w 1473694"/>
              <a:gd name="connsiteY2" fmla="*/ 1118586 h 1145219"/>
              <a:gd name="connsiteX3" fmla="*/ 1367162 w 1473694"/>
              <a:gd name="connsiteY3" fmla="*/ 1100831 h 1145219"/>
              <a:gd name="connsiteX4" fmla="*/ 1313896 w 1473694"/>
              <a:gd name="connsiteY4" fmla="*/ 1083076 h 1145219"/>
              <a:gd name="connsiteX5" fmla="*/ 1287263 w 1473694"/>
              <a:gd name="connsiteY5" fmla="*/ 1074198 h 1145219"/>
              <a:gd name="connsiteX6" fmla="*/ 1269507 w 1473694"/>
              <a:gd name="connsiteY6" fmla="*/ 1056443 h 1145219"/>
              <a:gd name="connsiteX7" fmla="*/ 1216241 w 1473694"/>
              <a:gd name="connsiteY7" fmla="*/ 1038687 h 1145219"/>
              <a:gd name="connsiteX8" fmla="*/ 1162975 w 1473694"/>
              <a:gd name="connsiteY8" fmla="*/ 1012054 h 1145219"/>
              <a:gd name="connsiteX9" fmla="*/ 1136342 w 1473694"/>
              <a:gd name="connsiteY9" fmla="*/ 994299 h 1145219"/>
              <a:gd name="connsiteX10" fmla="*/ 1118587 w 1473694"/>
              <a:gd name="connsiteY10" fmla="*/ 967666 h 1145219"/>
              <a:gd name="connsiteX11" fmla="*/ 1091954 w 1473694"/>
              <a:gd name="connsiteY11" fmla="*/ 958788 h 1145219"/>
              <a:gd name="connsiteX12" fmla="*/ 1074198 w 1473694"/>
              <a:gd name="connsiteY12" fmla="*/ 941033 h 1145219"/>
              <a:gd name="connsiteX13" fmla="*/ 1047565 w 1473694"/>
              <a:gd name="connsiteY13" fmla="*/ 932155 h 1145219"/>
              <a:gd name="connsiteX14" fmla="*/ 967666 w 1473694"/>
              <a:gd name="connsiteY14" fmla="*/ 878889 h 1145219"/>
              <a:gd name="connsiteX15" fmla="*/ 941033 w 1473694"/>
              <a:gd name="connsiteY15" fmla="*/ 861134 h 1145219"/>
              <a:gd name="connsiteX16" fmla="*/ 914400 w 1473694"/>
              <a:gd name="connsiteY16" fmla="*/ 852256 h 1145219"/>
              <a:gd name="connsiteX17" fmla="*/ 861134 w 1473694"/>
              <a:gd name="connsiteY17" fmla="*/ 816746 h 1145219"/>
              <a:gd name="connsiteX18" fmla="*/ 843379 w 1473694"/>
              <a:gd name="connsiteY18" fmla="*/ 798990 h 1145219"/>
              <a:gd name="connsiteX19" fmla="*/ 816746 w 1473694"/>
              <a:gd name="connsiteY19" fmla="*/ 790113 h 1145219"/>
              <a:gd name="connsiteX20" fmla="*/ 763480 w 1473694"/>
              <a:gd name="connsiteY20" fmla="*/ 754602 h 1145219"/>
              <a:gd name="connsiteX21" fmla="*/ 736847 w 1473694"/>
              <a:gd name="connsiteY21" fmla="*/ 736847 h 1145219"/>
              <a:gd name="connsiteX22" fmla="*/ 710214 w 1473694"/>
              <a:gd name="connsiteY22" fmla="*/ 727969 h 1145219"/>
              <a:gd name="connsiteX23" fmla="*/ 656948 w 1473694"/>
              <a:gd name="connsiteY23" fmla="*/ 701336 h 1145219"/>
              <a:gd name="connsiteX24" fmla="*/ 594804 w 1473694"/>
              <a:gd name="connsiteY24" fmla="*/ 665825 h 1145219"/>
              <a:gd name="connsiteX25" fmla="*/ 568171 w 1473694"/>
              <a:gd name="connsiteY25" fmla="*/ 648070 h 1145219"/>
              <a:gd name="connsiteX26" fmla="*/ 541538 w 1473694"/>
              <a:gd name="connsiteY26" fmla="*/ 639192 h 1145219"/>
              <a:gd name="connsiteX27" fmla="*/ 479395 w 1473694"/>
              <a:gd name="connsiteY27" fmla="*/ 612559 h 1145219"/>
              <a:gd name="connsiteX28" fmla="*/ 461639 w 1473694"/>
              <a:gd name="connsiteY28" fmla="*/ 594804 h 1145219"/>
              <a:gd name="connsiteX29" fmla="*/ 408373 w 1473694"/>
              <a:gd name="connsiteY29" fmla="*/ 559293 h 1145219"/>
              <a:gd name="connsiteX30" fmla="*/ 328474 w 1473694"/>
              <a:gd name="connsiteY30" fmla="*/ 470516 h 1145219"/>
              <a:gd name="connsiteX31" fmla="*/ 310719 w 1473694"/>
              <a:gd name="connsiteY31" fmla="*/ 443883 h 1145219"/>
              <a:gd name="connsiteX32" fmla="*/ 266330 w 1473694"/>
              <a:gd name="connsiteY32" fmla="*/ 399495 h 1145219"/>
              <a:gd name="connsiteX33" fmla="*/ 257453 w 1473694"/>
              <a:gd name="connsiteY33" fmla="*/ 372862 h 1145219"/>
              <a:gd name="connsiteX34" fmla="*/ 230820 w 1473694"/>
              <a:gd name="connsiteY34" fmla="*/ 355107 h 1145219"/>
              <a:gd name="connsiteX35" fmla="*/ 177554 w 1473694"/>
              <a:gd name="connsiteY35" fmla="*/ 301841 h 1145219"/>
              <a:gd name="connsiteX36" fmla="*/ 159798 w 1473694"/>
              <a:gd name="connsiteY36" fmla="*/ 284085 h 1145219"/>
              <a:gd name="connsiteX37" fmla="*/ 115410 w 1473694"/>
              <a:gd name="connsiteY37" fmla="*/ 221942 h 1145219"/>
              <a:gd name="connsiteX38" fmla="*/ 79899 w 1473694"/>
              <a:gd name="connsiteY38" fmla="*/ 177553 h 1145219"/>
              <a:gd name="connsiteX39" fmla="*/ 44389 w 1473694"/>
              <a:gd name="connsiteY39" fmla="*/ 97654 h 1145219"/>
              <a:gd name="connsiteX40" fmla="*/ 26633 w 1473694"/>
              <a:gd name="connsiteY40" fmla="*/ 79899 h 1145219"/>
              <a:gd name="connsiteX41" fmla="*/ 8878 w 1473694"/>
              <a:gd name="connsiteY41" fmla="*/ 26633 h 1145219"/>
              <a:gd name="connsiteX42" fmla="*/ 0 w 1473694"/>
              <a:gd name="connsiteY42" fmla="*/ 0 h 1145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73694" h="1145219">
                <a:moveTo>
                  <a:pt x="1473694" y="1145219"/>
                </a:moveTo>
                <a:cubicBezTo>
                  <a:pt x="1458898" y="1139301"/>
                  <a:pt x="1444423" y="1132503"/>
                  <a:pt x="1429305" y="1127464"/>
                </a:cubicBezTo>
                <a:cubicBezTo>
                  <a:pt x="1417730" y="1123606"/>
                  <a:pt x="1405009" y="1123392"/>
                  <a:pt x="1393795" y="1118586"/>
                </a:cubicBezTo>
                <a:cubicBezTo>
                  <a:pt x="1383988" y="1114383"/>
                  <a:pt x="1376912" y="1105164"/>
                  <a:pt x="1367162" y="1100831"/>
                </a:cubicBezTo>
                <a:cubicBezTo>
                  <a:pt x="1350059" y="1093230"/>
                  <a:pt x="1331651" y="1088994"/>
                  <a:pt x="1313896" y="1083076"/>
                </a:cubicBezTo>
                <a:lnTo>
                  <a:pt x="1287263" y="1074198"/>
                </a:lnTo>
                <a:cubicBezTo>
                  <a:pt x="1281344" y="1068280"/>
                  <a:pt x="1276993" y="1060186"/>
                  <a:pt x="1269507" y="1056443"/>
                </a:cubicBezTo>
                <a:cubicBezTo>
                  <a:pt x="1252767" y="1048073"/>
                  <a:pt x="1231814" y="1049069"/>
                  <a:pt x="1216241" y="1038687"/>
                </a:cubicBezTo>
                <a:cubicBezTo>
                  <a:pt x="1139915" y="987804"/>
                  <a:pt x="1236485" y="1048809"/>
                  <a:pt x="1162975" y="1012054"/>
                </a:cubicBezTo>
                <a:cubicBezTo>
                  <a:pt x="1153432" y="1007282"/>
                  <a:pt x="1145220" y="1000217"/>
                  <a:pt x="1136342" y="994299"/>
                </a:cubicBezTo>
                <a:cubicBezTo>
                  <a:pt x="1130424" y="985421"/>
                  <a:pt x="1126918" y="974331"/>
                  <a:pt x="1118587" y="967666"/>
                </a:cubicBezTo>
                <a:cubicBezTo>
                  <a:pt x="1111280" y="961820"/>
                  <a:pt x="1099978" y="963603"/>
                  <a:pt x="1091954" y="958788"/>
                </a:cubicBezTo>
                <a:cubicBezTo>
                  <a:pt x="1084777" y="954482"/>
                  <a:pt x="1081375" y="945339"/>
                  <a:pt x="1074198" y="941033"/>
                </a:cubicBezTo>
                <a:cubicBezTo>
                  <a:pt x="1066174" y="936218"/>
                  <a:pt x="1055745" y="936700"/>
                  <a:pt x="1047565" y="932155"/>
                </a:cubicBezTo>
                <a:cubicBezTo>
                  <a:pt x="1047540" y="932141"/>
                  <a:pt x="980994" y="887775"/>
                  <a:pt x="967666" y="878889"/>
                </a:cubicBezTo>
                <a:cubicBezTo>
                  <a:pt x="958788" y="872971"/>
                  <a:pt x="951155" y="864508"/>
                  <a:pt x="941033" y="861134"/>
                </a:cubicBezTo>
                <a:cubicBezTo>
                  <a:pt x="932155" y="858175"/>
                  <a:pt x="922580" y="856801"/>
                  <a:pt x="914400" y="852256"/>
                </a:cubicBezTo>
                <a:cubicBezTo>
                  <a:pt x="895746" y="841893"/>
                  <a:pt x="876223" y="831835"/>
                  <a:pt x="861134" y="816746"/>
                </a:cubicBezTo>
                <a:cubicBezTo>
                  <a:pt x="855216" y="810827"/>
                  <a:pt x="850556" y="803296"/>
                  <a:pt x="843379" y="798990"/>
                </a:cubicBezTo>
                <a:cubicBezTo>
                  <a:pt x="835355" y="794175"/>
                  <a:pt x="825624" y="793072"/>
                  <a:pt x="816746" y="790113"/>
                </a:cubicBezTo>
                <a:lnTo>
                  <a:pt x="763480" y="754602"/>
                </a:lnTo>
                <a:cubicBezTo>
                  <a:pt x="754602" y="748684"/>
                  <a:pt x="746969" y="740221"/>
                  <a:pt x="736847" y="736847"/>
                </a:cubicBezTo>
                <a:cubicBezTo>
                  <a:pt x="727969" y="733888"/>
                  <a:pt x="718584" y="732154"/>
                  <a:pt x="710214" y="727969"/>
                </a:cubicBezTo>
                <a:cubicBezTo>
                  <a:pt x="641375" y="693550"/>
                  <a:pt x="723891" y="723651"/>
                  <a:pt x="656948" y="701336"/>
                </a:cubicBezTo>
                <a:cubicBezTo>
                  <a:pt x="571083" y="636938"/>
                  <a:pt x="662586" y="699716"/>
                  <a:pt x="594804" y="665825"/>
                </a:cubicBezTo>
                <a:cubicBezTo>
                  <a:pt x="585261" y="661053"/>
                  <a:pt x="577714" y="652842"/>
                  <a:pt x="568171" y="648070"/>
                </a:cubicBezTo>
                <a:cubicBezTo>
                  <a:pt x="559801" y="643885"/>
                  <a:pt x="550139" y="642878"/>
                  <a:pt x="541538" y="639192"/>
                </a:cubicBezTo>
                <a:cubicBezTo>
                  <a:pt x="464747" y="606281"/>
                  <a:pt x="541854" y="633380"/>
                  <a:pt x="479395" y="612559"/>
                </a:cubicBezTo>
                <a:cubicBezTo>
                  <a:pt x="473476" y="606641"/>
                  <a:pt x="468335" y="599826"/>
                  <a:pt x="461639" y="594804"/>
                </a:cubicBezTo>
                <a:cubicBezTo>
                  <a:pt x="444567" y="582000"/>
                  <a:pt x="423462" y="574382"/>
                  <a:pt x="408373" y="559293"/>
                </a:cubicBezTo>
                <a:cubicBezTo>
                  <a:pt x="356439" y="507359"/>
                  <a:pt x="363223" y="519165"/>
                  <a:pt x="328474" y="470516"/>
                </a:cubicBezTo>
                <a:cubicBezTo>
                  <a:pt x="322272" y="461834"/>
                  <a:pt x="317745" y="451913"/>
                  <a:pt x="310719" y="443883"/>
                </a:cubicBezTo>
                <a:cubicBezTo>
                  <a:pt x="296940" y="428135"/>
                  <a:pt x="266330" y="399495"/>
                  <a:pt x="266330" y="399495"/>
                </a:cubicBezTo>
                <a:cubicBezTo>
                  <a:pt x="263371" y="390617"/>
                  <a:pt x="263299" y="380169"/>
                  <a:pt x="257453" y="372862"/>
                </a:cubicBezTo>
                <a:cubicBezTo>
                  <a:pt x="250788" y="364530"/>
                  <a:pt x="238795" y="362195"/>
                  <a:pt x="230820" y="355107"/>
                </a:cubicBezTo>
                <a:cubicBezTo>
                  <a:pt x="212053" y="338425"/>
                  <a:pt x="195309" y="319596"/>
                  <a:pt x="177554" y="301841"/>
                </a:cubicBezTo>
                <a:cubicBezTo>
                  <a:pt x="171635" y="295922"/>
                  <a:pt x="164441" y="291050"/>
                  <a:pt x="159798" y="284085"/>
                </a:cubicBezTo>
                <a:cubicBezTo>
                  <a:pt x="117955" y="221319"/>
                  <a:pt x="170468" y="299022"/>
                  <a:pt x="115410" y="221942"/>
                </a:cubicBezTo>
                <a:cubicBezTo>
                  <a:pt x="87411" y="182743"/>
                  <a:pt x="109594" y="207248"/>
                  <a:pt x="79899" y="177553"/>
                </a:cubicBezTo>
                <a:cubicBezTo>
                  <a:pt x="65822" y="135321"/>
                  <a:pt x="68505" y="127799"/>
                  <a:pt x="44389" y="97654"/>
                </a:cubicBezTo>
                <a:cubicBezTo>
                  <a:pt x="39160" y="91118"/>
                  <a:pt x="32552" y="85817"/>
                  <a:pt x="26633" y="79899"/>
                </a:cubicBezTo>
                <a:lnTo>
                  <a:pt x="8878" y="26633"/>
                </a:lnTo>
                <a:lnTo>
                  <a:pt x="0" y="0"/>
                </a:lnTo>
              </a:path>
            </a:pathLst>
          </a:cu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9" name="Oval 1028"/>
          <p:cNvSpPr/>
          <p:nvPr/>
        </p:nvSpPr>
        <p:spPr>
          <a:xfrm>
            <a:off x="5033639" y="2090413"/>
            <a:ext cx="147961" cy="151198"/>
          </a:xfrm>
          <a:prstGeom prst="ellipse">
            <a:avLst/>
          </a:prstGeom>
          <a:solidFill>
            <a:srgbClr val="66FFCC"/>
          </a:solidFill>
          <a:ln>
            <a:solidFill>
              <a:srgbClr val="66FF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0" name="TextBox 1029"/>
          <p:cNvSpPr txBox="1"/>
          <p:nvPr/>
        </p:nvSpPr>
        <p:spPr>
          <a:xfrm>
            <a:off x="3885460" y="1988463"/>
            <a:ext cx="1296140" cy="430887"/>
          </a:xfrm>
          <a:prstGeom prst="rect">
            <a:avLst/>
          </a:prstGeom>
          <a:noFill/>
        </p:spPr>
        <p:txBody>
          <a:bodyPr wrap="square" rtlCol="0">
            <a:spAutoFit/>
          </a:bodyPr>
          <a:lstStyle/>
          <a:p>
            <a:r>
              <a:rPr lang="en-US" sz="1100" dirty="0">
                <a:solidFill>
                  <a:srgbClr val="66FFCC"/>
                </a:solidFill>
                <a:latin typeface="Times New Roman" charset="0"/>
                <a:ea typeface="Times New Roman" charset="0"/>
                <a:cs typeface="Times New Roman" charset="0"/>
              </a:rPr>
              <a:t>Pterygopalatine ganglion</a:t>
            </a:r>
          </a:p>
        </p:txBody>
      </p:sp>
      <p:sp>
        <p:nvSpPr>
          <p:cNvPr id="1031" name="Freeform 1030"/>
          <p:cNvSpPr/>
          <p:nvPr/>
        </p:nvSpPr>
        <p:spPr>
          <a:xfrm>
            <a:off x="4669654" y="2885243"/>
            <a:ext cx="1553593" cy="355959"/>
          </a:xfrm>
          <a:custGeom>
            <a:avLst/>
            <a:gdLst>
              <a:gd name="connsiteX0" fmla="*/ 1553593 w 1553593"/>
              <a:gd name="connsiteY0" fmla="*/ 0 h 355959"/>
              <a:gd name="connsiteX1" fmla="*/ 1500327 w 1553593"/>
              <a:gd name="connsiteY1" fmla="*/ 26633 h 355959"/>
              <a:gd name="connsiteX2" fmla="*/ 1473694 w 1553593"/>
              <a:gd name="connsiteY2" fmla="*/ 44388 h 355959"/>
              <a:gd name="connsiteX3" fmla="*/ 1429305 w 1553593"/>
              <a:gd name="connsiteY3" fmla="*/ 62143 h 355959"/>
              <a:gd name="connsiteX4" fmla="*/ 1393795 w 1553593"/>
              <a:gd name="connsiteY4" fmla="*/ 79899 h 355959"/>
              <a:gd name="connsiteX5" fmla="*/ 1340529 w 1553593"/>
              <a:gd name="connsiteY5" fmla="*/ 97654 h 355959"/>
              <a:gd name="connsiteX6" fmla="*/ 1305018 w 1553593"/>
              <a:gd name="connsiteY6" fmla="*/ 106532 h 355959"/>
              <a:gd name="connsiteX7" fmla="*/ 1269507 w 1553593"/>
              <a:gd name="connsiteY7" fmla="*/ 124287 h 355959"/>
              <a:gd name="connsiteX8" fmla="*/ 1216241 w 1553593"/>
              <a:gd name="connsiteY8" fmla="*/ 142042 h 355959"/>
              <a:gd name="connsiteX9" fmla="*/ 1127464 w 1553593"/>
              <a:gd name="connsiteY9" fmla="*/ 177553 h 355959"/>
              <a:gd name="connsiteX10" fmla="*/ 1020932 w 1553593"/>
              <a:gd name="connsiteY10" fmla="*/ 213064 h 355959"/>
              <a:gd name="connsiteX11" fmla="*/ 994299 w 1553593"/>
              <a:gd name="connsiteY11" fmla="*/ 221941 h 355959"/>
              <a:gd name="connsiteX12" fmla="*/ 967666 w 1553593"/>
              <a:gd name="connsiteY12" fmla="*/ 230819 h 355959"/>
              <a:gd name="connsiteX13" fmla="*/ 896645 w 1553593"/>
              <a:gd name="connsiteY13" fmla="*/ 248574 h 355959"/>
              <a:gd name="connsiteX14" fmla="*/ 870012 w 1553593"/>
              <a:gd name="connsiteY14" fmla="*/ 266330 h 355959"/>
              <a:gd name="connsiteX15" fmla="*/ 701336 w 1553593"/>
              <a:gd name="connsiteY15" fmla="*/ 292963 h 355959"/>
              <a:gd name="connsiteX16" fmla="*/ 577049 w 1553593"/>
              <a:gd name="connsiteY16" fmla="*/ 310718 h 355959"/>
              <a:gd name="connsiteX17" fmla="*/ 506028 w 1553593"/>
              <a:gd name="connsiteY17" fmla="*/ 328474 h 355959"/>
              <a:gd name="connsiteX18" fmla="*/ 390618 w 1553593"/>
              <a:gd name="connsiteY18" fmla="*/ 346229 h 355959"/>
              <a:gd name="connsiteX19" fmla="*/ 363985 w 1553593"/>
              <a:gd name="connsiteY19" fmla="*/ 355107 h 355959"/>
              <a:gd name="connsiteX20" fmla="*/ 115410 w 1553593"/>
              <a:gd name="connsiteY20" fmla="*/ 337351 h 355959"/>
              <a:gd name="connsiteX21" fmla="*/ 62144 w 1553593"/>
              <a:gd name="connsiteY21" fmla="*/ 319596 h 355959"/>
              <a:gd name="connsiteX22" fmla="*/ 35511 w 1553593"/>
              <a:gd name="connsiteY22" fmla="*/ 301840 h 355959"/>
              <a:gd name="connsiteX23" fmla="*/ 0 w 1553593"/>
              <a:gd name="connsiteY23" fmla="*/ 284085 h 355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53593" h="355959">
                <a:moveTo>
                  <a:pt x="1553593" y="0"/>
                </a:moveTo>
                <a:cubicBezTo>
                  <a:pt x="1535838" y="8878"/>
                  <a:pt x="1517680" y="16993"/>
                  <a:pt x="1500327" y="26633"/>
                </a:cubicBezTo>
                <a:cubicBezTo>
                  <a:pt x="1491000" y="31815"/>
                  <a:pt x="1483237" y="39617"/>
                  <a:pt x="1473694" y="44388"/>
                </a:cubicBezTo>
                <a:cubicBezTo>
                  <a:pt x="1459440" y="51515"/>
                  <a:pt x="1443868" y="55671"/>
                  <a:pt x="1429305" y="62143"/>
                </a:cubicBezTo>
                <a:cubicBezTo>
                  <a:pt x="1417212" y="67518"/>
                  <a:pt x="1406082" y="74984"/>
                  <a:pt x="1393795" y="79899"/>
                </a:cubicBezTo>
                <a:cubicBezTo>
                  <a:pt x="1376418" y="86850"/>
                  <a:pt x="1358686" y="93115"/>
                  <a:pt x="1340529" y="97654"/>
                </a:cubicBezTo>
                <a:cubicBezTo>
                  <a:pt x="1328692" y="100613"/>
                  <a:pt x="1316442" y="102248"/>
                  <a:pt x="1305018" y="106532"/>
                </a:cubicBezTo>
                <a:cubicBezTo>
                  <a:pt x="1292627" y="111179"/>
                  <a:pt x="1281795" y="119372"/>
                  <a:pt x="1269507" y="124287"/>
                </a:cubicBezTo>
                <a:cubicBezTo>
                  <a:pt x="1252130" y="131238"/>
                  <a:pt x="1232981" y="133672"/>
                  <a:pt x="1216241" y="142042"/>
                </a:cubicBezTo>
                <a:cubicBezTo>
                  <a:pt x="1163988" y="168169"/>
                  <a:pt x="1193288" y="155612"/>
                  <a:pt x="1127464" y="177553"/>
                </a:cubicBezTo>
                <a:lnTo>
                  <a:pt x="1020932" y="213064"/>
                </a:lnTo>
                <a:lnTo>
                  <a:pt x="994299" y="221941"/>
                </a:lnTo>
                <a:cubicBezTo>
                  <a:pt x="985421" y="224900"/>
                  <a:pt x="976745" y="228549"/>
                  <a:pt x="967666" y="230819"/>
                </a:cubicBezTo>
                <a:lnTo>
                  <a:pt x="896645" y="248574"/>
                </a:lnTo>
                <a:cubicBezTo>
                  <a:pt x="887767" y="254493"/>
                  <a:pt x="879762" y="261997"/>
                  <a:pt x="870012" y="266330"/>
                </a:cubicBezTo>
                <a:cubicBezTo>
                  <a:pt x="803432" y="295921"/>
                  <a:pt x="787394" y="283401"/>
                  <a:pt x="701336" y="292963"/>
                </a:cubicBezTo>
                <a:cubicBezTo>
                  <a:pt x="659742" y="297585"/>
                  <a:pt x="617649" y="300568"/>
                  <a:pt x="577049" y="310718"/>
                </a:cubicBezTo>
                <a:cubicBezTo>
                  <a:pt x="553375" y="316637"/>
                  <a:pt x="530098" y="324463"/>
                  <a:pt x="506028" y="328474"/>
                </a:cubicBezTo>
                <a:cubicBezTo>
                  <a:pt x="432122" y="340791"/>
                  <a:pt x="470581" y="334805"/>
                  <a:pt x="390618" y="346229"/>
                </a:cubicBezTo>
                <a:cubicBezTo>
                  <a:pt x="381740" y="349188"/>
                  <a:pt x="373343" y="355107"/>
                  <a:pt x="363985" y="355107"/>
                </a:cubicBezTo>
                <a:cubicBezTo>
                  <a:pt x="271440" y="355107"/>
                  <a:pt x="197102" y="361859"/>
                  <a:pt x="115410" y="337351"/>
                </a:cubicBezTo>
                <a:cubicBezTo>
                  <a:pt x="97484" y="331973"/>
                  <a:pt x="77716" y="329978"/>
                  <a:pt x="62144" y="319596"/>
                </a:cubicBezTo>
                <a:cubicBezTo>
                  <a:pt x="53266" y="313677"/>
                  <a:pt x="45054" y="306612"/>
                  <a:pt x="35511" y="301840"/>
                </a:cubicBezTo>
                <a:cubicBezTo>
                  <a:pt x="-5295" y="281437"/>
                  <a:pt x="20058" y="304143"/>
                  <a:pt x="0" y="284085"/>
                </a:cubicBezTo>
              </a:path>
            </a:pathLst>
          </a:custGeom>
          <a:noFill/>
          <a:ln w="190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2" name="Freeform 1031"/>
          <p:cNvSpPr/>
          <p:nvPr/>
        </p:nvSpPr>
        <p:spPr>
          <a:xfrm>
            <a:off x="4643021" y="2539014"/>
            <a:ext cx="1535837" cy="284085"/>
          </a:xfrm>
          <a:custGeom>
            <a:avLst/>
            <a:gdLst>
              <a:gd name="connsiteX0" fmla="*/ 1535837 w 1535837"/>
              <a:gd name="connsiteY0" fmla="*/ 284085 h 284085"/>
              <a:gd name="connsiteX1" fmla="*/ 1491449 w 1535837"/>
              <a:gd name="connsiteY1" fmla="*/ 266330 h 284085"/>
              <a:gd name="connsiteX2" fmla="*/ 1464816 w 1535837"/>
              <a:gd name="connsiteY2" fmla="*/ 257452 h 284085"/>
              <a:gd name="connsiteX3" fmla="*/ 1438183 w 1535837"/>
              <a:gd name="connsiteY3" fmla="*/ 239697 h 284085"/>
              <a:gd name="connsiteX4" fmla="*/ 1411550 w 1535837"/>
              <a:gd name="connsiteY4" fmla="*/ 230819 h 284085"/>
              <a:gd name="connsiteX5" fmla="*/ 1376039 w 1535837"/>
              <a:gd name="connsiteY5" fmla="*/ 213064 h 284085"/>
              <a:gd name="connsiteX6" fmla="*/ 1313896 w 1535837"/>
              <a:gd name="connsiteY6" fmla="*/ 195308 h 284085"/>
              <a:gd name="connsiteX7" fmla="*/ 1269507 w 1535837"/>
              <a:gd name="connsiteY7" fmla="*/ 186431 h 284085"/>
              <a:gd name="connsiteX8" fmla="*/ 1216241 w 1535837"/>
              <a:gd name="connsiteY8" fmla="*/ 168675 h 284085"/>
              <a:gd name="connsiteX9" fmla="*/ 1189608 w 1535837"/>
              <a:gd name="connsiteY9" fmla="*/ 159798 h 284085"/>
              <a:gd name="connsiteX10" fmla="*/ 1162975 w 1535837"/>
              <a:gd name="connsiteY10" fmla="*/ 150920 h 284085"/>
              <a:gd name="connsiteX11" fmla="*/ 1100831 w 1535837"/>
              <a:gd name="connsiteY11" fmla="*/ 142042 h 284085"/>
              <a:gd name="connsiteX12" fmla="*/ 1029810 w 1535837"/>
              <a:gd name="connsiteY12" fmla="*/ 124287 h 284085"/>
              <a:gd name="connsiteX13" fmla="*/ 994299 w 1535837"/>
              <a:gd name="connsiteY13" fmla="*/ 115409 h 284085"/>
              <a:gd name="connsiteX14" fmla="*/ 967666 w 1535837"/>
              <a:gd name="connsiteY14" fmla="*/ 106532 h 284085"/>
              <a:gd name="connsiteX15" fmla="*/ 923278 w 1535837"/>
              <a:gd name="connsiteY15" fmla="*/ 97654 h 284085"/>
              <a:gd name="connsiteX16" fmla="*/ 843379 w 1535837"/>
              <a:gd name="connsiteY16" fmla="*/ 79899 h 284085"/>
              <a:gd name="connsiteX17" fmla="*/ 754602 w 1535837"/>
              <a:gd name="connsiteY17" fmla="*/ 71021 h 284085"/>
              <a:gd name="connsiteX18" fmla="*/ 710214 w 1535837"/>
              <a:gd name="connsiteY18" fmla="*/ 62143 h 284085"/>
              <a:gd name="connsiteX19" fmla="*/ 674703 w 1535837"/>
              <a:gd name="connsiteY19" fmla="*/ 53266 h 284085"/>
              <a:gd name="connsiteX20" fmla="*/ 585927 w 1535837"/>
              <a:gd name="connsiteY20" fmla="*/ 44388 h 284085"/>
              <a:gd name="connsiteX21" fmla="*/ 443884 w 1535837"/>
              <a:gd name="connsiteY21" fmla="*/ 17755 h 284085"/>
              <a:gd name="connsiteX22" fmla="*/ 408373 w 1535837"/>
              <a:gd name="connsiteY22" fmla="*/ 8877 h 284085"/>
              <a:gd name="connsiteX23" fmla="*/ 284086 w 1535837"/>
              <a:gd name="connsiteY23" fmla="*/ 0 h 284085"/>
              <a:gd name="connsiteX24" fmla="*/ 150921 w 1535837"/>
              <a:gd name="connsiteY24" fmla="*/ 8877 h 284085"/>
              <a:gd name="connsiteX25" fmla="*/ 124288 w 1535837"/>
              <a:gd name="connsiteY25" fmla="*/ 17755 h 284085"/>
              <a:gd name="connsiteX26" fmla="*/ 88777 w 1535837"/>
              <a:gd name="connsiteY26" fmla="*/ 26633 h 284085"/>
              <a:gd name="connsiteX27" fmla="*/ 8878 w 1535837"/>
              <a:gd name="connsiteY27" fmla="*/ 62143 h 284085"/>
              <a:gd name="connsiteX28" fmla="*/ 0 w 1535837"/>
              <a:gd name="connsiteY28" fmla="*/ 71021 h 284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35837" h="284085">
                <a:moveTo>
                  <a:pt x="1535837" y="284085"/>
                </a:moveTo>
                <a:cubicBezTo>
                  <a:pt x="1521041" y="278167"/>
                  <a:pt x="1506370" y="271925"/>
                  <a:pt x="1491449" y="266330"/>
                </a:cubicBezTo>
                <a:cubicBezTo>
                  <a:pt x="1482687" y="263044"/>
                  <a:pt x="1473186" y="261637"/>
                  <a:pt x="1464816" y="257452"/>
                </a:cubicBezTo>
                <a:cubicBezTo>
                  <a:pt x="1455273" y="252680"/>
                  <a:pt x="1447726" y="244469"/>
                  <a:pt x="1438183" y="239697"/>
                </a:cubicBezTo>
                <a:cubicBezTo>
                  <a:pt x="1429813" y="235512"/>
                  <a:pt x="1420151" y="234505"/>
                  <a:pt x="1411550" y="230819"/>
                </a:cubicBezTo>
                <a:cubicBezTo>
                  <a:pt x="1399386" y="225606"/>
                  <a:pt x="1388203" y="218277"/>
                  <a:pt x="1376039" y="213064"/>
                </a:cubicBezTo>
                <a:cubicBezTo>
                  <a:pt x="1360069" y="206220"/>
                  <a:pt x="1329490" y="198773"/>
                  <a:pt x="1313896" y="195308"/>
                </a:cubicBezTo>
                <a:cubicBezTo>
                  <a:pt x="1299166" y="192035"/>
                  <a:pt x="1284065" y="190401"/>
                  <a:pt x="1269507" y="186431"/>
                </a:cubicBezTo>
                <a:cubicBezTo>
                  <a:pt x="1251451" y="181507"/>
                  <a:pt x="1233996" y="174593"/>
                  <a:pt x="1216241" y="168675"/>
                </a:cubicBezTo>
                <a:lnTo>
                  <a:pt x="1189608" y="159798"/>
                </a:lnTo>
                <a:cubicBezTo>
                  <a:pt x="1180730" y="156839"/>
                  <a:pt x="1172239" y="152243"/>
                  <a:pt x="1162975" y="150920"/>
                </a:cubicBezTo>
                <a:cubicBezTo>
                  <a:pt x="1142260" y="147961"/>
                  <a:pt x="1121350" y="146146"/>
                  <a:pt x="1100831" y="142042"/>
                </a:cubicBezTo>
                <a:cubicBezTo>
                  <a:pt x="1076903" y="137256"/>
                  <a:pt x="1053484" y="130205"/>
                  <a:pt x="1029810" y="124287"/>
                </a:cubicBezTo>
                <a:cubicBezTo>
                  <a:pt x="1017973" y="121328"/>
                  <a:pt x="1005874" y="119267"/>
                  <a:pt x="994299" y="115409"/>
                </a:cubicBezTo>
                <a:cubicBezTo>
                  <a:pt x="985421" y="112450"/>
                  <a:pt x="976744" y="108802"/>
                  <a:pt x="967666" y="106532"/>
                </a:cubicBezTo>
                <a:cubicBezTo>
                  <a:pt x="953027" y="102872"/>
                  <a:pt x="938008" y="100927"/>
                  <a:pt x="923278" y="97654"/>
                </a:cubicBezTo>
                <a:cubicBezTo>
                  <a:pt x="891626" y="90620"/>
                  <a:pt x="876857" y="84363"/>
                  <a:pt x="843379" y="79899"/>
                </a:cubicBezTo>
                <a:cubicBezTo>
                  <a:pt x="813900" y="75969"/>
                  <a:pt x="784194" y="73980"/>
                  <a:pt x="754602" y="71021"/>
                </a:cubicBezTo>
                <a:cubicBezTo>
                  <a:pt x="739806" y="68062"/>
                  <a:pt x="724944" y="65416"/>
                  <a:pt x="710214" y="62143"/>
                </a:cubicBezTo>
                <a:cubicBezTo>
                  <a:pt x="698303" y="59496"/>
                  <a:pt x="686782" y="54991"/>
                  <a:pt x="674703" y="53266"/>
                </a:cubicBezTo>
                <a:cubicBezTo>
                  <a:pt x="645262" y="49060"/>
                  <a:pt x="615519" y="47347"/>
                  <a:pt x="585927" y="44388"/>
                </a:cubicBezTo>
                <a:cubicBezTo>
                  <a:pt x="443046" y="8669"/>
                  <a:pt x="586745" y="41566"/>
                  <a:pt x="443884" y="17755"/>
                </a:cubicBezTo>
                <a:cubicBezTo>
                  <a:pt x="431849" y="15749"/>
                  <a:pt x="420500" y="10224"/>
                  <a:pt x="408373" y="8877"/>
                </a:cubicBezTo>
                <a:cubicBezTo>
                  <a:pt x="367092" y="4290"/>
                  <a:pt x="325515" y="2959"/>
                  <a:pt x="284086" y="0"/>
                </a:cubicBezTo>
                <a:cubicBezTo>
                  <a:pt x="239698" y="2959"/>
                  <a:pt x="195136" y="3964"/>
                  <a:pt x="150921" y="8877"/>
                </a:cubicBezTo>
                <a:cubicBezTo>
                  <a:pt x="141620" y="9910"/>
                  <a:pt x="133286" y="15184"/>
                  <a:pt x="124288" y="17755"/>
                </a:cubicBezTo>
                <a:cubicBezTo>
                  <a:pt x="112556" y="21107"/>
                  <a:pt x="100464" y="23127"/>
                  <a:pt x="88777" y="26633"/>
                </a:cubicBezTo>
                <a:cubicBezTo>
                  <a:pt x="43795" y="40128"/>
                  <a:pt x="40591" y="38359"/>
                  <a:pt x="8878" y="62143"/>
                </a:cubicBezTo>
                <a:cubicBezTo>
                  <a:pt x="5530" y="64654"/>
                  <a:pt x="2959" y="68062"/>
                  <a:pt x="0" y="71021"/>
                </a:cubicBezTo>
              </a:path>
            </a:pathLst>
          </a:custGeom>
          <a:noFill/>
          <a:ln w="190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p:cNvSpPr txBox="1"/>
          <p:nvPr/>
        </p:nvSpPr>
        <p:spPr>
          <a:xfrm>
            <a:off x="5269938" y="3687603"/>
            <a:ext cx="1283262" cy="430887"/>
          </a:xfrm>
          <a:prstGeom prst="rect">
            <a:avLst/>
          </a:prstGeom>
          <a:noFill/>
        </p:spPr>
        <p:txBody>
          <a:bodyPr wrap="square" rtlCol="0">
            <a:spAutoFit/>
          </a:bodyPr>
          <a:lstStyle/>
          <a:p>
            <a:r>
              <a:rPr lang="en-US" sz="1100" dirty="0">
                <a:solidFill>
                  <a:srgbClr val="66FFCC"/>
                </a:solidFill>
                <a:latin typeface="Times New Roman" charset="0"/>
                <a:ea typeface="Times New Roman" charset="0"/>
                <a:cs typeface="Times New Roman" charset="0"/>
              </a:rPr>
              <a:t>Submandibular ganglion</a:t>
            </a:r>
          </a:p>
        </p:txBody>
      </p:sp>
      <p:sp>
        <p:nvSpPr>
          <p:cNvPr id="4" name="Freeform 3"/>
          <p:cNvSpPr/>
          <p:nvPr/>
        </p:nvSpPr>
        <p:spPr>
          <a:xfrm>
            <a:off x="4740676" y="2894120"/>
            <a:ext cx="1518081" cy="1287263"/>
          </a:xfrm>
          <a:custGeom>
            <a:avLst/>
            <a:gdLst>
              <a:gd name="connsiteX0" fmla="*/ 1518081 w 1518081"/>
              <a:gd name="connsiteY0" fmla="*/ 0 h 1287263"/>
              <a:gd name="connsiteX1" fmla="*/ 1500326 w 1518081"/>
              <a:gd name="connsiteY1" fmla="*/ 44389 h 1287263"/>
              <a:gd name="connsiteX2" fmla="*/ 1473693 w 1518081"/>
              <a:gd name="connsiteY2" fmla="*/ 124288 h 1287263"/>
              <a:gd name="connsiteX3" fmla="*/ 1455938 w 1518081"/>
              <a:gd name="connsiteY3" fmla="*/ 177554 h 1287263"/>
              <a:gd name="connsiteX4" fmla="*/ 1420427 w 1518081"/>
              <a:gd name="connsiteY4" fmla="*/ 301841 h 1287263"/>
              <a:gd name="connsiteX5" fmla="*/ 1402672 w 1518081"/>
              <a:gd name="connsiteY5" fmla="*/ 328474 h 1287263"/>
              <a:gd name="connsiteX6" fmla="*/ 1393794 w 1518081"/>
              <a:gd name="connsiteY6" fmla="*/ 355107 h 1287263"/>
              <a:gd name="connsiteX7" fmla="*/ 1358283 w 1518081"/>
              <a:gd name="connsiteY7" fmla="*/ 399496 h 1287263"/>
              <a:gd name="connsiteX8" fmla="*/ 1349406 w 1518081"/>
              <a:gd name="connsiteY8" fmla="*/ 426129 h 1287263"/>
              <a:gd name="connsiteX9" fmla="*/ 1322773 w 1518081"/>
              <a:gd name="connsiteY9" fmla="*/ 443884 h 1287263"/>
              <a:gd name="connsiteX10" fmla="*/ 1278384 w 1518081"/>
              <a:gd name="connsiteY10" fmla="*/ 470517 h 1287263"/>
              <a:gd name="connsiteX11" fmla="*/ 1242874 w 1518081"/>
              <a:gd name="connsiteY11" fmla="*/ 497150 h 1287263"/>
              <a:gd name="connsiteX12" fmla="*/ 1198485 w 1518081"/>
              <a:gd name="connsiteY12" fmla="*/ 532661 h 1287263"/>
              <a:gd name="connsiteX13" fmla="*/ 1171852 w 1518081"/>
              <a:gd name="connsiteY13" fmla="*/ 541538 h 1287263"/>
              <a:gd name="connsiteX14" fmla="*/ 1127464 w 1518081"/>
              <a:gd name="connsiteY14" fmla="*/ 568171 h 1287263"/>
              <a:gd name="connsiteX15" fmla="*/ 1074198 w 1518081"/>
              <a:gd name="connsiteY15" fmla="*/ 603682 h 1287263"/>
              <a:gd name="connsiteX16" fmla="*/ 1056442 w 1518081"/>
              <a:gd name="connsiteY16" fmla="*/ 621437 h 1287263"/>
              <a:gd name="connsiteX17" fmla="*/ 1003176 w 1518081"/>
              <a:gd name="connsiteY17" fmla="*/ 639193 h 1287263"/>
              <a:gd name="connsiteX18" fmla="*/ 949910 w 1518081"/>
              <a:gd name="connsiteY18" fmla="*/ 674703 h 1287263"/>
              <a:gd name="connsiteX19" fmla="*/ 923277 w 1518081"/>
              <a:gd name="connsiteY19" fmla="*/ 683581 h 1287263"/>
              <a:gd name="connsiteX20" fmla="*/ 896644 w 1518081"/>
              <a:gd name="connsiteY20" fmla="*/ 701336 h 1287263"/>
              <a:gd name="connsiteX21" fmla="*/ 870011 w 1518081"/>
              <a:gd name="connsiteY21" fmla="*/ 710214 h 1287263"/>
              <a:gd name="connsiteX22" fmla="*/ 843378 w 1518081"/>
              <a:gd name="connsiteY22" fmla="*/ 727969 h 1287263"/>
              <a:gd name="connsiteX23" fmla="*/ 816745 w 1518081"/>
              <a:gd name="connsiteY23" fmla="*/ 736847 h 1287263"/>
              <a:gd name="connsiteX24" fmla="*/ 763479 w 1518081"/>
              <a:gd name="connsiteY24" fmla="*/ 772358 h 1287263"/>
              <a:gd name="connsiteX25" fmla="*/ 736846 w 1518081"/>
              <a:gd name="connsiteY25" fmla="*/ 790113 h 1287263"/>
              <a:gd name="connsiteX26" fmla="*/ 701336 w 1518081"/>
              <a:gd name="connsiteY26" fmla="*/ 807868 h 1287263"/>
              <a:gd name="connsiteX27" fmla="*/ 674703 w 1518081"/>
              <a:gd name="connsiteY27" fmla="*/ 834501 h 1287263"/>
              <a:gd name="connsiteX28" fmla="*/ 648070 w 1518081"/>
              <a:gd name="connsiteY28" fmla="*/ 843379 h 1287263"/>
              <a:gd name="connsiteX29" fmla="*/ 612559 w 1518081"/>
              <a:gd name="connsiteY29" fmla="*/ 861134 h 1287263"/>
              <a:gd name="connsiteX30" fmla="*/ 559293 w 1518081"/>
              <a:gd name="connsiteY30" fmla="*/ 896645 h 1287263"/>
              <a:gd name="connsiteX31" fmla="*/ 532660 w 1518081"/>
              <a:gd name="connsiteY31" fmla="*/ 905523 h 1287263"/>
              <a:gd name="connsiteX32" fmla="*/ 479394 w 1518081"/>
              <a:gd name="connsiteY32" fmla="*/ 949911 h 1287263"/>
              <a:gd name="connsiteX33" fmla="*/ 417250 w 1518081"/>
              <a:gd name="connsiteY33" fmla="*/ 976544 h 1287263"/>
              <a:gd name="connsiteX34" fmla="*/ 390617 w 1518081"/>
              <a:gd name="connsiteY34" fmla="*/ 994299 h 1287263"/>
              <a:gd name="connsiteX35" fmla="*/ 372862 w 1518081"/>
              <a:gd name="connsiteY35" fmla="*/ 1012055 h 1287263"/>
              <a:gd name="connsiteX36" fmla="*/ 346229 w 1518081"/>
              <a:gd name="connsiteY36" fmla="*/ 1020932 h 1287263"/>
              <a:gd name="connsiteX37" fmla="*/ 275207 w 1518081"/>
              <a:gd name="connsiteY37" fmla="*/ 1074198 h 1287263"/>
              <a:gd name="connsiteX38" fmla="*/ 221941 w 1518081"/>
              <a:gd name="connsiteY38" fmla="*/ 1100831 h 1287263"/>
              <a:gd name="connsiteX39" fmla="*/ 177553 w 1518081"/>
              <a:gd name="connsiteY39" fmla="*/ 1136342 h 1287263"/>
              <a:gd name="connsiteX40" fmla="*/ 150920 w 1518081"/>
              <a:gd name="connsiteY40" fmla="*/ 1145220 h 1287263"/>
              <a:gd name="connsiteX41" fmla="*/ 106532 w 1518081"/>
              <a:gd name="connsiteY41" fmla="*/ 1189608 h 1287263"/>
              <a:gd name="connsiteX42" fmla="*/ 62143 w 1518081"/>
              <a:gd name="connsiteY42" fmla="*/ 1216241 h 1287263"/>
              <a:gd name="connsiteX43" fmla="*/ 26633 w 1518081"/>
              <a:gd name="connsiteY43" fmla="*/ 1260630 h 1287263"/>
              <a:gd name="connsiteX44" fmla="*/ 8877 w 1518081"/>
              <a:gd name="connsiteY44" fmla="*/ 1278385 h 1287263"/>
              <a:gd name="connsiteX45" fmla="*/ 0 w 1518081"/>
              <a:gd name="connsiteY45" fmla="*/ 1287263 h 1287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518081" h="1287263">
                <a:moveTo>
                  <a:pt x="1518081" y="0"/>
                </a:moveTo>
                <a:cubicBezTo>
                  <a:pt x="1512163" y="14796"/>
                  <a:pt x="1505772" y="29412"/>
                  <a:pt x="1500326" y="44389"/>
                </a:cubicBezTo>
                <a:cubicBezTo>
                  <a:pt x="1490732" y="70773"/>
                  <a:pt x="1482571" y="97655"/>
                  <a:pt x="1473693" y="124288"/>
                </a:cubicBezTo>
                <a:lnTo>
                  <a:pt x="1455938" y="177554"/>
                </a:lnTo>
                <a:cubicBezTo>
                  <a:pt x="1453571" y="187021"/>
                  <a:pt x="1430614" y="286560"/>
                  <a:pt x="1420427" y="301841"/>
                </a:cubicBezTo>
                <a:cubicBezTo>
                  <a:pt x="1414509" y="310719"/>
                  <a:pt x="1407444" y="318931"/>
                  <a:pt x="1402672" y="328474"/>
                </a:cubicBezTo>
                <a:cubicBezTo>
                  <a:pt x="1398487" y="336844"/>
                  <a:pt x="1397979" y="346737"/>
                  <a:pt x="1393794" y="355107"/>
                </a:cubicBezTo>
                <a:cubicBezTo>
                  <a:pt x="1382594" y="377506"/>
                  <a:pt x="1374798" y="382981"/>
                  <a:pt x="1358283" y="399496"/>
                </a:cubicBezTo>
                <a:cubicBezTo>
                  <a:pt x="1355324" y="408374"/>
                  <a:pt x="1355252" y="418822"/>
                  <a:pt x="1349406" y="426129"/>
                </a:cubicBezTo>
                <a:cubicBezTo>
                  <a:pt x="1342741" y="434461"/>
                  <a:pt x="1331105" y="437219"/>
                  <a:pt x="1322773" y="443884"/>
                </a:cubicBezTo>
                <a:cubicBezTo>
                  <a:pt x="1287955" y="471738"/>
                  <a:pt x="1324635" y="455099"/>
                  <a:pt x="1278384" y="470517"/>
                </a:cubicBezTo>
                <a:cubicBezTo>
                  <a:pt x="1266547" y="479395"/>
                  <a:pt x="1254241" y="487678"/>
                  <a:pt x="1242874" y="497150"/>
                </a:cubicBezTo>
                <a:cubicBezTo>
                  <a:pt x="1218106" y="517790"/>
                  <a:pt x="1231402" y="516202"/>
                  <a:pt x="1198485" y="532661"/>
                </a:cubicBezTo>
                <a:cubicBezTo>
                  <a:pt x="1190115" y="536846"/>
                  <a:pt x="1180730" y="538579"/>
                  <a:pt x="1171852" y="541538"/>
                </a:cubicBezTo>
                <a:cubicBezTo>
                  <a:pt x="1132019" y="581373"/>
                  <a:pt x="1179324" y="539360"/>
                  <a:pt x="1127464" y="568171"/>
                </a:cubicBezTo>
                <a:cubicBezTo>
                  <a:pt x="1108810" y="578534"/>
                  <a:pt x="1089288" y="588593"/>
                  <a:pt x="1074198" y="603682"/>
                </a:cubicBezTo>
                <a:cubicBezTo>
                  <a:pt x="1068279" y="609600"/>
                  <a:pt x="1063928" y="617694"/>
                  <a:pt x="1056442" y="621437"/>
                </a:cubicBezTo>
                <a:cubicBezTo>
                  <a:pt x="1039702" y="629807"/>
                  <a:pt x="1018749" y="628811"/>
                  <a:pt x="1003176" y="639193"/>
                </a:cubicBezTo>
                <a:cubicBezTo>
                  <a:pt x="985421" y="651030"/>
                  <a:pt x="970154" y="667955"/>
                  <a:pt x="949910" y="674703"/>
                </a:cubicBezTo>
                <a:cubicBezTo>
                  <a:pt x="941032" y="677662"/>
                  <a:pt x="931647" y="679396"/>
                  <a:pt x="923277" y="683581"/>
                </a:cubicBezTo>
                <a:cubicBezTo>
                  <a:pt x="913734" y="688353"/>
                  <a:pt x="906187" y="696564"/>
                  <a:pt x="896644" y="701336"/>
                </a:cubicBezTo>
                <a:cubicBezTo>
                  <a:pt x="888274" y="705521"/>
                  <a:pt x="878381" y="706029"/>
                  <a:pt x="870011" y="710214"/>
                </a:cubicBezTo>
                <a:cubicBezTo>
                  <a:pt x="860468" y="714986"/>
                  <a:pt x="852921" y="723197"/>
                  <a:pt x="843378" y="727969"/>
                </a:cubicBezTo>
                <a:cubicBezTo>
                  <a:pt x="835008" y="732154"/>
                  <a:pt x="824925" y="732302"/>
                  <a:pt x="816745" y="736847"/>
                </a:cubicBezTo>
                <a:cubicBezTo>
                  <a:pt x="798091" y="747210"/>
                  <a:pt x="781234" y="760521"/>
                  <a:pt x="763479" y="772358"/>
                </a:cubicBezTo>
                <a:cubicBezTo>
                  <a:pt x="754601" y="778276"/>
                  <a:pt x="746389" y="785341"/>
                  <a:pt x="736846" y="790113"/>
                </a:cubicBezTo>
                <a:cubicBezTo>
                  <a:pt x="725009" y="796031"/>
                  <a:pt x="712105" y="800176"/>
                  <a:pt x="701336" y="807868"/>
                </a:cubicBezTo>
                <a:cubicBezTo>
                  <a:pt x="691120" y="815165"/>
                  <a:pt x="685149" y="827537"/>
                  <a:pt x="674703" y="834501"/>
                </a:cubicBezTo>
                <a:cubicBezTo>
                  <a:pt x="666917" y="839692"/>
                  <a:pt x="656671" y="839693"/>
                  <a:pt x="648070" y="843379"/>
                </a:cubicBezTo>
                <a:cubicBezTo>
                  <a:pt x="635906" y="848592"/>
                  <a:pt x="623907" y="854325"/>
                  <a:pt x="612559" y="861134"/>
                </a:cubicBezTo>
                <a:cubicBezTo>
                  <a:pt x="594261" y="872113"/>
                  <a:pt x="579537" y="889897"/>
                  <a:pt x="559293" y="896645"/>
                </a:cubicBezTo>
                <a:cubicBezTo>
                  <a:pt x="550415" y="899604"/>
                  <a:pt x="541030" y="901338"/>
                  <a:pt x="532660" y="905523"/>
                </a:cubicBezTo>
                <a:cubicBezTo>
                  <a:pt x="485689" y="929008"/>
                  <a:pt x="525210" y="917185"/>
                  <a:pt x="479394" y="949911"/>
                </a:cubicBezTo>
                <a:cubicBezTo>
                  <a:pt x="436294" y="980696"/>
                  <a:pt x="455886" y="957226"/>
                  <a:pt x="417250" y="976544"/>
                </a:cubicBezTo>
                <a:cubicBezTo>
                  <a:pt x="407707" y="981316"/>
                  <a:pt x="398948" y="987634"/>
                  <a:pt x="390617" y="994299"/>
                </a:cubicBezTo>
                <a:cubicBezTo>
                  <a:pt x="384081" y="999528"/>
                  <a:pt x="380039" y="1007749"/>
                  <a:pt x="372862" y="1012055"/>
                </a:cubicBezTo>
                <a:cubicBezTo>
                  <a:pt x="364838" y="1016870"/>
                  <a:pt x="355107" y="1017973"/>
                  <a:pt x="346229" y="1020932"/>
                </a:cubicBezTo>
                <a:cubicBezTo>
                  <a:pt x="313384" y="1053779"/>
                  <a:pt x="335441" y="1034042"/>
                  <a:pt x="275207" y="1074198"/>
                </a:cubicBezTo>
                <a:cubicBezTo>
                  <a:pt x="240784" y="1097146"/>
                  <a:pt x="258699" y="1088579"/>
                  <a:pt x="221941" y="1100831"/>
                </a:cubicBezTo>
                <a:cubicBezTo>
                  <a:pt x="205425" y="1117347"/>
                  <a:pt x="199953" y="1125142"/>
                  <a:pt x="177553" y="1136342"/>
                </a:cubicBezTo>
                <a:cubicBezTo>
                  <a:pt x="169183" y="1140527"/>
                  <a:pt x="159798" y="1142261"/>
                  <a:pt x="150920" y="1145220"/>
                </a:cubicBezTo>
                <a:cubicBezTo>
                  <a:pt x="120484" y="1190875"/>
                  <a:pt x="148805" y="1155790"/>
                  <a:pt x="106532" y="1189608"/>
                </a:cubicBezTo>
                <a:cubicBezTo>
                  <a:pt x="71714" y="1217462"/>
                  <a:pt x="108394" y="1200823"/>
                  <a:pt x="62143" y="1216241"/>
                </a:cubicBezTo>
                <a:cubicBezTo>
                  <a:pt x="19264" y="1259122"/>
                  <a:pt x="71440" y="1204622"/>
                  <a:pt x="26633" y="1260630"/>
                </a:cubicBezTo>
                <a:cubicBezTo>
                  <a:pt x="21404" y="1267166"/>
                  <a:pt x="14796" y="1272466"/>
                  <a:pt x="8877" y="1278385"/>
                </a:cubicBezTo>
                <a:lnTo>
                  <a:pt x="0" y="1287263"/>
                </a:lnTo>
              </a:path>
            </a:pathLst>
          </a:custGeom>
          <a:noFill/>
          <a:ln w="19050">
            <a:solidFill>
              <a:srgbClr val="FF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p:cNvSpPr/>
          <p:nvPr/>
        </p:nvSpPr>
        <p:spPr>
          <a:xfrm>
            <a:off x="4545367" y="2867487"/>
            <a:ext cx="1669002" cy="764715"/>
          </a:xfrm>
          <a:custGeom>
            <a:avLst/>
            <a:gdLst>
              <a:gd name="connsiteX0" fmla="*/ 1669002 w 1669002"/>
              <a:gd name="connsiteY0" fmla="*/ 0 h 764715"/>
              <a:gd name="connsiteX1" fmla="*/ 1660124 w 1669002"/>
              <a:gd name="connsiteY1" fmla="*/ 44389 h 764715"/>
              <a:gd name="connsiteX2" fmla="*/ 1642369 w 1669002"/>
              <a:gd name="connsiteY2" fmla="*/ 97655 h 764715"/>
              <a:gd name="connsiteX3" fmla="*/ 1624614 w 1669002"/>
              <a:gd name="connsiteY3" fmla="*/ 150921 h 764715"/>
              <a:gd name="connsiteX4" fmla="*/ 1615736 w 1669002"/>
              <a:gd name="connsiteY4" fmla="*/ 177554 h 764715"/>
              <a:gd name="connsiteX5" fmla="*/ 1606858 w 1669002"/>
              <a:gd name="connsiteY5" fmla="*/ 204187 h 764715"/>
              <a:gd name="connsiteX6" fmla="*/ 1589103 w 1669002"/>
              <a:gd name="connsiteY6" fmla="*/ 230820 h 764715"/>
              <a:gd name="connsiteX7" fmla="*/ 1571348 w 1669002"/>
              <a:gd name="connsiteY7" fmla="*/ 284086 h 764715"/>
              <a:gd name="connsiteX8" fmla="*/ 1562470 w 1669002"/>
              <a:gd name="connsiteY8" fmla="*/ 310719 h 764715"/>
              <a:gd name="connsiteX9" fmla="*/ 1553592 w 1669002"/>
              <a:gd name="connsiteY9" fmla="*/ 337352 h 764715"/>
              <a:gd name="connsiteX10" fmla="*/ 1482571 w 1669002"/>
              <a:gd name="connsiteY10" fmla="*/ 426129 h 764715"/>
              <a:gd name="connsiteX11" fmla="*/ 1429305 w 1669002"/>
              <a:gd name="connsiteY11" fmla="*/ 461639 h 764715"/>
              <a:gd name="connsiteX12" fmla="*/ 1376039 w 1669002"/>
              <a:gd name="connsiteY12" fmla="*/ 488272 h 764715"/>
              <a:gd name="connsiteX13" fmla="*/ 1331650 w 1669002"/>
              <a:gd name="connsiteY13" fmla="*/ 514905 h 764715"/>
              <a:gd name="connsiteX14" fmla="*/ 1278384 w 1669002"/>
              <a:gd name="connsiteY14" fmla="*/ 550416 h 764715"/>
              <a:gd name="connsiteX15" fmla="*/ 1225118 w 1669002"/>
              <a:gd name="connsiteY15" fmla="*/ 568171 h 764715"/>
              <a:gd name="connsiteX16" fmla="*/ 1180730 w 1669002"/>
              <a:gd name="connsiteY16" fmla="*/ 594804 h 764715"/>
              <a:gd name="connsiteX17" fmla="*/ 1136342 w 1669002"/>
              <a:gd name="connsiteY17" fmla="*/ 621437 h 764715"/>
              <a:gd name="connsiteX18" fmla="*/ 1083076 w 1669002"/>
              <a:gd name="connsiteY18" fmla="*/ 656948 h 764715"/>
              <a:gd name="connsiteX19" fmla="*/ 1056443 w 1669002"/>
              <a:gd name="connsiteY19" fmla="*/ 674703 h 764715"/>
              <a:gd name="connsiteX20" fmla="*/ 1020932 w 1669002"/>
              <a:gd name="connsiteY20" fmla="*/ 683581 h 764715"/>
              <a:gd name="connsiteX21" fmla="*/ 967666 w 1669002"/>
              <a:gd name="connsiteY21" fmla="*/ 701336 h 764715"/>
              <a:gd name="connsiteX22" fmla="*/ 941033 w 1669002"/>
              <a:gd name="connsiteY22" fmla="*/ 710214 h 764715"/>
              <a:gd name="connsiteX23" fmla="*/ 870012 w 1669002"/>
              <a:gd name="connsiteY23" fmla="*/ 727969 h 764715"/>
              <a:gd name="connsiteX24" fmla="*/ 825623 w 1669002"/>
              <a:gd name="connsiteY24" fmla="*/ 736847 h 764715"/>
              <a:gd name="connsiteX25" fmla="*/ 727969 w 1669002"/>
              <a:gd name="connsiteY25" fmla="*/ 754602 h 764715"/>
              <a:gd name="connsiteX26" fmla="*/ 683581 w 1669002"/>
              <a:gd name="connsiteY26" fmla="*/ 763480 h 764715"/>
              <a:gd name="connsiteX27" fmla="*/ 0 w 1669002"/>
              <a:gd name="connsiteY27" fmla="*/ 763480 h 764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669002" h="764715">
                <a:moveTo>
                  <a:pt x="1669002" y="0"/>
                </a:moveTo>
                <a:cubicBezTo>
                  <a:pt x="1666043" y="14796"/>
                  <a:pt x="1664094" y="29831"/>
                  <a:pt x="1660124" y="44389"/>
                </a:cubicBezTo>
                <a:cubicBezTo>
                  <a:pt x="1655200" y="62445"/>
                  <a:pt x="1648287" y="79900"/>
                  <a:pt x="1642369" y="97655"/>
                </a:cubicBezTo>
                <a:lnTo>
                  <a:pt x="1624614" y="150921"/>
                </a:lnTo>
                <a:lnTo>
                  <a:pt x="1615736" y="177554"/>
                </a:lnTo>
                <a:cubicBezTo>
                  <a:pt x="1612777" y="186432"/>
                  <a:pt x="1612049" y="196401"/>
                  <a:pt x="1606858" y="204187"/>
                </a:cubicBezTo>
                <a:cubicBezTo>
                  <a:pt x="1600940" y="213065"/>
                  <a:pt x="1593436" y="221070"/>
                  <a:pt x="1589103" y="230820"/>
                </a:cubicBezTo>
                <a:cubicBezTo>
                  <a:pt x="1581502" y="247923"/>
                  <a:pt x="1577266" y="266331"/>
                  <a:pt x="1571348" y="284086"/>
                </a:cubicBezTo>
                <a:lnTo>
                  <a:pt x="1562470" y="310719"/>
                </a:lnTo>
                <a:cubicBezTo>
                  <a:pt x="1559511" y="319597"/>
                  <a:pt x="1558783" y="329566"/>
                  <a:pt x="1553592" y="337352"/>
                </a:cubicBezTo>
                <a:cubicBezTo>
                  <a:pt x="1534597" y="365845"/>
                  <a:pt x="1512931" y="405889"/>
                  <a:pt x="1482571" y="426129"/>
                </a:cubicBezTo>
                <a:cubicBezTo>
                  <a:pt x="1464816" y="437966"/>
                  <a:pt x="1444394" y="446550"/>
                  <a:pt x="1429305" y="461639"/>
                </a:cubicBezTo>
                <a:cubicBezTo>
                  <a:pt x="1402923" y="488023"/>
                  <a:pt x="1419670" y="477365"/>
                  <a:pt x="1376039" y="488272"/>
                </a:cubicBezTo>
                <a:cubicBezTo>
                  <a:pt x="1336202" y="528109"/>
                  <a:pt x="1383512" y="486093"/>
                  <a:pt x="1331650" y="514905"/>
                </a:cubicBezTo>
                <a:cubicBezTo>
                  <a:pt x="1312996" y="525268"/>
                  <a:pt x="1298628" y="543668"/>
                  <a:pt x="1278384" y="550416"/>
                </a:cubicBezTo>
                <a:lnTo>
                  <a:pt x="1225118" y="568171"/>
                </a:lnTo>
                <a:cubicBezTo>
                  <a:pt x="1180131" y="613161"/>
                  <a:pt x="1238352" y="560230"/>
                  <a:pt x="1180730" y="594804"/>
                </a:cubicBezTo>
                <a:cubicBezTo>
                  <a:pt x="1119800" y="631362"/>
                  <a:pt x="1211788" y="596290"/>
                  <a:pt x="1136342" y="621437"/>
                </a:cubicBezTo>
                <a:cubicBezTo>
                  <a:pt x="1104696" y="653083"/>
                  <a:pt x="1133238" y="628284"/>
                  <a:pt x="1083076" y="656948"/>
                </a:cubicBezTo>
                <a:cubicBezTo>
                  <a:pt x="1073812" y="662242"/>
                  <a:pt x="1066250" y="670500"/>
                  <a:pt x="1056443" y="674703"/>
                </a:cubicBezTo>
                <a:cubicBezTo>
                  <a:pt x="1045228" y="679509"/>
                  <a:pt x="1032619" y="680075"/>
                  <a:pt x="1020932" y="683581"/>
                </a:cubicBezTo>
                <a:cubicBezTo>
                  <a:pt x="1003006" y="688959"/>
                  <a:pt x="985421" y="695418"/>
                  <a:pt x="967666" y="701336"/>
                </a:cubicBezTo>
                <a:cubicBezTo>
                  <a:pt x="958788" y="704295"/>
                  <a:pt x="950209" y="708379"/>
                  <a:pt x="941033" y="710214"/>
                </a:cubicBezTo>
                <a:cubicBezTo>
                  <a:pt x="777413" y="742939"/>
                  <a:pt x="979213" y="700669"/>
                  <a:pt x="870012" y="727969"/>
                </a:cubicBezTo>
                <a:cubicBezTo>
                  <a:pt x="855373" y="731629"/>
                  <a:pt x="840262" y="733187"/>
                  <a:pt x="825623" y="736847"/>
                </a:cubicBezTo>
                <a:cubicBezTo>
                  <a:pt x="724209" y="762201"/>
                  <a:pt x="941225" y="721794"/>
                  <a:pt x="727969" y="754602"/>
                </a:cubicBezTo>
                <a:cubicBezTo>
                  <a:pt x="713055" y="756896"/>
                  <a:pt x="698669" y="763296"/>
                  <a:pt x="683581" y="763480"/>
                </a:cubicBezTo>
                <a:cubicBezTo>
                  <a:pt x="455738" y="766259"/>
                  <a:pt x="227860" y="763480"/>
                  <a:pt x="0" y="763480"/>
                </a:cubicBezTo>
              </a:path>
            </a:pathLst>
          </a:cu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5560694" y="3475976"/>
            <a:ext cx="147961" cy="151198"/>
          </a:xfrm>
          <a:prstGeom prst="ellipse">
            <a:avLst/>
          </a:prstGeom>
          <a:solidFill>
            <a:srgbClr val="66FFCC"/>
          </a:solidFill>
          <a:ln>
            <a:solidFill>
              <a:srgbClr val="66FF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6136851" y="2704475"/>
            <a:ext cx="190500" cy="199598"/>
          </a:xfrm>
          <a:prstGeom prst="ellipse">
            <a:avLst/>
          </a:prstGeom>
          <a:solidFill>
            <a:srgbClr val="66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37313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61" name="Shape 261"/>
          <p:cNvSpPr txBox="1"/>
          <p:nvPr/>
        </p:nvSpPr>
        <p:spPr>
          <a:xfrm>
            <a:off x="742950" y="277666"/>
            <a:ext cx="7886700" cy="610649"/>
          </a:xfrm>
          <a:prstGeom prst="rect">
            <a:avLst/>
          </a:prstGeom>
          <a:noFill/>
          <a:ln>
            <a:noFill/>
          </a:ln>
        </p:spPr>
        <p:txBody>
          <a:bodyPr lIns="68569" tIns="34275" rIns="68569" bIns="34275" anchor="ctr" anchorCtr="0">
            <a:noAutofit/>
          </a:bodyPr>
          <a:lstStyle/>
          <a:p>
            <a:pPr>
              <a:lnSpc>
                <a:spcPct val="90000"/>
              </a:lnSpc>
              <a:spcBef>
                <a:spcPts val="0"/>
              </a:spcBef>
              <a:buClr>
                <a:schemeClr val="dk1"/>
              </a:buClr>
              <a:buSzPct val="25000"/>
            </a:pPr>
            <a:r>
              <a:rPr lang="en-US" sz="3300" dirty="0">
                <a:solidFill>
                  <a:schemeClr val="dk2"/>
                </a:solidFill>
                <a:latin typeface="Calibri"/>
                <a:ea typeface="Calibri"/>
                <a:cs typeface="Calibri"/>
                <a:sym typeface="Calibri"/>
              </a:rPr>
              <a:t>Normal Anatomy: CN VII</a:t>
            </a:r>
          </a:p>
        </p:txBody>
      </p:sp>
      <p:pic>
        <p:nvPicPr>
          <p:cNvPr id="7" name="Content Placeholder 3"/>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a:stretch/>
        </p:blipFill>
        <p:spPr>
          <a:xfrm>
            <a:off x="742950" y="1123950"/>
            <a:ext cx="3086102" cy="2057400"/>
          </a:xfrm>
        </p:spPr>
      </p:pic>
      <p:sp>
        <p:nvSpPr>
          <p:cNvPr id="9" name="Oval 8"/>
          <p:cNvSpPr/>
          <p:nvPr/>
        </p:nvSpPr>
        <p:spPr>
          <a:xfrm>
            <a:off x="2298390" y="2389134"/>
            <a:ext cx="93626" cy="11071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2038905" y="2389133"/>
            <a:ext cx="93626" cy="11071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2359708" y="2159938"/>
            <a:ext cx="117093" cy="11000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5"/>
          <p:cNvSpPr/>
          <p:nvPr/>
        </p:nvSpPr>
        <p:spPr>
          <a:xfrm>
            <a:off x="2221696" y="2164515"/>
            <a:ext cx="619617" cy="371277"/>
          </a:xfrm>
          <a:custGeom>
            <a:avLst/>
            <a:gdLst>
              <a:gd name="connsiteX0" fmla="*/ 209550 w 806450"/>
              <a:gd name="connsiteY0" fmla="*/ 114300 h 514350"/>
              <a:gd name="connsiteX1" fmla="*/ 177800 w 806450"/>
              <a:gd name="connsiteY1" fmla="*/ 120650 h 514350"/>
              <a:gd name="connsiteX2" fmla="*/ 158750 w 806450"/>
              <a:gd name="connsiteY2" fmla="*/ 133350 h 514350"/>
              <a:gd name="connsiteX3" fmla="*/ 120650 w 806450"/>
              <a:gd name="connsiteY3" fmla="*/ 152400 h 514350"/>
              <a:gd name="connsiteX4" fmla="*/ 76200 w 806450"/>
              <a:gd name="connsiteY4" fmla="*/ 203200 h 514350"/>
              <a:gd name="connsiteX5" fmla="*/ 63500 w 806450"/>
              <a:gd name="connsiteY5" fmla="*/ 222250 h 514350"/>
              <a:gd name="connsiteX6" fmla="*/ 44450 w 806450"/>
              <a:gd name="connsiteY6" fmla="*/ 241300 h 514350"/>
              <a:gd name="connsiteX7" fmla="*/ 31750 w 806450"/>
              <a:gd name="connsiteY7" fmla="*/ 279400 h 514350"/>
              <a:gd name="connsiteX8" fmla="*/ 19050 w 806450"/>
              <a:gd name="connsiteY8" fmla="*/ 298450 h 514350"/>
              <a:gd name="connsiteX9" fmla="*/ 6350 w 806450"/>
              <a:gd name="connsiteY9" fmla="*/ 342900 h 514350"/>
              <a:gd name="connsiteX10" fmla="*/ 0 w 806450"/>
              <a:gd name="connsiteY10" fmla="*/ 361950 h 514350"/>
              <a:gd name="connsiteX11" fmla="*/ 6350 w 806450"/>
              <a:gd name="connsiteY11" fmla="*/ 476250 h 514350"/>
              <a:gd name="connsiteX12" fmla="*/ 57150 w 806450"/>
              <a:gd name="connsiteY12" fmla="*/ 508000 h 514350"/>
              <a:gd name="connsiteX13" fmla="*/ 76200 w 806450"/>
              <a:gd name="connsiteY13" fmla="*/ 514350 h 514350"/>
              <a:gd name="connsiteX14" fmla="*/ 196850 w 806450"/>
              <a:gd name="connsiteY14" fmla="*/ 501650 h 514350"/>
              <a:gd name="connsiteX15" fmla="*/ 234950 w 806450"/>
              <a:gd name="connsiteY15" fmla="*/ 488950 h 514350"/>
              <a:gd name="connsiteX16" fmla="*/ 254000 w 806450"/>
              <a:gd name="connsiteY16" fmla="*/ 469900 h 514350"/>
              <a:gd name="connsiteX17" fmla="*/ 273050 w 806450"/>
              <a:gd name="connsiteY17" fmla="*/ 457200 h 514350"/>
              <a:gd name="connsiteX18" fmla="*/ 304800 w 806450"/>
              <a:gd name="connsiteY18" fmla="*/ 425450 h 514350"/>
              <a:gd name="connsiteX19" fmla="*/ 317500 w 806450"/>
              <a:gd name="connsiteY19" fmla="*/ 406400 h 514350"/>
              <a:gd name="connsiteX20" fmla="*/ 336550 w 806450"/>
              <a:gd name="connsiteY20" fmla="*/ 393700 h 514350"/>
              <a:gd name="connsiteX21" fmla="*/ 381000 w 806450"/>
              <a:gd name="connsiteY21" fmla="*/ 349250 h 514350"/>
              <a:gd name="connsiteX22" fmla="*/ 400050 w 806450"/>
              <a:gd name="connsiteY22" fmla="*/ 330200 h 514350"/>
              <a:gd name="connsiteX23" fmla="*/ 425450 w 806450"/>
              <a:gd name="connsiteY23" fmla="*/ 311150 h 514350"/>
              <a:gd name="connsiteX24" fmla="*/ 457200 w 806450"/>
              <a:gd name="connsiteY24" fmla="*/ 279400 h 514350"/>
              <a:gd name="connsiteX25" fmla="*/ 482600 w 806450"/>
              <a:gd name="connsiteY25" fmla="*/ 241300 h 514350"/>
              <a:gd name="connsiteX26" fmla="*/ 539750 w 806450"/>
              <a:gd name="connsiteY26" fmla="*/ 190500 h 514350"/>
              <a:gd name="connsiteX27" fmla="*/ 571500 w 806450"/>
              <a:gd name="connsiteY27" fmla="*/ 165100 h 514350"/>
              <a:gd name="connsiteX28" fmla="*/ 609600 w 806450"/>
              <a:gd name="connsiteY28" fmla="*/ 139700 h 514350"/>
              <a:gd name="connsiteX29" fmla="*/ 647700 w 806450"/>
              <a:gd name="connsiteY29" fmla="*/ 120650 h 514350"/>
              <a:gd name="connsiteX30" fmla="*/ 660400 w 806450"/>
              <a:gd name="connsiteY30" fmla="*/ 101600 h 514350"/>
              <a:gd name="connsiteX31" fmla="*/ 698500 w 806450"/>
              <a:gd name="connsiteY31" fmla="*/ 76200 h 514350"/>
              <a:gd name="connsiteX32" fmla="*/ 711200 w 806450"/>
              <a:gd name="connsiteY32" fmla="*/ 57150 h 514350"/>
              <a:gd name="connsiteX33" fmla="*/ 768350 w 806450"/>
              <a:gd name="connsiteY33" fmla="*/ 19050 h 514350"/>
              <a:gd name="connsiteX34" fmla="*/ 787400 w 806450"/>
              <a:gd name="connsiteY34" fmla="*/ 6350 h 514350"/>
              <a:gd name="connsiteX35" fmla="*/ 806450 w 806450"/>
              <a:gd name="connsiteY35" fmla="*/ 0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06450" h="514350">
                <a:moveTo>
                  <a:pt x="209550" y="114300"/>
                </a:moveTo>
                <a:cubicBezTo>
                  <a:pt x="198967" y="116417"/>
                  <a:pt x="187906" y="116860"/>
                  <a:pt x="177800" y="120650"/>
                </a:cubicBezTo>
                <a:cubicBezTo>
                  <a:pt x="170654" y="123330"/>
                  <a:pt x="165576" y="129937"/>
                  <a:pt x="158750" y="133350"/>
                </a:cubicBezTo>
                <a:cubicBezTo>
                  <a:pt x="106170" y="159640"/>
                  <a:pt x="175245" y="116004"/>
                  <a:pt x="120650" y="152400"/>
                </a:cubicBezTo>
                <a:cubicBezTo>
                  <a:pt x="91017" y="196850"/>
                  <a:pt x="107950" y="182033"/>
                  <a:pt x="76200" y="203200"/>
                </a:cubicBezTo>
                <a:cubicBezTo>
                  <a:pt x="71967" y="209550"/>
                  <a:pt x="68386" y="216387"/>
                  <a:pt x="63500" y="222250"/>
                </a:cubicBezTo>
                <a:cubicBezTo>
                  <a:pt x="57751" y="229149"/>
                  <a:pt x="48811" y="233450"/>
                  <a:pt x="44450" y="241300"/>
                </a:cubicBezTo>
                <a:cubicBezTo>
                  <a:pt x="37949" y="253002"/>
                  <a:pt x="39176" y="268261"/>
                  <a:pt x="31750" y="279400"/>
                </a:cubicBezTo>
                <a:cubicBezTo>
                  <a:pt x="27517" y="285750"/>
                  <a:pt x="22463" y="291624"/>
                  <a:pt x="19050" y="298450"/>
                </a:cubicBezTo>
                <a:cubicBezTo>
                  <a:pt x="13975" y="308600"/>
                  <a:pt x="9063" y="333405"/>
                  <a:pt x="6350" y="342900"/>
                </a:cubicBezTo>
                <a:cubicBezTo>
                  <a:pt x="4511" y="349336"/>
                  <a:pt x="2117" y="355600"/>
                  <a:pt x="0" y="361950"/>
                </a:cubicBezTo>
                <a:cubicBezTo>
                  <a:pt x="2117" y="400050"/>
                  <a:pt x="954" y="438475"/>
                  <a:pt x="6350" y="476250"/>
                </a:cubicBezTo>
                <a:cubicBezTo>
                  <a:pt x="9872" y="500904"/>
                  <a:pt x="40935" y="502595"/>
                  <a:pt x="57150" y="508000"/>
                </a:cubicBezTo>
                <a:lnTo>
                  <a:pt x="76200" y="514350"/>
                </a:lnTo>
                <a:cubicBezTo>
                  <a:pt x="115319" y="511556"/>
                  <a:pt x="157964" y="512255"/>
                  <a:pt x="196850" y="501650"/>
                </a:cubicBezTo>
                <a:cubicBezTo>
                  <a:pt x="209765" y="498128"/>
                  <a:pt x="234950" y="488950"/>
                  <a:pt x="234950" y="488950"/>
                </a:cubicBezTo>
                <a:cubicBezTo>
                  <a:pt x="241300" y="482600"/>
                  <a:pt x="247101" y="475649"/>
                  <a:pt x="254000" y="469900"/>
                </a:cubicBezTo>
                <a:cubicBezTo>
                  <a:pt x="259863" y="465014"/>
                  <a:pt x="267654" y="462596"/>
                  <a:pt x="273050" y="457200"/>
                </a:cubicBezTo>
                <a:cubicBezTo>
                  <a:pt x="315383" y="414867"/>
                  <a:pt x="254000" y="459317"/>
                  <a:pt x="304800" y="425450"/>
                </a:cubicBezTo>
                <a:cubicBezTo>
                  <a:pt x="309033" y="419100"/>
                  <a:pt x="312104" y="411796"/>
                  <a:pt x="317500" y="406400"/>
                </a:cubicBezTo>
                <a:cubicBezTo>
                  <a:pt x="322896" y="401004"/>
                  <a:pt x="331524" y="399443"/>
                  <a:pt x="336550" y="393700"/>
                </a:cubicBezTo>
                <a:cubicBezTo>
                  <a:pt x="378507" y="345749"/>
                  <a:pt x="341837" y="362304"/>
                  <a:pt x="381000" y="349250"/>
                </a:cubicBezTo>
                <a:cubicBezTo>
                  <a:pt x="387350" y="342900"/>
                  <a:pt x="393232" y="336044"/>
                  <a:pt x="400050" y="330200"/>
                </a:cubicBezTo>
                <a:cubicBezTo>
                  <a:pt x="408085" y="323312"/>
                  <a:pt x="417966" y="318634"/>
                  <a:pt x="425450" y="311150"/>
                </a:cubicBezTo>
                <a:cubicBezTo>
                  <a:pt x="467783" y="268817"/>
                  <a:pt x="406400" y="313267"/>
                  <a:pt x="457200" y="279400"/>
                </a:cubicBezTo>
                <a:cubicBezTo>
                  <a:pt x="465667" y="266700"/>
                  <a:pt x="471807" y="252093"/>
                  <a:pt x="482600" y="241300"/>
                </a:cubicBezTo>
                <a:cubicBezTo>
                  <a:pt x="526096" y="197804"/>
                  <a:pt x="505756" y="213163"/>
                  <a:pt x="539750" y="190500"/>
                </a:cubicBezTo>
                <a:cubicBezTo>
                  <a:pt x="563216" y="155301"/>
                  <a:pt x="539024" y="183142"/>
                  <a:pt x="571500" y="165100"/>
                </a:cubicBezTo>
                <a:cubicBezTo>
                  <a:pt x="584843" y="157687"/>
                  <a:pt x="595120" y="144527"/>
                  <a:pt x="609600" y="139700"/>
                </a:cubicBezTo>
                <a:cubicBezTo>
                  <a:pt x="635890" y="130937"/>
                  <a:pt x="623081" y="137063"/>
                  <a:pt x="647700" y="120650"/>
                </a:cubicBezTo>
                <a:cubicBezTo>
                  <a:pt x="651933" y="114300"/>
                  <a:pt x="654657" y="106626"/>
                  <a:pt x="660400" y="101600"/>
                </a:cubicBezTo>
                <a:cubicBezTo>
                  <a:pt x="671887" y="91549"/>
                  <a:pt x="698500" y="76200"/>
                  <a:pt x="698500" y="76200"/>
                </a:cubicBezTo>
                <a:cubicBezTo>
                  <a:pt x="702733" y="69850"/>
                  <a:pt x="705457" y="62176"/>
                  <a:pt x="711200" y="57150"/>
                </a:cubicBezTo>
                <a:lnTo>
                  <a:pt x="768350" y="19050"/>
                </a:lnTo>
                <a:cubicBezTo>
                  <a:pt x="774700" y="14817"/>
                  <a:pt x="780160" y="8763"/>
                  <a:pt x="787400" y="6350"/>
                </a:cubicBezTo>
                <a:lnTo>
                  <a:pt x="806450" y="0"/>
                </a:ln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833595" y="2114549"/>
            <a:ext cx="290604" cy="57050"/>
          </a:xfrm>
          <a:custGeom>
            <a:avLst/>
            <a:gdLst>
              <a:gd name="connsiteX0" fmla="*/ 0 w 378230"/>
              <a:gd name="connsiteY0" fmla="*/ 79035 h 79035"/>
              <a:gd name="connsiteX1" fmla="*/ 20782 w 378230"/>
              <a:gd name="connsiteY1" fmla="*/ 62409 h 79035"/>
              <a:gd name="connsiteX2" fmla="*/ 33251 w 378230"/>
              <a:gd name="connsiteY2" fmla="*/ 54096 h 79035"/>
              <a:gd name="connsiteX3" fmla="*/ 45720 w 378230"/>
              <a:gd name="connsiteY3" fmla="*/ 41627 h 79035"/>
              <a:gd name="connsiteX4" fmla="*/ 78971 w 378230"/>
              <a:gd name="connsiteY4" fmla="*/ 37471 h 79035"/>
              <a:gd name="connsiteX5" fmla="*/ 120535 w 378230"/>
              <a:gd name="connsiteY5" fmla="*/ 25002 h 79035"/>
              <a:gd name="connsiteX6" fmla="*/ 187037 w 378230"/>
              <a:gd name="connsiteY6" fmla="*/ 20846 h 79035"/>
              <a:gd name="connsiteX7" fmla="*/ 211975 w 378230"/>
              <a:gd name="connsiteY7" fmla="*/ 12533 h 79035"/>
              <a:gd name="connsiteX8" fmla="*/ 315884 w 378230"/>
              <a:gd name="connsiteY8" fmla="*/ 4220 h 79035"/>
              <a:gd name="connsiteX9" fmla="*/ 378230 w 378230"/>
              <a:gd name="connsiteY9" fmla="*/ 64 h 79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8230" h="79035">
                <a:moveTo>
                  <a:pt x="0" y="79035"/>
                </a:moveTo>
                <a:cubicBezTo>
                  <a:pt x="6927" y="73493"/>
                  <a:pt x="13685" y="67732"/>
                  <a:pt x="20782" y="62409"/>
                </a:cubicBezTo>
                <a:cubicBezTo>
                  <a:pt x="24778" y="59412"/>
                  <a:pt x="29413" y="57294"/>
                  <a:pt x="33251" y="54096"/>
                </a:cubicBezTo>
                <a:cubicBezTo>
                  <a:pt x="37767" y="50333"/>
                  <a:pt x="40196" y="43636"/>
                  <a:pt x="45720" y="41627"/>
                </a:cubicBezTo>
                <a:cubicBezTo>
                  <a:pt x="56217" y="37810"/>
                  <a:pt x="67887" y="38856"/>
                  <a:pt x="78971" y="37471"/>
                </a:cubicBezTo>
                <a:cubicBezTo>
                  <a:pt x="84553" y="35610"/>
                  <a:pt x="111560" y="25899"/>
                  <a:pt x="120535" y="25002"/>
                </a:cubicBezTo>
                <a:cubicBezTo>
                  <a:pt x="142635" y="22792"/>
                  <a:pt x="164870" y="22231"/>
                  <a:pt x="187037" y="20846"/>
                </a:cubicBezTo>
                <a:cubicBezTo>
                  <a:pt x="195350" y="18075"/>
                  <a:pt x="203266" y="13501"/>
                  <a:pt x="211975" y="12533"/>
                </a:cubicBezTo>
                <a:cubicBezTo>
                  <a:pt x="296543" y="3135"/>
                  <a:pt x="192449" y="14094"/>
                  <a:pt x="315884" y="4220"/>
                </a:cubicBezTo>
                <a:cubicBezTo>
                  <a:pt x="379314" y="-854"/>
                  <a:pt x="328977" y="64"/>
                  <a:pt x="378230" y="64"/>
                </a:cubicBezTo>
              </a:path>
            </a:pathLst>
          </a:cu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p:cNvGrpSpPr/>
          <p:nvPr/>
        </p:nvGrpSpPr>
        <p:grpSpPr>
          <a:xfrm>
            <a:off x="4042548" y="1117305"/>
            <a:ext cx="3425052" cy="2064045"/>
            <a:chOff x="5232431" y="1750049"/>
            <a:chExt cx="3615168" cy="2368560"/>
          </a:xfrm>
        </p:grpSpPr>
        <p:pic>
          <p:nvPicPr>
            <p:cNvPr id="13" name="Content Placeholder 3"/>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bwMode="auto">
            <a:xfrm>
              <a:off x="5232431" y="1750049"/>
              <a:ext cx="3615168" cy="2368560"/>
            </a:xfrm>
            <a:prstGeom prst="rect">
              <a:avLst/>
            </a:prstGeom>
            <a:noFill/>
            <a:ln w="9525">
              <a:noFill/>
              <a:miter lim="800000"/>
              <a:headEnd/>
              <a:tailEnd/>
            </a:ln>
          </p:spPr>
        </p:pic>
        <p:sp>
          <p:nvSpPr>
            <p:cNvPr id="10" name="Freeform 9"/>
            <p:cNvSpPr/>
            <p:nvPr/>
          </p:nvSpPr>
          <p:spPr>
            <a:xfrm>
              <a:off x="7776376" y="2957046"/>
              <a:ext cx="182880" cy="16742"/>
            </a:xfrm>
            <a:custGeom>
              <a:avLst/>
              <a:gdLst>
                <a:gd name="connsiteX0" fmla="*/ 0 w 182880"/>
                <a:gd name="connsiteY0" fmla="*/ 16742 h 16742"/>
                <a:gd name="connsiteX1" fmla="*/ 71561 w 182880"/>
                <a:gd name="connsiteY1" fmla="*/ 8791 h 16742"/>
                <a:gd name="connsiteX2" fmla="*/ 103367 w 182880"/>
                <a:gd name="connsiteY2" fmla="*/ 839 h 16742"/>
                <a:gd name="connsiteX3" fmla="*/ 182880 w 182880"/>
                <a:gd name="connsiteY3" fmla="*/ 839 h 16742"/>
              </a:gdLst>
              <a:ahLst/>
              <a:cxnLst>
                <a:cxn ang="0">
                  <a:pos x="connsiteX0" y="connsiteY0"/>
                </a:cxn>
                <a:cxn ang="0">
                  <a:pos x="connsiteX1" y="connsiteY1"/>
                </a:cxn>
                <a:cxn ang="0">
                  <a:pos x="connsiteX2" y="connsiteY2"/>
                </a:cxn>
                <a:cxn ang="0">
                  <a:pos x="connsiteX3" y="connsiteY3"/>
                </a:cxn>
              </a:cxnLst>
              <a:rect l="l" t="t" r="r" b="b"/>
              <a:pathLst>
                <a:path w="182880" h="16742">
                  <a:moveTo>
                    <a:pt x="0" y="16742"/>
                  </a:moveTo>
                  <a:cubicBezTo>
                    <a:pt x="23854" y="14092"/>
                    <a:pt x="47840" y="12441"/>
                    <a:pt x="71561" y="8791"/>
                  </a:cubicBezTo>
                  <a:cubicBezTo>
                    <a:pt x="82362" y="7129"/>
                    <a:pt x="92466" y="1618"/>
                    <a:pt x="103367" y="839"/>
                  </a:cubicBezTo>
                  <a:cubicBezTo>
                    <a:pt x="129804" y="-1050"/>
                    <a:pt x="156376" y="839"/>
                    <a:pt x="182880" y="839"/>
                  </a:cubicBezTo>
                </a:path>
              </a:pathLst>
            </a:cu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7" name="Content Placeholder 3"/>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bwMode="auto">
          <a:xfrm>
            <a:off x="742950" y="3217037"/>
            <a:ext cx="3086102" cy="1832374"/>
          </a:xfrm>
          <a:prstGeom prst="rect">
            <a:avLst/>
          </a:prstGeom>
          <a:noFill/>
          <a:ln w="9525">
            <a:noFill/>
            <a:miter lim="800000"/>
            <a:headEnd/>
            <a:tailEnd/>
          </a:ln>
        </p:spPr>
      </p:pic>
      <p:sp>
        <p:nvSpPr>
          <p:cNvPr id="16" name="Freeform 15"/>
          <p:cNvSpPr/>
          <p:nvPr/>
        </p:nvSpPr>
        <p:spPr>
          <a:xfrm>
            <a:off x="3036047" y="3902635"/>
            <a:ext cx="101600" cy="35859"/>
          </a:xfrm>
          <a:custGeom>
            <a:avLst/>
            <a:gdLst>
              <a:gd name="connsiteX0" fmla="*/ 0 w 101600"/>
              <a:gd name="connsiteY0" fmla="*/ 35859 h 35859"/>
              <a:gd name="connsiteX1" fmla="*/ 65741 w 101600"/>
              <a:gd name="connsiteY1" fmla="*/ 17930 h 35859"/>
              <a:gd name="connsiteX2" fmla="*/ 83671 w 101600"/>
              <a:gd name="connsiteY2" fmla="*/ 11953 h 35859"/>
              <a:gd name="connsiteX3" fmla="*/ 101600 w 101600"/>
              <a:gd name="connsiteY3" fmla="*/ 0 h 35859"/>
            </a:gdLst>
            <a:ahLst/>
            <a:cxnLst>
              <a:cxn ang="0">
                <a:pos x="connsiteX0" y="connsiteY0"/>
              </a:cxn>
              <a:cxn ang="0">
                <a:pos x="connsiteX1" y="connsiteY1"/>
              </a:cxn>
              <a:cxn ang="0">
                <a:pos x="connsiteX2" y="connsiteY2"/>
              </a:cxn>
              <a:cxn ang="0">
                <a:pos x="connsiteX3" y="connsiteY3"/>
              </a:cxn>
            </a:cxnLst>
            <a:rect l="l" t="t" r="r" b="b"/>
            <a:pathLst>
              <a:path w="101600" h="35859">
                <a:moveTo>
                  <a:pt x="0" y="35859"/>
                </a:moveTo>
                <a:cubicBezTo>
                  <a:pt x="53984" y="14265"/>
                  <a:pt x="4785" y="31476"/>
                  <a:pt x="65741" y="17930"/>
                </a:cubicBezTo>
                <a:cubicBezTo>
                  <a:pt x="71891" y="16563"/>
                  <a:pt x="78036" y="14771"/>
                  <a:pt x="83671" y="11953"/>
                </a:cubicBezTo>
                <a:cubicBezTo>
                  <a:pt x="90095" y="8741"/>
                  <a:pt x="101600" y="0"/>
                  <a:pt x="101600" y="0"/>
                </a:cubicBezTo>
              </a:path>
            </a:pathLst>
          </a:cu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1038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CN VII:  Intracranial course</a:t>
            </a:r>
          </a:p>
        </p:txBody>
      </p:sp>
      <p:grpSp>
        <p:nvGrpSpPr>
          <p:cNvPr id="12" name="Group 11"/>
          <p:cNvGrpSpPr/>
          <p:nvPr/>
        </p:nvGrpSpPr>
        <p:grpSpPr>
          <a:xfrm>
            <a:off x="990600" y="1504950"/>
            <a:ext cx="2895600" cy="2286000"/>
            <a:chOff x="990600" y="1504950"/>
            <a:chExt cx="2895600" cy="2286000"/>
          </a:xfrm>
        </p:grpSpPr>
        <p:pic>
          <p:nvPicPr>
            <p:cNvPr id="3" name="Picture 2"/>
            <p:cNvPicPr/>
            <p:nvPr/>
          </p:nvPicPr>
          <p:blipFill rotWithShape="1">
            <a:blip r:embed="rId3" cstate="print">
              <a:extLst>
                <a:ext uri="{28A0092B-C50C-407E-A947-70E740481C1C}">
                  <a14:useLocalDpi xmlns:a14="http://schemas.microsoft.com/office/drawing/2010/main" val="0"/>
                </a:ext>
              </a:extLst>
            </a:blip>
            <a:srcRect/>
            <a:stretch/>
          </p:blipFill>
          <p:spPr>
            <a:xfrm>
              <a:off x="990600" y="1504950"/>
              <a:ext cx="2895600" cy="2286000"/>
            </a:xfrm>
            <a:prstGeom prst="rect">
              <a:avLst/>
            </a:prstGeom>
          </p:spPr>
        </p:pic>
        <p:sp>
          <p:nvSpPr>
            <p:cNvPr id="5" name="Freeform 4"/>
            <p:cNvSpPr/>
            <p:nvPr/>
          </p:nvSpPr>
          <p:spPr>
            <a:xfrm>
              <a:off x="998113" y="2814034"/>
              <a:ext cx="689019" cy="218941"/>
            </a:xfrm>
            <a:custGeom>
              <a:avLst/>
              <a:gdLst>
                <a:gd name="connsiteX0" fmla="*/ 0 w 689019"/>
                <a:gd name="connsiteY0" fmla="*/ 218941 h 218941"/>
                <a:gd name="connsiteX1" fmla="*/ 32197 w 689019"/>
                <a:gd name="connsiteY1" fmla="*/ 206062 h 218941"/>
                <a:gd name="connsiteX2" fmla="*/ 51515 w 689019"/>
                <a:gd name="connsiteY2" fmla="*/ 199622 h 218941"/>
                <a:gd name="connsiteX3" fmla="*/ 70833 w 689019"/>
                <a:gd name="connsiteY3" fmla="*/ 186743 h 218941"/>
                <a:gd name="connsiteX4" fmla="*/ 109470 w 689019"/>
                <a:gd name="connsiteY4" fmla="*/ 173865 h 218941"/>
                <a:gd name="connsiteX5" fmla="*/ 128788 w 689019"/>
                <a:gd name="connsiteY5" fmla="*/ 167425 h 218941"/>
                <a:gd name="connsiteX6" fmla="*/ 186743 w 689019"/>
                <a:gd name="connsiteY6" fmla="*/ 148107 h 218941"/>
                <a:gd name="connsiteX7" fmla="*/ 225380 w 689019"/>
                <a:gd name="connsiteY7" fmla="*/ 135228 h 218941"/>
                <a:gd name="connsiteX8" fmla="*/ 251138 w 689019"/>
                <a:gd name="connsiteY8" fmla="*/ 128789 h 218941"/>
                <a:gd name="connsiteX9" fmla="*/ 270456 w 689019"/>
                <a:gd name="connsiteY9" fmla="*/ 115910 h 218941"/>
                <a:gd name="connsiteX10" fmla="*/ 341290 w 689019"/>
                <a:gd name="connsiteY10" fmla="*/ 103031 h 218941"/>
                <a:gd name="connsiteX11" fmla="*/ 437881 w 689019"/>
                <a:gd name="connsiteY11" fmla="*/ 90152 h 218941"/>
                <a:gd name="connsiteX12" fmla="*/ 482957 w 689019"/>
                <a:gd name="connsiteY12" fmla="*/ 77273 h 218941"/>
                <a:gd name="connsiteX13" fmla="*/ 515155 w 689019"/>
                <a:gd name="connsiteY13" fmla="*/ 70834 h 218941"/>
                <a:gd name="connsiteX14" fmla="*/ 534473 w 689019"/>
                <a:gd name="connsiteY14" fmla="*/ 64394 h 218941"/>
                <a:gd name="connsiteX15" fmla="*/ 566670 w 689019"/>
                <a:gd name="connsiteY15" fmla="*/ 57955 h 218941"/>
                <a:gd name="connsiteX16" fmla="*/ 605307 w 689019"/>
                <a:gd name="connsiteY16" fmla="*/ 45076 h 218941"/>
                <a:gd name="connsiteX17" fmla="*/ 624625 w 689019"/>
                <a:gd name="connsiteY17" fmla="*/ 32197 h 218941"/>
                <a:gd name="connsiteX18" fmla="*/ 682580 w 689019"/>
                <a:gd name="connsiteY18" fmla="*/ 6439 h 218941"/>
                <a:gd name="connsiteX19" fmla="*/ 689019 w 689019"/>
                <a:gd name="connsiteY19" fmla="*/ 0 h 218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89019" h="218941">
                  <a:moveTo>
                    <a:pt x="0" y="218941"/>
                  </a:moveTo>
                  <a:cubicBezTo>
                    <a:pt x="10732" y="214648"/>
                    <a:pt x="21374" y="210121"/>
                    <a:pt x="32197" y="206062"/>
                  </a:cubicBezTo>
                  <a:cubicBezTo>
                    <a:pt x="38553" y="203679"/>
                    <a:pt x="45444" y="202658"/>
                    <a:pt x="51515" y="199622"/>
                  </a:cubicBezTo>
                  <a:cubicBezTo>
                    <a:pt x="58437" y="196161"/>
                    <a:pt x="63761" y="189886"/>
                    <a:pt x="70833" y="186743"/>
                  </a:cubicBezTo>
                  <a:cubicBezTo>
                    <a:pt x="83239" y="181230"/>
                    <a:pt x="96591" y="178158"/>
                    <a:pt x="109470" y="173865"/>
                  </a:cubicBezTo>
                  <a:lnTo>
                    <a:pt x="128788" y="167425"/>
                  </a:lnTo>
                  <a:lnTo>
                    <a:pt x="186743" y="148107"/>
                  </a:lnTo>
                  <a:cubicBezTo>
                    <a:pt x="186753" y="148104"/>
                    <a:pt x="225369" y="135231"/>
                    <a:pt x="225380" y="135228"/>
                  </a:cubicBezTo>
                  <a:lnTo>
                    <a:pt x="251138" y="128789"/>
                  </a:lnTo>
                  <a:cubicBezTo>
                    <a:pt x="257577" y="124496"/>
                    <a:pt x="263343" y="118959"/>
                    <a:pt x="270456" y="115910"/>
                  </a:cubicBezTo>
                  <a:cubicBezTo>
                    <a:pt x="286194" y="109165"/>
                    <a:pt x="329889" y="104931"/>
                    <a:pt x="341290" y="103031"/>
                  </a:cubicBezTo>
                  <a:cubicBezTo>
                    <a:pt x="421324" y="89692"/>
                    <a:pt x="310003" y="102939"/>
                    <a:pt x="437881" y="90152"/>
                  </a:cubicBezTo>
                  <a:cubicBezTo>
                    <a:pt x="459394" y="82980"/>
                    <a:pt x="458699" y="82663"/>
                    <a:pt x="482957" y="77273"/>
                  </a:cubicBezTo>
                  <a:cubicBezTo>
                    <a:pt x="493642" y="74899"/>
                    <a:pt x="504537" y="73489"/>
                    <a:pt x="515155" y="70834"/>
                  </a:cubicBezTo>
                  <a:cubicBezTo>
                    <a:pt x="521740" y="69188"/>
                    <a:pt x="527888" y="66040"/>
                    <a:pt x="534473" y="64394"/>
                  </a:cubicBezTo>
                  <a:cubicBezTo>
                    <a:pt x="545091" y="61739"/>
                    <a:pt x="556111" y="60835"/>
                    <a:pt x="566670" y="57955"/>
                  </a:cubicBezTo>
                  <a:cubicBezTo>
                    <a:pt x="579767" y="54383"/>
                    <a:pt x="605307" y="45076"/>
                    <a:pt x="605307" y="45076"/>
                  </a:cubicBezTo>
                  <a:cubicBezTo>
                    <a:pt x="611746" y="40783"/>
                    <a:pt x="617553" y="35340"/>
                    <a:pt x="624625" y="32197"/>
                  </a:cubicBezTo>
                  <a:cubicBezTo>
                    <a:pt x="672680" y="10839"/>
                    <a:pt x="650783" y="30287"/>
                    <a:pt x="682580" y="6439"/>
                  </a:cubicBezTo>
                  <a:cubicBezTo>
                    <a:pt x="685008" y="4618"/>
                    <a:pt x="686873" y="2146"/>
                    <a:pt x="689019" y="0"/>
                  </a:cubicBezTo>
                </a:path>
              </a:pathLst>
            </a:cu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p:cNvSpPr/>
            <p:nvPr/>
          </p:nvSpPr>
          <p:spPr>
            <a:xfrm>
              <a:off x="1687132" y="2543577"/>
              <a:ext cx="418564" cy="270457"/>
            </a:xfrm>
            <a:custGeom>
              <a:avLst/>
              <a:gdLst>
                <a:gd name="connsiteX0" fmla="*/ 0 w 418564"/>
                <a:gd name="connsiteY0" fmla="*/ 270457 h 270457"/>
                <a:gd name="connsiteX1" fmla="*/ 32198 w 418564"/>
                <a:gd name="connsiteY1" fmla="*/ 264017 h 270457"/>
                <a:gd name="connsiteX2" fmla="*/ 51516 w 418564"/>
                <a:gd name="connsiteY2" fmla="*/ 244699 h 270457"/>
                <a:gd name="connsiteX3" fmla="*/ 77274 w 418564"/>
                <a:gd name="connsiteY3" fmla="*/ 231820 h 270457"/>
                <a:gd name="connsiteX4" fmla="*/ 103031 w 418564"/>
                <a:gd name="connsiteY4" fmla="*/ 225381 h 270457"/>
                <a:gd name="connsiteX5" fmla="*/ 141668 w 418564"/>
                <a:gd name="connsiteY5" fmla="*/ 212502 h 270457"/>
                <a:gd name="connsiteX6" fmla="*/ 160986 w 418564"/>
                <a:gd name="connsiteY6" fmla="*/ 206062 h 270457"/>
                <a:gd name="connsiteX7" fmla="*/ 206062 w 418564"/>
                <a:gd name="connsiteY7" fmla="*/ 180305 h 270457"/>
                <a:gd name="connsiteX8" fmla="*/ 225381 w 418564"/>
                <a:gd name="connsiteY8" fmla="*/ 173865 h 270457"/>
                <a:gd name="connsiteX9" fmla="*/ 283336 w 418564"/>
                <a:gd name="connsiteY9" fmla="*/ 154547 h 270457"/>
                <a:gd name="connsiteX10" fmla="*/ 347730 w 418564"/>
                <a:gd name="connsiteY10" fmla="*/ 109471 h 270457"/>
                <a:gd name="connsiteX11" fmla="*/ 360609 w 418564"/>
                <a:gd name="connsiteY11" fmla="*/ 83713 h 270457"/>
                <a:gd name="connsiteX12" fmla="*/ 379927 w 418564"/>
                <a:gd name="connsiteY12" fmla="*/ 64395 h 270457"/>
                <a:gd name="connsiteX13" fmla="*/ 392806 w 418564"/>
                <a:gd name="connsiteY13" fmla="*/ 25758 h 270457"/>
                <a:gd name="connsiteX14" fmla="*/ 418564 w 418564"/>
                <a:gd name="connsiteY14" fmla="*/ 0 h 270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8564" h="270457">
                  <a:moveTo>
                    <a:pt x="0" y="270457"/>
                  </a:moveTo>
                  <a:cubicBezTo>
                    <a:pt x="10733" y="268310"/>
                    <a:pt x="22408" y="268912"/>
                    <a:pt x="32198" y="264017"/>
                  </a:cubicBezTo>
                  <a:cubicBezTo>
                    <a:pt x="40343" y="259944"/>
                    <a:pt x="44106" y="249992"/>
                    <a:pt x="51516" y="244699"/>
                  </a:cubicBezTo>
                  <a:cubicBezTo>
                    <a:pt x="59327" y="239119"/>
                    <a:pt x="68286" y="235191"/>
                    <a:pt x="77274" y="231820"/>
                  </a:cubicBezTo>
                  <a:cubicBezTo>
                    <a:pt x="85560" y="228713"/>
                    <a:pt x="94554" y="227924"/>
                    <a:pt x="103031" y="225381"/>
                  </a:cubicBezTo>
                  <a:cubicBezTo>
                    <a:pt x="116034" y="221480"/>
                    <a:pt x="128789" y="216795"/>
                    <a:pt x="141668" y="212502"/>
                  </a:cubicBezTo>
                  <a:cubicBezTo>
                    <a:pt x="148107" y="210355"/>
                    <a:pt x="155338" y="209827"/>
                    <a:pt x="160986" y="206062"/>
                  </a:cubicBezTo>
                  <a:cubicBezTo>
                    <a:pt x="180385" y="193131"/>
                    <a:pt x="183191" y="190107"/>
                    <a:pt x="206062" y="180305"/>
                  </a:cubicBezTo>
                  <a:cubicBezTo>
                    <a:pt x="212301" y="177631"/>
                    <a:pt x="219142" y="176539"/>
                    <a:pt x="225381" y="173865"/>
                  </a:cubicBezTo>
                  <a:cubicBezTo>
                    <a:pt x="272035" y="153870"/>
                    <a:pt x="229061" y="165401"/>
                    <a:pt x="283336" y="154547"/>
                  </a:cubicBezTo>
                  <a:cubicBezTo>
                    <a:pt x="330902" y="122836"/>
                    <a:pt x="309589" y="138076"/>
                    <a:pt x="347730" y="109471"/>
                  </a:cubicBezTo>
                  <a:cubicBezTo>
                    <a:pt x="352023" y="100885"/>
                    <a:pt x="355029" y="91524"/>
                    <a:pt x="360609" y="83713"/>
                  </a:cubicBezTo>
                  <a:cubicBezTo>
                    <a:pt x="365902" y="76303"/>
                    <a:pt x="375504" y="72356"/>
                    <a:pt x="379927" y="64395"/>
                  </a:cubicBezTo>
                  <a:cubicBezTo>
                    <a:pt x="386520" y="52528"/>
                    <a:pt x="381510" y="33289"/>
                    <a:pt x="392806" y="25758"/>
                  </a:cubicBezTo>
                  <a:cubicBezTo>
                    <a:pt x="416118" y="10217"/>
                    <a:pt x="408663" y="19801"/>
                    <a:pt x="418564" y="0"/>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105696" y="2369713"/>
              <a:ext cx="70834" cy="173864"/>
            </a:xfrm>
            <a:custGeom>
              <a:avLst/>
              <a:gdLst>
                <a:gd name="connsiteX0" fmla="*/ 0 w 70834"/>
                <a:gd name="connsiteY0" fmla="*/ 173864 h 173864"/>
                <a:gd name="connsiteX1" fmla="*/ 32197 w 70834"/>
                <a:gd name="connsiteY1" fmla="*/ 90152 h 173864"/>
                <a:gd name="connsiteX2" fmla="*/ 51515 w 70834"/>
                <a:gd name="connsiteY2" fmla="*/ 32197 h 173864"/>
                <a:gd name="connsiteX3" fmla="*/ 70834 w 70834"/>
                <a:gd name="connsiteY3" fmla="*/ 0 h 173864"/>
              </a:gdLst>
              <a:ahLst/>
              <a:cxnLst>
                <a:cxn ang="0">
                  <a:pos x="connsiteX0" y="connsiteY0"/>
                </a:cxn>
                <a:cxn ang="0">
                  <a:pos x="connsiteX1" y="connsiteY1"/>
                </a:cxn>
                <a:cxn ang="0">
                  <a:pos x="connsiteX2" y="connsiteY2"/>
                </a:cxn>
                <a:cxn ang="0">
                  <a:pos x="connsiteX3" y="connsiteY3"/>
                </a:cxn>
              </a:cxnLst>
              <a:rect l="l" t="t" r="r" b="b"/>
              <a:pathLst>
                <a:path w="70834" h="173864">
                  <a:moveTo>
                    <a:pt x="0" y="173864"/>
                  </a:moveTo>
                  <a:cubicBezTo>
                    <a:pt x="44654" y="118048"/>
                    <a:pt x="13873" y="168030"/>
                    <a:pt x="32197" y="90152"/>
                  </a:cubicBezTo>
                  <a:cubicBezTo>
                    <a:pt x="36861" y="70330"/>
                    <a:pt x="40219" y="49140"/>
                    <a:pt x="51515" y="32197"/>
                  </a:cubicBezTo>
                  <a:cubicBezTo>
                    <a:pt x="67056" y="8885"/>
                    <a:pt x="60933" y="19801"/>
                    <a:pt x="70834" y="0"/>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2141113" y="2312965"/>
              <a:ext cx="109470" cy="113495"/>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p:cNvSpPr/>
            <p:nvPr/>
          </p:nvSpPr>
          <p:spPr>
            <a:xfrm>
              <a:off x="2234485" y="2395470"/>
              <a:ext cx="463639" cy="444322"/>
            </a:xfrm>
            <a:custGeom>
              <a:avLst/>
              <a:gdLst>
                <a:gd name="connsiteX0" fmla="*/ 0 w 463639"/>
                <a:gd name="connsiteY0" fmla="*/ 0 h 444322"/>
                <a:gd name="connsiteX1" fmla="*/ 70833 w 463639"/>
                <a:gd name="connsiteY1" fmla="*/ 45076 h 444322"/>
                <a:gd name="connsiteX2" fmla="*/ 90152 w 463639"/>
                <a:gd name="connsiteY2" fmla="*/ 57955 h 444322"/>
                <a:gd name="connsiteX3" fmla="*/ 128788 w 463639"/>
                <a:gd name="connsiteY3" fmla="*/ 115910 h 444322"/>
                <a:gd name="connsiteX4" fmla="*/ 141667 w 463639"/>
                <a:gd name="connsiteY4" fmla="*/ 135229 h 444322"/>
                <a:gd name="connsiteX5" fmla="*/ 167425 w 463639"/>
                <a:gd name="connsiteY5" fmla="*/ 212502 h 444322"/>
                <a:gd name="connsiteX6" fmla="*/ 173864 w 463639"/>
                <a:gd name="connsiteY6" fmla="*/ 231820 h 444322"/>
                <a:gd name="connsiteX7" fmla="*/ 186743 w 463639"/>
                <a:gd name="connsiteY7" fmla="*/ 251138 h 444322"/>
                <a:gd name="connsiteX8" fmla="*/ 206061 w 463639"/>
                <a:gd name="connsiteY8" fmla="*/ 296215 h 444322"/>
                <a:gd name="connsiteX9" fmla="*/ 212501 w 463639"/>
                <a:gd name="connsiteY9" fmla="*/ 315533 h 444322"/>
                <a:gd name="connsiteX10" fmla="*/ 270456 w 463639"/>
                <a:gd name="connsiteY10" fmla="*/ 347730 h 444322"/>
                <a:gd name="connsiteX11" fmla="*/ 289774 w 463639"/>
                <a:gd name="connsiteY11" fmla="*/ 360609 h 444322"/>
                <a:gd name="connsiteX12" fmla="*/ 334850 w 463639"/>
                <a:gd name="connsiteY12" fmla="*/ 373488 h 444322"/>
                <a:gd name="connsiteX13" fmla="*/ 373487 w 463639"/>
                <a:gd name="connsiteY13" fmla="*/ 392806 h 444322"/>
                <a:gd name="connsiteX14" fmla="*/ 418563 w 463639"/>
                <a:gd name="connsiteY14" fmla="*/ 412124 h 444322"/>
                <a:gd name="connsiteX15" fmla="*/ 437881 w 463639"/>
                <a:gd name="connsiteY15" fmla="*/ 425003 h 444322"/>
                <a:gd name="connsiteX16" fmla="*/ 463639 w 463639"/>
                <a:gd name="connsiteY16" fmla="*/ 444322 h 44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63639" h="444322">
                  <a:moveTo>
                    <a:pt x="0" y="0"/>
                  </a:moveTo>
                  <a:cubicBezTo>
                    <a:pt x="45471" y="27284"/>
                    <a:pt x="21781" y="12375"/>
                    <a:pt x="70833" y="45076"/>
                  </a:cubicBezTo>
                  <a:lnTo>
                    <a:pt x="90152" y="57955"/>
                  </a:lnTo>
                  <a:lnTo>
                    <a:pt x="128788" y="115910"/>
                  </a:lnTo>
                  <a:cubicBezTo>
                    <a:pt x="133081" y="122350"/>
                    <a:pt x="139220" y="127887"/>
                    <a:pt x="141667" y="135229"/>
                  </a:cubicBezTo>
                  <a:lnTo>
                    <a:pt x="167425" y="212502"/>
                  </a:lnTo>
                  <a:cubicBezTo>
                    <a:pt x="169571" y="218941"/>
                    <a:pt x="170099" y="226172"/>
                    <a:pt x="173864" y="231820"/>
                  </a:cubicBezTo>
                  <a:lnTo>
                    <a:pt x="186743" y="251138"/>
                  </a:lnTo>
                  <a:cubicBezTo>
                    <a:pt x="200145" y="304742"/>
                    <a:pt x="183827" y="251747"/>
                    <a:pt x="206061" y="296215"/>
                  </a:cubicBezTo>
                  <a:cubicBezTo>
                    <a:pt x="209096" y="302286"/>
                    <a:pt x="207701" y="310733"/>
                    <a:pt x="212501" y="315533"/>
                  </a:cubicBezTo>
                  <a:cubicBezTo>
                    <a:pt x="234645" y="337676"/>
                    <a:pt x="246163" y="339633"/>
                    <a:pt x="270456" y="347730"/>
                  </a:cubicBezTo>
                  <a:cubicBezTo>
                    <a:pt x="276895" y="352023"/>
                    <a:pt x="282661" y="357560"/>
                    <a:pt x="289774" y="360609"/>
                  </a:cubicBezTo>
                  <a:cubicBezTo>
                    <a:pt x="318678" y="372996"/>
                    <a:pt x="309774" y="360950"/>
                    <a:pt x="334850" y="373488"/>
                  </a:cubicBezTo>
                  <a:cubicBezTo>
                    <a:pt x="384774" y="398451"/>
                    <a:pt x="324938" y="376624"/>
                    <a:pt x="373487" y="392806"/>
                  </a:cubicBezTo>
                  <a:cubicBezTo>
                    <a:pt x="421986" y="425139"/>
                    <a:pt x="360348" y="387175"/>
                    <a:pt x="418563" y="412124"/>
                  </a:cubicBezTo>
                  <a:cubicBezTo>
                    <a:pt x="425676" y="415173"/>
                    <a:pt x="430959" y="421542"/>
                    <a:pt x="437881" y="425003"/>
                  </a:cubicBezTo>
                  <a:cubicBezTo>
                    <a:pt x="464405" y="438266"/>
                    <a:pt x="452289" y="421621"/>
                    <a:pt x="463639" y="444322"/>
                  </a:cubicBezTo>
                </a:path>
              </a:pathLst>
            </a:custGeom>
            <a:noFill/>
            <a:ln>
              <a:solidFill>
                <a:srgbClr val="FCC2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TextBox 17"/>
          <p:cNvSpPr txBox="1"/>
          <p:nvPr/>
        </p:nvSpPr>
        <p:spPr>
          <a:xfrm>
            <a:off x="988454" y="4324350"/>
            <a:ext cx="7774546" cy="584775"/>
          </a:xfrm>
          <a:prstGeom prst="rect">
            <a:avLst/>
          </a:prstGeom>
          <a:noFill/>
          <a:ln>
            <a:solidFill>
              <a:schemeClr val="tx2"/>
            </a:solidFill>
          </a:ln>
        </p:spPr>
        <p:txBody>
          <a:bodyPr wrap="square" rtlCol="0">
            <a:spAutoFit/>
          </a:bodyPr>
          <a:lstStyle/>
          <a:p>
            <a:pPr algn="ctr"/>
            <a:r>
              <a:rPr lang="en-US" sz="1600" b="1" u="sng" dirty="0">
                <a:solidFill>
                  <a:schemeClr val="accent5"/>
                </a:solidFill>
                <a:latin typeface="Times New Roman" charset="0"/>
                <a:ea typeface="Times New Roman" charset="0"/>
                <a:cs typeface="Times New Roman" charset="0"/>
              </a:rPr>
              <a:t>Facial nerve segments</a:t>
            </a:r>
            <a:r>
              <a:rPr lang="en-US" sz="1600" dirty="0">
                <a:solidFill>
                  <a:schemeClr val="accent5"/>
                </a:solidFill>
                <a:latin typeface="Times New Roman" charset="0"/>
                <a:ea typeface="Times New Roman" charset="0"/>
                <a:cs typeface="Times New Roman" charset="0"/>
              </a:rPr>
              <a:t>: </a:t>
            </a:r>
            <a:r>
              <a:rPr lang="en-US" sz="1600" dirty="0">
                <a:solidFill>
                  <a:srgbClr val="FFFF00"/>
                </a:solidFill>
                <a:latin typeface="Times New Roman" charset="0"/>
                <a:ea typeface="Times New Roman" charset="0"/>
                <a:cs typeface="Times New Roman" charset="0"/>
              </a:rPr>
              <a:t>Intracranial (</a:t>
            </a:r>
            <a:r>
              <a:rPr lang="en-US" sz="1600" dirty="0" err="1">
                <a:solidFill>
                  <a:srgbClr val="FFFF00"/>
                </a:solidFill>
                <a:latin typeface="Times New Roman" charset="0"/>
                <a:ea typeface="Times New Roman" charset="0"/>
                <a:cs typeface="Times New Roman" charset="0"/>
              </a:rPr>
              <a:t>cisternal</a:t>
            </a:r>
            <a:r>
              <a:rPr lang="en-US" sz="1600" dirty="0">
                <a:solidFill>
                  <a:srgbClr val="FFFF00"/>
                </a:solidFill>
                <a:latin typeface="Times New Roman" charset="0"/>
                <a:ea typeface="Times New Roman" charset="0"/>
                <a:cs typeface="Times New Roman" charset="0"/>
              </a:rPr>
              <a:t>) </a:t>
            </a:r>
            <a:r>
              <a:rPr lang="en-US" sz="1600" dirty="0">
                <a:solidFill>
                  <a:schemeClr val="accent1"/>
                </a:solidFill>
                <a:latin typeface="Times New Roman" charset="0"/>
                <a:ea typeface="Times New Roman" charset="0"/>
                <a:cs typeface="Times New Roman" charset="0"/>
                <a:sym typeface="Wingdings" panose="05000000000000000000" pitchFamily="2" charset="2"/>
              </a:rPr>
              <a:t> </a:t>
            </a:r>
            <a:r>
              <a:rPr lang="en-US" sz="1600" dirty="0" err="1">
                <a:solidFill>
                  <a:srgbClr val="FF0000"/>
                </a:solidFill>
                <a:latin typeface="Times New Roman" charset="0"/>
                <a:ea typeface="Times New Roman" charset="0"/>
                <a:cs typeface="Times New Roman" charset="0"/>
                <a:sym typeface="Wingdings" panose="05000000000000000000" pitchFamily="2" charset="2"/>
              </a:rPr>
              <a:t>intracanalicular</a:t>
            </a:r>
            <a:r>
              <a:rPr lang="en-US" sz="1600" dirty="0">
                <a:solidFill>
                  <a:srgbClr val="FF0000"/>
                </a:solidFill>
                <a:latin typeface="Times New Roman" charset="0"/>
                <a:ea typeface="Times New Roman" charset="0"/>
                <a:cs typeface="Times New Roman" charset="0"/>
                <a:sym typeface="Wingdings" panose="05000000000000000000" pitchFamily="2" charset="2"/>
              </a:rPr>
              <a:t>/meatal (IAC) </a:t>
            </a:r>
            <a:r>
              <a:rPr lang="en-US" sz="1600" dirty="0">
                <a:solidFill>
                  <a:schemeClr val="accent1"/>
                </a:solidFill>
                <a:latin typeface="Times New Roman" charset="0"/>
                <a:ea typeface="Times New Roman" charset="0"/>
                <a:cs typeface="Times New Roman" charset="0"/>
                <a:sym typeface="Wingdings" panose="05000000000000000000" pitchFamily="2" charset="2"/>
              </a:rPr>
              <a:t> </a:t>
            </a:r>
            <a:r>
              <a:rPr lang="en-US" sz="1600" dirty="0">
                <a:solidFill>
                  <a:srgbClr val="00B050"/>
                </a:solidFill>
                <a:latin typeface="Times New Roman" charset="0"/>
                <a:ea typeface="Times New Roman" charset="0"/>
                <a:cs typeface="Times New Roman" charset="0"/>
                <a:sym typeface="Wingdings" panose="05000000000000000000" pitchFamily="2" charset="2"/>
              </a:rPr>
              <a:t>labyrinthine</a:t>
            </a:r>
            <a:r>
              <a:rPr lang="en-US" sz="1600" dirty="0">
                <a:solidFill>
                  <a:schemeClr val="accent1"/>
                </a:solidFill>
                <a:latin typeface="Times New Roman" charset="0"/>
                <a:ea typeface="Times New Roman" charset="0"/>
                <a:cs typeface="Times New Roman" charset="0"/>
                <a:sym typeface="Wingdings" panose="05000000000000000000" pitchFamily="2" charset="2"/>
              </a:rPr>
              <a:t>  </a:t>
            </a:r>
            <a:r>
              <a:rPr lang="en-US" sz="1600" dirty="0">
                <a:solidFill>
                  <a:srgbClr val="00B0F0"/>
                </a:solidFill>
                <a:latin typeface="Times New Roman" charset="0"/>
                <a:ea typeface="Times New Roman" charset="0"/>
                <a:cs typeface="Times New Roman" charset="0"/>
                <a:sym typeface="Wingdings" panose="05000000000000000000" pitchFamily="2" charset="2"/>
              </a:rPr>
              <a:t>geniculate ganglion </a:t>
            </a:r>
            <a:r>
              <a:rPr lang="en-US" sz="1600" dirty="0">
                <a:solidFill>
                  <a:schemeClr val="accent1"/>
                </a:solidFill>
                <a:latin typeface="Times New Roman" charset="0"/>
                <a:ea typeface="Times New Roman" charset="0"/>
                <a:cs typeface="Times New Roman" charset="0"/>
                <a:sym typeface="Wingdings" panose="05000000000000000000" pitchFamily="2" charset="2"/>
              </a:rPr>
              <a:t> </a:t>
            </a:r>
            <a:r>
              <a:rPr lang="en-US" sz="1600" dirty="0">
                <a:solidFill>
                  <a:srgbClr val="FCC2D0"/>
                </a:solidFill>
                <a:latin typeface="Times New Roman" charset="0"/>
                <a:ea typeface="Times New Roman" charset="0"/>
                <a:cs typeface="Times New Roman" charset="0"/>
                <a:sym typeface="Wingdings" panose="05000000000000000000" pitchFamily="2" charset="2"/>
              </a:rPr>
              <a:t>tympanic (horizontal)</a:t>
            </a:r>
            <a:r>
              <a:rPr lang="en-US" sz="1600" dirty="0">
                <a:solidFill>
                  <a:schemeClr val="accent1"/>
                </a:solidFill>
                <a:latin typeface="Times New Roman" charset="0"/>
                <a:ea typeface="Times New Roman" charset="0"/>
                <a:cs typeface="Times New Roman" charset="0"/>
                <a:sym typeface="Wingdings" panose="05000000000000000000" pitchFamily="2" charset="2"/>
              </a:rPr>
              <a:t> </a:t>
            </a:r>
            <a:r>
              <a:rPr lang="en-US" sz="1600" dirty="0">
                <a:solidFill>
                  <a:srgbClr val="BE85C9"/>
                </a:solidFill>
                <a:latin typeface="Times New Roman" charset="0"/>
                <a:ea typeface="Times New Roman" charset="0"/>
                <a:cs typeface="Times New Roman" charset="0"/>
                <a:sym typeface="Wingdings" panose="05000000000000000000" pitchFamily="2" charset="2"/>
              </a:rPr>
              <a:t>mastoid (vertical)</a:t>
            </a:r>
            <a:endParaRPr lang="en-US" sz="1600" dirty="0">
              <a:solidFill>
                <a:srgbClr val="BE85C9"/>
              </a:solidFill>
              <a:latin typeface="Times New Roman" charset="0"/>
              <a:ea typeface="Times New Roman" charset="0"/>
              <a:cs typeface="Times New Roman" charset="0"/>
            </a:endParaRPr>
          </a:p>
        </p:txBody>
      </p:sp>
      <p:sp>
        <p:nvSpPr>
          <p:cNvPr id="19" name="TextBox 18"/>
          <p:cNvSpPr txBox="1"/>
          <p:nvPr/>
        </p:nvSpPr>
        <p:spPr>
          <a:xfrm>
            <a:off x="1492876" y="3525969"/>
            <a:ext cx="945524" cy="307777"/>
          </a:xfrm>
          <a:prstGeom prst="rect">
            <a:avLst/>
          </a:prstGeom>
          <a:noFill/>
        </p:spPr>
        <p:txBody>
          <a:bodyPr wrap="square" rtlCol="0">
            <a:spAutoFit/>
          </a:bodyPr>
          <a:lstStyle/>
          <a:p>
            <a:r>
              <a:rPr lang="en-US" sz="1400" dirty="0">
                <a:solidFill>
                  <a:schemeClr val="accent1"/>
                </a:solidFill>
                <a:ea typeface="Times New Roman" charset="0"/>
                <a:cs typeface="Times New Roman" charset="0"/>
              </a:rPr>
              <a:t>Axial CT</a:t>
            </a:r>
          </a:p>
        </p:txBody>
      </p:sp>
      <p:grpSp>
        <p:nvGrpSpPr>
          <p:cNvPr id="26" name="Group 25"/>
          <p:cNvGrpSpPr/>
          <p:nvPr/>
        </p:nvGrpSpPr>
        <p:grpSpPr>
          <a:xfrm>
            <a:off x="4194220" y="1337999"/>
            <a:ext cx="3959180" cy="2532554"/>
            <a:chOff x="4194220" y="1337999"/>
            <a:chExt cx="3959180" cy="2532554"/>
          </a:xfrm>
        </p:grpSpPr>
        <p:grpSp>
          <p:nvGrpSpPr>
            <p:cNvPr id="17" name="Group 16"/>
            <p:cNvGrpSpPr/>
            <p:nvPr/>
          </p:nvGrpSpPr>
          <p:grpSpPr>
            <a:xfrm>
              <a:off x="4194220" y="1364709"/>
              <a:ext cx="1905000" cy="2505844"/>
              <a:chOff x="4953000" y="1202100"/>
              <a:chExt cx="2514600" cy="2953410"/>
            </a:xfrm>
          </p:grpSpPr>
          <p:pic>
            <p:nvPicPr>
              <p:cNvPr id="13" name="Picture 3" descr="P:\Stine\Neuro\CN project\mastoid seg cor CT 1.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4953000" y="1202100"/>
                <a:ext cx="2514600" cy="2953410"/>
              </a:xfrm>
              <a:prstGeom prst="rect">
                <a:avLst/>
              </a:prstGeom>
              <a:noFill/>
              <a:extLst>
                <a:ext uri="{909E8E84-426E-40DD-AFC4-6F175D3DCCD1}">
                  <a14:hiddenFill xmlns:a14="http://schemas.microsoft.com/office/drawing/2010/main">
                    <a:solidFill>
                      <a:srgbClr val="FFFFFF"/>
                    </a:solidFill>
                  </a14:hiddenFill>
                </a:ext>
              </a:extLst>
            </p:spPr>
          </p:pic>
          <p:sp>
            <p:nvSpPr>
              <p:cNvPr id="16" name="Freeform 15"/>
              <p:cNvSpPr/>
              <p:nvPr/>
            </p:nvSpPr>
            <p:spPr>
              <a:xfrm>
                <a:off x="6272011" y="2118575"/>
                <a:ext cx="77274" cy="875763"/>
              </a:xfrm>
              <a:custGeom>
                <a:avLst/>
                <a:gdLst>
                  <a:gd name="connsiteX0" fmla="*/ 0 w 77274"/>
                  <a:gd name="connsiteY0" fmla="*/ 0 h 875763"/>
                  <a:gd name="connsiteX1" fmla="*/ 19319 w 77274"/>
                  <a:gd name="connsiteY1" fmla="*/ 51515 h 875763"/>
                  <a:gd name="connsiteX2" fmla="*/ 25758 w 77274"/>
                  <a:gd name="connsiteY2" fmla="*/ 77273 h 875763"/>
                  <a:gd name="connsiteX3" fmla="*/ 45076 w 77274"/>
                  <a:gd name="connsiteY3" fmla="*/ 135228 h 875763"/>
                  <a:gd name="connsiteX4" fmla="*/ 57955 w 77274"/>
                  <a:gd name="connsiteY4" fmla="*/ 173864 h 875763"/>
                  <a:gd name="connsiteX5" fmla="*/ 64395 w 77274"/>
                  <a:gd name="connsiteY5" fmla="*/ 193183 h 875763"/>
                  <a:gd name="connsiteX6" fmla="*/ 77274 w 77274"/>
                  <a:gd name="connsiteY6" fmla="*/ 276895 h 875763"/>
                  <a:gd name="connsiteX7" fmla="*/ 70834 w 77274"/>
                  <a:gd name="connsiteY7" fmla="*/ 669701 h 875763"/>
                  <a:gd name="connsiteX8" fmla="*/ 64395 w 77274"/>
                  <a:gd name="connsiteY8" fmla="*/ 734095 h 875763"/>
                  <a:gd name="connsiteX9" fmla="*/ 51516 w 77274"/>
                  <a:gd name="connsiteY9" fmla="*/ 792050 h 875763"/>
                  <a:gd name="connsiteX10" fmla="*/ 45076 w 77274"/>
                  <a:gd name="connsiteY10" fmla="*/ 875763 h 875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274" h="875763">
                    <a:moveTo>
                      <a:pt x="0" y="0"/>
                    </a:moveTo>
                    <a:cubicBezTo>
                      <a:pt x="16335" y="81668"/>
                      <a:pt x="-5555" y="-6525"/>
                      <a:pt x="19319" y="51515"/>
                    </a:cubicBezTo>
                    <a:cubicBezTo>
                      <a:pt x="22805" y="59650"/>
                      <a:pt x="23215" y="68796"/>
                      <a:pt x="25758" y="77273"/>
                    </a:cubicBezTo>
                    <a:cubicBezTo>
                      <a:pt x="31609" y="96778"/>
                      <a:pt x="38636" y="115910"/>
                      <a:pt x="45076" y="135228"/>
                    </a:cubicBezTo>
                    <a:lnTo>
                      <a:pt x="57955" y="173864"/>
                    </a:lnTo>
                    <a:lnTo>
                      <a:pt x="64395" y="193183"/>
                    </a:lnTo>
                    <a:cubicBezTo>
                      <a:pt x="66201" y="204019"/>
                      <a:pt x="77274" y="268616"/>
                      <a:pt x="77274" y="276895"/>
                    </a:cubicBezTo>
                    <a:cubicBezTo>
                      <a:pt x="77274" y="407848"/>
                      <a:pt x="74521" y="538800"/>
                      <a:pt x="70834" y="669701"/>
                    </a:cubicBezTo>
                    <a:cubicBezTo>
                      <a:pt x="70227" y="691264"/>
                      <a:pt x="67071" y="712690"/>
                      <a:pt x="64395" y="734095"/>
                    </a:cubicBezTo>
                    <a:cubicBezTo>
                      <a:pt x="59862" y="770357"/>
                      <a:pt x="60512" y="765060"/>
                      <a:pt x="51516" y="792050"/>
                    </a:cubicBezTo>
                    <a:cubicBezTo>
                      <a:pt x="44898" y="871463"/>
                      <a:pt x="45076" y="843477"/>
                      <a:pt x="45076" y="875763"/>
                    </a:cubicBezTo>
                  </a:path>
                </a:pathLst>
              </a:custGeom>
              <a:noFill/>
              <a:ln>
                <a:solidFill>
                  <a:srgbClr val="BE85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0" name="Straight Arrow Connector 19"/>
            <p:cNvCxnSpPr/>
            <p:nvPr/>
          </p:nvCxnSpPr>
          <p:spPr>
            <a:xfrm flipH="1" flipV="1">
              <a:off x="5252012" y="2923504"/>
              <a:ext cx="1063580" cy="336702"/>
            </a:xfrm>
            <a:prstGeom prst="straightConnector1">
              <a:avLst/>
            </a:prstGeom>
            <a:ln w="19050">
              <a:solidFill>
                <a:srgbClr val="00FFFF"/>
              </a:solidFill>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6248400" y="3206175"/>
              <a:ext cx="1905000" cy="584775"/>
            </a:xfrm>
            <a:prstGeom prst="rect">
              <a:avLst/>
            </a:prstGeom>
            <a:noFill/>
          </p:spPr>
          <p:txBody>
            <a:bodyPr wrap="square" rtlCol="0">
              <a:spAutoFit/>
            </a:bodyPr>
            <a:lstStyle/>
            <a:p>
              <a:r>
                <a:rPr lang="en-US" sz="1600" dirty="0" err="1">
                  <a:solidFill>
                    <a:srgbClr val="00FFFF"/>
                  </a:solidFill>
                  <a:latin typeface="Times New Roman" charset="0"/>
                  <a:ea typeface="Times New Roman" charset="0"/>
                  <a:cs typeface="Times New Roman" charset="0"/>
                </a:rPr>
                <a:t>Stylomastoid</a:t>
              </a:r>
              <a:r>
                <a:rPr lang="en-US" sz="1600" dirty="0">
                  <a:solidFill>
                    <a:srgbClr val="00FFFF"/>
                  </a:solidFill>
                  <a:latin typeface="Times New Roman" charset="0"/>
                  <a:ea typeface="Times New Roman" charset="0"/>
                  <a:cs typeface="Times New Roman" charset="0"/>
                </a:rPr>
                <a:t> foramen</a:t>
              </a:r>
            </a:p>
          </p:txBody>
        </p:sp>
        <p:pic>
          <p:nvPicPr>
            <p:cNvPr id="24" name="Picture 2" descr="P:\Stine\Neuro\CN project\stylomastoid foramen CT.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a:stretch/>
          </p:blipFill>
          <p:spPr bwMode="auto">
            <a:xfrm>
              <a:off x="6324600" y="1387492"/>
              <a:ext cx="1676400" cy="1536012"/>
            </a:xfrm>
            <a:prstGeom prst="rect">
              <a:avLst/>
            </a:prstGeom>
            <a:noFill/>
            <a:extLst>
              <a:ext uri="{909E8E84-426E-40DD-AFC4-6F175D3DCCD1}">
                <a14:hiddenFill xmlns:a14="http://schemas.microsoft.com/office/drawing/2010/main">
                  <a:solidFill>
                    <a:srgbClr val="FFFFFF"/>
                  </a:solidFill>
                </a14:hiddenFill>
              </a:ext>
            </a:extLst>
          </p:spPr>
        </p:pic>
        <p:cxnSp>
          <p:nvCxnSpPr>
            <p:cNvPr id="25" name="Straight Arrow Connector 24"/>
            <p:cNvCxnSpPr/>
            <p:nvPr/>
          </p:nvCxnSpPr>
          <p:spPr>
            <a:xfrm flipV="1">
              <a:off x="6643353" y="2114550"/>
              <a:ext cx="557547" cy="1091626"/>
            </a:xfrm>
            <a:prstGeom prst="straightConnector1">
              <a:avLst/>
            </a:prstGeom>
            <a:ln w="19050">
              <a:solidFill>
                <a:srgbClr val="00FFFF"/>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520549" y="3562776"/>
              <a:ext cx="1509983" cy="307777"/>
            </a:xfrm>
            <a:prstGeom prst="rect">
              <a:avLst/>
            </a:prstGeom>
            <a:noFill/>
          </p:spPr>
          <p:txBody>
            <a:bodyPr wrap="square" rtlCol="0">
              <a:spAutoFit/>
            </a:bodyPr>
            <a:lstStyle/>
            <a:p>
              <a:r>
                <a:rPr lang="en-US" sz="1400" dirty="0">
                  <a:solidFill>
                    <a:schemeClr val="accent1"/>
                  </a:solidFill>
                  <a:ea typeface="Times New Roman" charset="0"/>
                  <a:cs typeface="Times New Roman" charset="0"/>
                </a:rPr>
                <a:t>Coronal CT</a:t>
              </a:r>
            </a:p>
          </p:txBody>
        </p:sp>
        <p:sp>
          <p:nvSpPr>
            <p:cNvPr id="23" name="TextBox 22"/>
            <p:cNvSpPr txBox="1"/>
            <p:nvPr/>
          </p:nvSpPr>
          <p:spPr>
            <a:xfrm>
              <a:off x="6367179" y="1337999"/>
              <a:ext cx="1513268" cy="307777"/>
            </a:xfrm>
            <a:prstGeom prst="rect">
              <a:avLst/>
            </a:prstGeom>
            <a:noFill/>
          </p:spPr>
          <p:txBody>
            <a:bodyPr wrap="square" rtlCol="0">
              <a:spAutoFit/>
            </a:bodyPr>
            <a:lstStyle/>
            <a:p>
              <a:r>
                <a:rPr lang="en-US" sz="1400" dirty="0">
                  <a:solidFill>
                    <a:schemeClr val="accent1"/>
                  </a:solidFill>
                  <a:ea typeface="Times New Roman" charset="0"/>
                  <a:cs typeface="Times New Roman" charset="0"/>
                </a:rPr>
                <a:t>Axial CT</a:t>
              </a:r>
            </a:p>
          </p:txBody>
        </p:sp>
      </p:grpSp>
    </p:spTree>
    <p:extLst>
      <p:ext uri="{BB962C8B-B14F-4D97-AF65-F5344CB8AC3E}">
        <p14:creationId xmlns:p14="http://schemas.microsoft.com/office/powerpoint/2010/main" val="39313477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CN VII:  Intracranial course</a:t>
            </a:r>
          </a:p>
        </p:txBody>
      </p:sp>
      <p:sp>
        <p:nvSpPr>
          <p:cNvPr id="6" name="TextBox 5"/>
          <p:cNvSpPr txBox="1"/>
          <p:nvPr/>
        </p:nvSpPr>
        <p:spPr>
          <a:xfrm>
            <a:off x="457201" y="4603257"/>
            <a:ext cx="8763000" cy="338554"/>
          </a:xfrm>
          <a:prstGeom prst="rect">
            <a:avLst/>
          </a:prstGeom>
          <a:noFill/>
        </p:spPr>
        <p:txBody>
          <a:bodyPr wrap="square" rtlCol="0">
            <a:spAutoFit/>
          </a:bodyPr>
          <a:lstStyle/>
          <a:p>
            <a:pPr algn="ctr"/>
            <a:endParaRPr lang="en-US" sz="1600" dirty="0">
              <a:solidFill>
                <a:schemeClr val="tx2"/>
              </a:solidFill>
              <a:latin typeface="Times New Roman" charset="0"/>
              <a:ea typeface="Times New Roman" charset="0"/>
              <a:cs typeface="Times New Roman" charset="0"/>
            </a:endParaRPr>
          </a:p>
        </p:txBody>
      </p:sp>
      <p:pic>
        <p:nvPicPr>
          <p:cNvPr id="7" name="Picture 2" descr="P:\Stine\Neuro\CN project\stylomastoid foramen CT.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643633" y="1104296"/>
            <a:ext cx="2467516" cy="3398142"/>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2689534" y="1104296"/>
            <a:ext cx="3518251" cy="3416381"/>
            <a:chOff x="2730149" y="1112403"/>
            <a:chExt cx="3518251" cy="3416381"/>
          </a:xfrm>
        </p:grpSpPr>
        <p:grpSp>
          <p:nvGrpSpPr>
            <p:cNvPr id="4" name="Group 3"/>
            <p:cNvGrpSpPr/>
            <p:nvPr/>
          </p:nvGrpSpPr>
          <p:grpSpPr>
            <a:xfrm>
              <a:off x="3172368" y="1112403"/>
              <a:ext cx="3076032" cy="3398142"/>
              <a:chOff x="3581400" y="1276350"/>
              <a:chExt cx="2971800" cy="3308731"/>
            </a:xfrm>
          </p:grpSpPr>
          <p:pic>
            <p:nvPicPr>
              <p:cNvPr id="3" name="Picture 2"/>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3581400" y="1276350"/>
                <a:ext cx="2971800" cy="3308731"/>
              </a:xfrm>
              <a:prstGeom prst="rect">
                <a:avLst/>
              </a:prstGeom>
            </p:spPr>
          </p:pic>
          <p:cxnSp>
            <p:nvCxnSpPr>
              <p:cNvPr id="12" name="Straight Arrow Connector 11"/>
              <p:cNvCxnSpPr/>
              <p:nvPr/>
            </p:nvCxnSpPr>
            <p:spPr>
              <a:xfrm flipH="1">
                <a:off x="4773653" y="1809750"/>
                <a:ext cx="587293" cy="800100"/>
              </a:xfrm>
              <a:prstGeom prst="straightConnector1">
                <a:avLst/>
              </a:prstGeom>
              <a:ln w="38100">
                <a:solidFill>
                  <a:schemeClr val="tx2"/>
                </a:solidFill>
                <a:tailEnd type="arrow"/>
              </a:ln>
            </p:spPr>
            <p:style>
              <a:lnRef idx="1">
                <a:schemeClr val="accent1"/>
              </a:lnRef>
              <a:fillRef idx="0">
                <a:schemeClr val="accent1"/>
              </a:fillRef>
              <a:effectRef idx="0">
                <a:schemeClr val="accent1"/>
              </a:effectRef>
              <a:fontRef idx="minor">
                <a:schemeClr val="tx1"/>
              </a:fontRef>
            </p:style>
          </p:cxnSp>
        </p:grpSp>
        <p:sp>
          <p:nvSpPr>
            <p:cNvPr id="10" name="TextBox 9"/>
            <p:cNvSpPr txBox="1"/>
            <p:nvPr/>
          </p:nvSpPr>
          <p:spPr>
            <a:xfrm>
              <a:off x="2730149" y="4221007"/>
              <a:ext cx="1219200" cy="307777"/>
            </a:xfrm>
            <a:prstGeom prst="rect">
              <a:avLst/>
            </a:prstGeom>
            <a:noFill/>
          </p:spPr>
          <p:txBody>
            <a:bodyPr wrap="square" rtlCol="0">
              <a:spAutoFit/>
            </a:bodyPr>
            <a:lstStyle/>
            <a:p>
              <a:r>
                <a:rPr lang="en-US" sz="1400" dirty="0">
                  <a:solidFill>
                    <a:schemeClr val="accent1"/>
                  </a:solidFill>
                </a:rPr>
                <a:t>Axial CT</a:t>
              </a:r>
            </a:p>
          </p:txBody>
        </p:sp>
      </p:grpSp>
      <p:grpSp>
        <p:nvGrpSpPr>
          <p:cNvPr id="8" name="Group 7"/>
          <p:cNvGrpSpPr/>
          <p:nvPr/>
        </p:nvGrpSpPr>
        <p:grpSpPr>
          <a:xfrm>
            <a:off x="6172200" y="1095145"/>
            <a:ext cx="2514600" cy="3397971"/>
            <a:chOff x="6096001" y="1086057"/>
            <a:chExt cx="2514600" cy="3397971"/>
          </a:xfrm>
        </p:grpSpPr>
        <p:grpSp>
          <p:nvGrpSpPr>
            <p:cNvPr id="5" name="Group 4"/>
            <p:cNvGrpSpPr/>
            <p:nvPr/>
          </p:nvGrpSpPr>
          <p:grpSpPr>
            <a:xfrm>
              <a:off x="6096001" y="1086057"/>
              <a:ext cx="2514600" cy="3371455"/>
              <a:chOff x="6096001" y="1086057"/>
              <a:chExt cx="2514600" cy="3371455"/>
            </a:xfrm>
          </p:grpSpPr>
          <p:pic>
            <p:nvPicPr>
              <p:cNvPr id="11266" name="Picture 2"/>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a:stretch/>
            </p:blipFill>
            <p:spPr bwMode="auto">
              <a:xfrm>
                <a:off x="6096001" y="1086057"/>
                <a:ext cx="2514600" cy="33714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4" name="Straight Arrow Connector 13"/>
              <p:cNvCxnSpPr/>
              <p:nvPr/>
            </p:nvCxnSpPr>
            <p:spPr>
              <a:xfrm flipH="1">
                <a:off x="7924800" y="1504950"/>
                <a:ext cx="587293" cy="800100"/>
              </a:xfrm>
              <a:prstGeom prst="straightConnector1">
                <a:avLst/>
              </a:prstGeom>
              <a:ln w="38100">
                <a:solidFill>
                  <a:schemeClr val="tx2"/>
                </a:solidFill>
                <a:tailEnd type="arrow"/>
              </a:ln>
            </p:spPr>
            <p:style>
              <a:lnRef idx="1">
                <a:schemeClr val="accent1"/>
              </a:lnRef>
              <a:fillRef idx="0">
                <a:schemeClr val="accent1"/>
              </a:fillRef>
              <a:effectRef idx="0">
                <a:schemeClr val="accent1"/>
              </a:effectRef>
              <a:fontRef idx="minor">
                <a:schemeClr val="tx1"/>
              </a:fontRef>
            </p:style>
          </p:cxnSp>
        </p:grpSp>
        <p:sp>
          <p:nvSpPr>
            <p:cNvPr id="13" name="TextBox 12"/>
            <p:cNvSpPr txBox="1"/>
            <p:nvPr/>
          </p:nvSpPr>
          <p:spPr>
            <a:xfrm>
              <a:off x="6840977" y="4176251"/>
              <a:ext cx="1219200" cy="307777"/>
            </a:xfrm>
            <a:prstGeom prst="rect">
              <a:avLst/>
            </a:prstGeom>
            <a:noFill/>
          </p:spPr>
          <p:txBody>
            <a:bodyPr wrap="square" rtlCol="0">
              <a:spAutoFit/>
            </a:bodyPr>
            <a:lstStyle/>
            <a:p>
              <a:r>
                <a:rPr lang="en-US" sz="1400" dirty="0">
                  <a:solidFill>
                    <a:schemeClr val="accent1"/>
                  </a:solidFill>
                </a:rPr>
                <a:t>Axial T1 MRI</a:t>
              </a:r>
            </a:p>
          </p:txBody>
        </p:sp>
      </p:grpSp>
      <p:cxnSp>
        <p:nvCxnSpPr>
          <p:cNvPr id="15" name="Straight Arrow Connector 14"/>
          <p:cNvCxnSpPr/>
          <p:nvPr/>
        </p:nvCxnSpPr>
        <p:spPr>
          <a:xfrm flipH="1">
            <a:off x="1799879" y="1652109"/>
            <a:ext cx="607892" cy="821721"/>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71495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CN VII:  Extracranial course</a:t>
            </a:r>
          </a:p>
        </p:txBody>
      </p:sp>
      <p:grpSp>
        <p:nvGrpSpPr>
          <p:cNvPr id="4" name="Group 3"/>
          <p:cNvGrpSpPr/>
          <p:nvPr/>
        </p:nvGrpSpPr>
        <p:grpSpPr>
          <a:xfrm>
            <a:off x="1295400" y="1504363"/>
            <a:ext cx="2648195" cy="2702149"/>
            <a:chOff x="838200" y="1200150"/>
            <a:chExt cx="2648195" cy="2702149"/>
          </a:xfrm>
        </p:grpSpPr>
        <p:pic>
          <p:nvPicPr>
            <p:cNvPr id="2051" name="Picture 3" descr="P:\Stine\Neuro\CN project\parotid FN 2.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838200" y="1200150"/>
              <a:ext cx="2648195" cy="270214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838200" y="2038350"/>
              <a:ext cx="914400" cy="1477328"/>
            </a:xfrm>
            <a:prstGeom prst="rect">
              <a:avLst/>
            </a:prstGeom>
            <a:noFill/>
            <a:ln w="9525">
              <a:solidFill>
                <a:schemeClr val="tx2"/>
              </a:solidFill>
            </a:ln>
          </p:spPr>
          <p:txBody>
            <a:bodyPr wrap="square" rtlCol="0">
              <a:spAutoFit/>
            </a:bodyPr>
            <a:lstStyle/>
            <a:p>
              <a:r>
                <a:rPr lang="en-US" dirty="0"/>
                <a:t>      				</a:t>
              </a:r>
            </a:p>
          </p:txBody>
        </p:sp>
      </p:grpSp>
      <p:grpSp>
        <p:nvGrpSpPr>
          <p:cNvPr id="12" name="Group 11"/>
          <p:cNvGrpSpPr/>
          <p:nvPr/>
        </p:nvGrpSpPr>
        <p:grpSpPr>
          <a:xfrm>
            <a:off x="5105400" y="1330886"/>
            <a:ext cx="2774324" cy="3500681"/>
            <a:chOff x="4987750" y="1233427"/>
            <a:chExt cx="2774324" cy="3500681"/>
          </a:xfrm>
        </p:grpSpPr>
        <p:pic>
          <p:nvPicPr>
            <p:cNvPr id="2050" name="Picture 2" descr="P:\Stine\Neuro\CN project\parotid FN 2.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4987750" y="1233427"/>
              <a:ext cx="2774324" cy="3500681"/>
            </a:xfrm>
            <a:prstGeom prst="rect">
              <a:avLst/>
            </a:prstGeom>
            <a:noFill/>
            <a:ln w="12700">
              <a:solidFill>
                <a:schemeClr val="tx2"/>
              </a:solidFill>
            </a:ln>
            <a:extLst>
              <a:ext uri="{909E8E84-426E-40DD-AFC4-6F175D3DCCD1}">
                <a14:hiddenFill xmlns:a14="http://schemas.microsoft.com/office/drawing/2010/main">
                  <a:solidFill>
                    <a:srgbClr val="FFFFFF"/>
                  </a:solidFill>
                </a14:hiddenFill>
              </a:ext>
            </a:extLst>
          </p:spPr>
        </p:pic>
        <p:sp>
          <p:nvSpPr>
            <p:cNvPr id="5" name="Oval 4"/>
            <p:cNvSpPr/>
            <p:nvPr/>
          </p:nvSpPr>
          <p:spPr>
            <a:xfrm>
              <a:off x="5883368" y="3507361"/>
              <a:ext cx="245772" cy="243371"/>
            </a:xfrm>
            <a:prstGeom prst="ellipse">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8" name="Freeform 7"/>
            <p:cNvSpPr/>
            <p:nvPr/>
          </p:nvSpPr>
          <p:spPr>
            <a:xfrm rot="11109977" flipH="1">
              <a:off x="5687759" y="3158446"/>
              <a:ext cx="523527" cy="1353220"/>
            </a:xfrm>
            <a:custGeom>
              <a:avLst/>
              <a:gdLst>
                <a:gd name="connsiteX0" fmla="*/ 0 w 373488"/>
                <a:gd name="connsiteY0" fmla="*/ 347729 h 347729"/>
                <a:gd name="connsiteX1" fmla="*/ 25758 w 373488"/>
                <a:gd name="connsiteY1" fmla="*/ 315532 h 347729"/>
                <a:gd name="connsiteX2" fmla="*/ 51516 w 373488"/>
                <a:gd name="connsiteY2" fmla="*/ 276896 h 347729"/>
                <a:gd name="connsiteX3" fmla="*/ 90152 w 373488"/>
                <a:gd name="connsiteY3" fmla="*/ 244698 h 347729"/>
                <a:gd name="connsiteX4" fmla="*/ 115910 w 373488"/>
                <a:gd name="connsiteY4" fmla="*/ 206062 h 347729"/>
                <a:gd name="connsiteX5" fmla="*/ 128789 w 373488"/>
                <a:gd name="connsiteY5" fmla="*/ 186743 h 347729"/>
                <a:gd name="connsiteX6" fmla="*/ 148107 w 373488"/>
                <a:gd name="connsiteY6" fmla="*/ 167425 h 347729"/>
                <a:gd name="connsiteX7" fmla="*/ 160986 w 373488"/>
                <a:gd name="connsiteY7" fmla="*/ 148107 h 347729"/>
                <a:gd name="connsiteX8" fmla="*/ 206062 w 373488"/>
                <a:gd name="connsiteY8" fmla="*/ 103031 h 347729"/>
                <a:gd name="connsiteX9" fmla="*/ 225381 w 373488"/>
                <a:gd name="connsiteY9" fmla="*/ 83712 h 347729"/>
                <a:gd name="connsiteX10" fmla="*/ 264017 w 373488"/>
                <a:gd name="connsiteY10" fmla="*/ 51515 h 347729"/>
                <a:gd name="connsiteX11" fmla="*/ 283336 w 373488"/>
                <a:gd name="connsiteY11" fmla="*/ 45076 h 347729"/>
                <a:gd name="connsiteX12" fmla="*/ 302654 w 373488"/>
                <a:gd name="connsiteY12" fmla="*/ 25758 h 347729"/>
                <a:gd name="connsiteX13" fmla="*/ 367048 w 373488"/>
                <a:gd name="connsiteY13" fmla="*/ 6439 h 347729"/>
                <a:gd name="connsiteX14" fmla="*/ 373488 w 373488"/>
                <a:gd name="connsiteY14" fmla="*/ 0 h 347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3488" h="347729">
                  <a:moveTo>
                    <a:pt x="0" y="347729"/>
                  </a:moveTo>
                  <a:cubicBezTo>
                    <a:pt x="8586" y="336997"/>
                    <a:pt x="17674" y="326647"/>
                    <a:pt x="25758" y="315532"/>
                  </a:cubicBezTo>
                  <a:cubicBezTo>
                    <a:pt x="34862" y="303014"/>
                    <a:pt x="38637" y="285482"/>
                    <a:pt x="51516" y="276896"/>
                  </a:cubicBezTo>
                  <a:cubicBezTo>
                    <a:pt x="68689" y="265447"/>
                    <a:pt x="76802" y="261863"/>
                    <a:pt x="90152" y="244698"/>
                  </a:cubicBezTo>
                  <a:cubicBezTo>
                    <a:pt x="99655" y="232480"/>
                    <a:pt x="107324" y="218941"/>
                    <a:pt x="115910" y="206062"/>
                  </a:cubicBezTo>
                  <a:cubicBezTo>
                    <a:pt x="120203" y="199622"/>
                    <a:pt x="123316" y="192216"/>
                    <a:pt x="128789" y="186743"/>
                  </a:cubicBezTo>
                  <a:cubicBezTo>
                    <a:pt x="135228" y="180304"/>
                    <a:pt x="142277" y="174421"/>
                    <a:pt x="148107" y="167425"/>
                  </a:cubicBezTo>
                  <a:cubicBezTo>
                    <a:pt x="153062" y="161480"/>
                    <a:pt x="155809" y="153859"/>
                    <a:pt x="160986" y="148107"/>
                  </a:cubicBezTo>
                  <a:cubicBezTo>
                    <a:pt x="175201" y="132313"/>
                    <a:pt x="191037" y="118056"/>
                    <a:pt x="206062" y="103031"/>
                  </a:cubicBezTo>
                  <a:lnTo>
                    <a:pt x="225381" y="83712"/>
                  </a:lnTo>
                  <a:cubicBezTo>
                    <a:pt x="239621" y="69472"/>
                    <a:pt x="246088" y="60479"/>
                    <a:pt x="264017" y="51515"/>
                  </a:cubicBezTo>
                  <a:cubicBezTo>
                    <a:pt x="270088" y="48479"/>
                    <a:pt x="276896" y="47222"/>
                    <a:pt x="283336" y="45076"/>
                  </a:cubicBezTo>
                  <a:cubicBezTo>
                    <a:pt x="289775" y="38637"/>
                    <a:pt x="294693" y="30181"/>
                    <a:pt x="302654" y="25758"/>
                  </a:cubicBezTo>
                  <a:cubicBezTo>
                    <a:pt x="340068" y="4972"/>
                    <a:pt x="334391" y="19502"/>
                    <a:pt x="367048" y="6439"/>
                  </a:cubicBezTo>
                  <a:cubicBezTo>
                    <a:pt x="369866" y="5312"/>
                    <a:pt x="371341" y="2146"/>
                    <a:pt x="373488" y="0"/>
                  </a:cubicBezTo>
                </a:path>
              </a:pathLst>
            </a:custGeom>
            <a:noFill/>
            <a:ln w="53975">
              <a:solidFill>
                <a:srgbClr val="0070C0"/>
              </a:solidFill>
            </a:ln>
            <a:scene3d>
              <a:camera prst="orthographicFront">
                <a:rot lat="0" lon="21299999"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grpSp>
      <p:cxnSp>
        <p:nvCxnSpPr>
          <p:cNvPr id="11" name="Straight Arrow Connector 10"/>
          <p:cNvCxnSpPr/>
          <p:nvPr/>
        </p:nvCxnSpPr>
        <p:spPr>
          <a:xfrm flipV="1">
            <a:off x="2209800" y="1330886"/>
            <a:ext cx="2895600" cy="1012138"/>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2209800" y="3812694"/>
            <a:ext cx="2895600" cy="949618"/>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01590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CN VII:  Extracranial course</a:t>
            </a:r>
          </a:p>
        </p:txBody>
      </p:sp>
      <p:sp>
        <p:nvSpPr>
          <p:cNvPr id="7" name="Content Placeholder 6"/>
          <p:cNvSpPr>
            <a:spLocks noGrp="1"/>
          </p:cNvSpPr>
          <p:nvPr>
            <p:ph idx="1"/>
          </p:nvPr>
        </p:nvSpPr>
        <p:spPr>
          <a:xfrm>
            <a:off x="561975" y="1313230"/>
            <a:ext cx="3276600" cy="3733797"/>
          </a:xfrm>
        </p:spPr>
        <p:txBody>
          <a:bodyPr/>
          <a:lstStyle/>
          <a:p>
            <a:r>
              <a:rPr lang="en-US" sz="1800" dirty="0"/>
              <a:t>Main motor trunk divides into 5 terminal branches responsible for motor to muscles of facial expression:</a:t>
            </a:r>
          </a:p>
          <a:p>
            <a:pPr marL="914400" lvl="1" indent="-457200">
              <a:buFont typeface="+mj-lt"/>
              <a:buAutoNum type="arabicPeriod"/>
            </a:pPr>
            <a:r>
              <a:rPr lang="en-US" sz="1800" dirty="0"/>
              <a:t>Temporal</a:t>
            </a:r>
          </a:p>
          <a:p>
            <a:pPr marL="914400" lvl="1" indent="-457200">
              <a:buFont typeface="+mj-lt"/>
              <a:buAutoNum type="arabicPeriod"/>
            </a:pPr>
            <a:r>
              <a:rPr lang="en-US" sz="1800" dirty="0"/>
              <a:t>Zygomatic</a:t>
            </a:r>
          </a:p>
          <a:p>
            <a:pPr marL="914400" lvl="1" indent="-457200">
              <a:buFont typeface="+mj-lt"/>
              <a:buAutoNum type="arabicPeriod"/>
            </a:pPr>
            <a:r>
              <a:rPr lang="en-US" sz="1800" dirty="0"/>
              <a:t>Buccal</a:t>
            </a:r>
          </a:p>
          <a:p>
            <a:pPr marL="914400" lvl="1" indent="-457200">
              <a:buFont typeface="+mj-lt"/>
              <a:buAutoNum type="arabicPeriod"/>
            </a:pPr>
            <a:r>
              <a:rPr lang="en-US" sz="1800" dirty="0"/>
              <a:t>Marginal mandibular</a:t>
            </a:r>
          </a:p>
          <a:p>
            <a:pPr marL="914400" lvl="1" indent="-457200">
              <a:buFont typeface="+mj-lt"/>
              <a:buAutoNum type="arabicPeriod"/>
            </a:pPr>
            <a:r>
              <a:rPr lang="en-US" sz="1800" dirty="0"/>
              <a:t>Cervical</a:t>
            </a:r>
          </a:p>
        </p:txBody>
      </p:sp>
      <p:pic>
        <p:nvPicPr>
          <p:cNvPr id="2050" name="Picture 2" descr="File:Head facial nerve branche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1" y="1160302"/>
            <a:ext cx="4267200" cy="35749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685800" y="4857750"/>
            <a:ext cx="7785657" cy="276999"/>
          </a:xfrm>
          <a:prstGeom prst="rect">
            <a:avLst/>
          </a:prstGeom>
          <a:noFill/>
        </p:spPr>
        <p:txBody>
          <a:bodyPr wrap="none" rtlCol="0">
            <a:spAutoFit/>
          </a:bodyPr>
          <a:lstStyle/>
          <a:p>
            <a:r>
              <a:rPr lang="sv-SE" sz="1200" dirty="0">
                <a:solidFill>
                  <a:srgbClr val="FFFF00"/>
                </a:solidFill>
              </a:rPr>
              <a:t>Patrick J. Lynch, medical illustrator; C. Carl Jaffe, MD, cardiologist. </a:t>
            </a:r>
            <a:r>
              <a:rPr lang="sv-SE" sz="1200" dirty="0">
                <a:solidFill>
                  <a:srgbClr val="FFFF00"/>
                </a:solidFill>
                <a:hlinkClick r:id="rId4"/>
              </a:rPr>
              <a:t>https://creativecommons.org/licenses/by/2.5/</a:t>
            </a:r>
            <a:endParaRPr lang="en-US" sz="1200" dirty="0">
              <a:solidFill>
                <a:srgbClr val="FFFF00"/>
              </a:solidFill>
            </a:endParaRPr>
          </a:p>
        </p:txBody>
      </p:sp>
    </p:spTree>
    <p:extLst>
      <p:ext uri="{BB962C8B-B14F-4D97-AF65-F5344CB8AC3E}">
        <p14:creationId xmlns:p14="http://schemas.microsoft.com/office/powerpoint/2010/main" val="28168657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7:  </a:t>
            </a:r>
            <a:r>
              <a:rPr lang="en-US" sz="2000" dirty="0"/>
              <a:t>38 y/o female with new facial palsy and </a:t>
            </a:r>
            <a:r>
              <a:rPr lang="en-US" sz="2000" dirty="0" err="1"/>
              <a:t>esotropia</a:t>
            </a:r>
            <a:endParaRPr lang="en-US" dirty="0"/>
          </a:p>
        </p:txBody>
      </p:sp>
      <p:sp>
        <p:nvSpPr>
          <p:cNvPr id="4" name="Rectangle 3"/>
          <p:cNvSpPr/>
          <p:nvPr/>
        </p:nvSpPr>
        <p:spPr>
          <a:xfrm>
            <a:off x="4146242" y="2387084"/>
            <a:ext cx="851515" cy="369332"/>
          </a:xfrm>
          <a:prstGeom prst="rect">
            <a:avLst/>
          </a:prstGeom>
        </p:spPr>
        <p:txBody>
          <a:bodyPr wrap="none">
            <a:spAutoFit/>
          </a:bodyPr>
          <a:lstStyle/>
          <a:p>
            <a:r>
              <a:rPr lang="en-US" dirty="0">
                <a:latin typeface="Times New Roman" panose="02020603050405020304" pitchFamily="18" charset="0"/>
              </a:rPr>
              <a:t>CN_06</a:t>
            </a:r>
            <a:endParaRPr lang="en-US" dirty="0"/>
          </a:p>
        </p:txBody>
      </p:sp>
      <p:sp>
        <p:nvSpPr>
          <p:cNvPr id="5" name="Rectangle 4"/>
          <p:cNvSpPr/>
          <p:nvPr/>
        </p:nvSpPr>
        <p:spPr>
          <a:xfrm>
            <a:off x="4146242" y="2387084"/>
            <a:ext cx="851515" cy="369332"/>
          </a:xfrm>
          <a:prstGeom prst="rect">
            <a:avLst/>
          </a:prstGeom>
        </p:spPr>
        <p:txBody>
          <a:bodyPr wrap="none">
            <a:spAutoFit/>
          </a:bodyPr>
          <a:lstStyle/>
          <a:p>
            <a:r>
              <a:rPr lang="en-US" dirty="0">
                <a:latin typeface="Times New Roman" panose="02020603050405020304" pitchFamily="18" charset="0"/>
              </a:rPr>
              <a:t>CN_06</a:t>
            </a:r>
            <a:endParaRPr lang="en-US" dirty="0"/>
          </a:p>
        </p:txBody>
      </p:sp>
      <p:grpSp>
        <p:nvGrpSpPr>
          <p:cNvPr id="9" name="Group 8"/>
          <p:cNvGrpSpPr/>
          <p:nvPr/>
        </p:nvGrpSpPr>
        <p:grpSpPr>
          <a:xfrm>
            <a:off x="609600" y="1269705"/>
            <a:ext cx="4388157" cy="2973422"/>
            <a:chOff x="1676400" y="1047750"/>
            <a:chExt cx="5930900" cy="3964022"/>
          </a:xfrm>
        </p:grpSpPr>
        <p:pic>
          <p:nvPicPr>
            <p:cNvPr id="3" name="Picture 2"/>
            <p:cNvPicPr>
              <a:picLocks noChangeAspect="1"/>
            </p:cNvPicPr>
            <p:nvPr/>
          </p:nvPicPr>
          <p:blipFill rotWithShape="1">
            <a:blip r:embed="rId3" cstate="print">
              <a:extLst>
                <a:ext uri="{28A0092B-C50C-407E-A947-70E740481C1C}">
                  <a14:useLocalDpi xmlns:a14="http://schemas.microsoft.com/office/drawing/2010/main" val="0"/>
                </a:ext>
              </a:extLst>
            </a:blip>
            <a:srcRect t="10621" b="14141"/>
            <a:stretch/>
          </p:blipFill>
          <p:spPr>
            <a:xfrm>
              <a:off x="1676400" y="1047750"/>
              <a:ext cx="5930900" cy="1828800"/>
            </a:xfrm>
            <a:prstGeom prst="rect">
              <a:avLst/>
            </a:prstGeom>
          </p:spPr>
        </p:pic>
        <p:pic>
          <p:nvPicPr>
            <p:cNvPr id="6" name="Picture 5"/>
            <p:cNvPicPr>
              <a:picLocks noChangeAspect="1"/>
            </p:cNvPicPr>
            <p:nvPr/>
          </p:nvPicPr>
          <p:blipFill rotWithShape="1">
            <a:blip r:embed="rId4" cstate="print">
              <a:extLst>
                <a:ext uri="{28A0092B-C50C-407E-A947-70E740481C1C}">
                  <a14:useLocalDpi xmlns:a14="http://schemas.microsoft.com/office/drawing/2010/main" val="0"/>
                </a:ext>
              </a:extLst>
            </a:blip>
            <a:srcRect l="5000" t="7357" r="3750" b="14340"/>
            <a:stretch/>
          </p:blipFill>
          <p:spPr>
            <a:xfrm>
              <a:off x="1752600" y="2878577"/>
              <a:ext cx="5678470" cy="2133195"/>
            </a:xfrm>
            <a:prstGeom prst="rect">
              <a:avLst/>
            </a:prstGeom>
          </p:spPr>
        </p:pic>
        <p:sp>
          <p:nvSpPr>
            <p:cNvPr id="14" name="TextBox 13"/>
            <p:cNvSpPr txBox="1"/>
            <p:nvPr/>
          </p:nvSpPr>
          <p:spPr>
            <a:xfrm>
              <a:off x="4343400" y="2537901"/>
              <a:ext cx="1079142" cy="307777"/>
            </a:xfrm>
            <a:prstGeom prst="rect">
              <a:avLst/>
            </a:prstGeom>
            <a:noFill/>
          </p:spPr>
          <p:txBody>
            <a:bodyPr wrap="none" rtlCol="0">
              <a:spAutoFit/>
            </a:bodyPr>
            <a:lstStyle/>
            <a:p>
              <a:r>
                <a:rPr lang="en-US" sz="1400" dirty="0">
                  <a:solidFill>
                    <a:schemeClr val="accent5"/>
                  </a:solidFill>
                </a:rPr>
                <a:t>Axial FLAIR</a:t>
              </a:r>
            </a:p>
          </p:txBody>
        </p:sp>
        <p:sp>
          <p:nvSpPr>
            <p:cNvPr id="15" name="TextBox 14"/>
            <p:cNvSpPr txBox="1"/>
            <p:nvPr/>
          </p:nvSpPr>
          <p:spPr>
            <a:xfrm>
              <a:off x="4386063" y="4703995"/>
              <a:ext cx="1031051" cy="307777"/>
            </a:xfrm>
            <a:prstGeom prst="rect">
              <a:avLst/>
            </a:prstGeom>
            <a:noFill/>
          </p:spPr>
          <p:txBody>
            <a:bodyPr wrap="none" rtlCol="0">
              <a:spAutoFit/>
            </a:bodyPr>
            <a:lstStyle/>
            <a:p>
              <a:r>
                <a:rPr lang="en-US" sz="1400" dirty="0">
                  <a:solidFill>
                    <a:schemeClr val="accent5"/>
                  </a:solidFill>
                </a:rPr>
                <a:t>Axial T1+C</a:t>
              </a:r>
            </a:p>
          </p:txBody>
        </p:sp>
        <p:cxnSp>
          <p:nvCxnSpPr>
            <p:cNvPr id="16" name="Straight Arrow Connector 15"/>
            <p:cNvCxnSpPr/>
            <p:nvPr/>
          </p:nvCxnSpPr>
          <p:spPr>
            <a:xfrm flipH="1">
              <a:off x="4797194" y="3373331"/>
              <a:ext cx="171553" cy="55603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4826204" y="1473088"/>
              <a:ext cx="171553" cy="556036"/>
            </a:xfrm>
            <a:prstGeom prst="straightConnector1">
              <a:avLst/>
            </a:prstGeom>
            <a:ln w="25400">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 name="Group 12"/>
          <p:cNvGrpSpPr/>
          <p:nvPr/>
        </p:nvGrpSpPr>
        <p:grpSpPr>
          <a:xfrm>
            <a:off x="5550320" y="3526757"/>
            <a:ext cx="3136480" cy="1522833"/>
            <a:chOff x="4420447" y="1682498"/>
            <a:chExt cx="4530411" cy="2422512"/>
          </a:xfrm>
        </p:grpSpPr>
        <p:pic>
          <p:nvPicPr>
            <p:cNvPr id="18" name="Picture 1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420447" y="1682498"/>
              <a:ext cx="4530411" cy="2422512"/>
            </a:xfrm>
            <a:prstGeom prst="rect">
              <a:avLst/>
            </a:prstGeom>
          </p:spPr>
        </p:pic>
        <p:cxnSp>
          <p:nvCxnSpPr>
            <p:cNvPr id="19" name="Straight Arrow Connector 18"/>
            <p:cNvCxnSpPr/>
            <p:nvPr/>
          </p:nvCxnSpPr>
          <p:spPr>
            <a:xfrm flipH="1">
              <a:off x="5943599" y="2580882"/>
              <a:ext cx="152399" cy="27801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a:off x="6248400" y="3333750"/>
              <a:ext cx="152399" cy="27801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a:off x="7772400" y="2943225"/>
              <a:ext cx="152399" cy="27801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p:nvGrpSpPr>
        <p:grpSpPr>
          <a:xfrm>
            <a:off x="6710332" y="1044942"/>
            <a:ext cx="1797221" cy="2369258"/>
            <a:chOff x="1078269" y="1047750"/>
            <a:chExt cx="3205076" cy="3790950"/>
          </a:xfrm>
        </p:grpSpPr>
        <p:pic>
          <p:nvPicPr>
            <p:cNvPr id="28" name="Pictur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78269" y="1047750"/>
              <a:ext cx="3205076" cy="3790950"/>
            </a:xfrm>
            <a:prstGeom prst="rect">
              <a:avLst/>
            </a:prstGeom>
          </p:spPr>
        </p:pic>
        <p:cxnSp>
          <p:nvCxnSpPr>
            <p:cNvPr id="29" name="Straight Arrow Connector 28"/>
            <p:cNvCxnSpPr/>
            <p:nvPr/>
          </p:nvCxnSpPr>
          <p:spPr>
            <a:xfrm flipH="1">
              <a:off x="2971801" y="2756416"/>
              <a:ext cx="152399" cy="27801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7" name="TextBox 6"/>
          <p:cNvSpPr txBox="1"/>
          <p:nvPr/>
        </p:nvSpPr>
        <p:spPr>
          <a:xfrm>
            <a:off x="1658995" y="2341208"/>
            <a:ext cx="312906" cy="369332"/>
          </a:xfrm>
          <a:prstGeom prst="rect">
            <a:avLst/>
          </a:prstGeom>
          <a:noFill/>
        </p:spPr>
        <p:txBody>
          <a:bodyPr wrap="none" rtlCol="0">
            <a:spAutoFit/>
          </a:bodyPr>
          <a:lstStyle/>
          <a:p>
            <a:r>
              <a:rPr lang="en-US" dirty="0"/>
              <a:t>1</a:t>
            </a:r>
          </a:p>
        </p:txBody>
      </p:sp>
      <p:sp>
        <p:nvSpPr>
          <p:cNvPr id="31" name="TextBox 30"/>
          <p:cNvSpPr txBox="1"/>
          <p:nvPr/>
        </p:nvSpPr>
        <p:spPr>
          <a:xfrm>
            <a:off x="1658995" y="3782043"/>
            <a:ext cx="312906" cy="369332"/>
          </a:xfrm>
          <a:prstGeom prst="rect">
            <a:avLst/>
          </a:prstGeom>
          <a:noFill/>
        </p:spPr>
        <p:txBody>
          <a:bodyPr wrap="none" rtlCol="0">
            <a:spAutoFit/>
          </a:bodyPr>
          <a:lstStyle/>
          <a:p>
            <a:r>
              <a:rPr lang="en-US" dirty="0"/>
              <a:t>2</a:t>
            </a:r>
          </a:p>
        </p:txBody>
      </p:sp>
      <p:sp>
        <p:nvSpPr>
          <p:cNvPr id="32" name="TextBox 31"/>
          <p:cNvSpPr txBox="1"/>
          <p:nvPr/>
        </p:nvSpPr>
        <p:spPr>
          <a:xfrm>
            <a:off x="6733629" y="3073738"/>
            <a:ext cx="312906" cy="369332"/>
          </a:xfrm>
          <a:prstGeom prst="rect">
            <a:avLst/>
          </a:prstGeom>
          <a:noFill/>
        </p:spPr>
        <p:txBody>
          <a:bodyPr wrap="none" rtlCol="0">
            <a:spAutoFit/>
          </a:bodyPr>
          <a:lstStyle/>
          <a:p>
            <a:r>
              <a:rPr lang="en-US" dirty="0"/>
              <a:t>3</a:t>
            </a:r>
          </a:p>
        </p:txBody>
      </p:sp>
      <p:sp>
        <p:nvSpPr>
          <p:cNvPr id="33" name="TextBox 32"/>
          <p:cNvSpPr txBox="1"/>
          <p:nvPr/>
        </p:nvSpPr>
        <p:spPr>
          <a:xfrm>
            <a:off x="5705575" y="4684309"/>
            <a:ext cx="312906" cy="369332"/>
          </a:xfrm>
          <a:prstGeom prst="rect">
            <a:avLst/>
          </a:prstGeom>
          <a:noFill/>
        </p:spPr>
        <p:txBody>
          <a:bodyPr wrap="none" rtlCol="0">
            <a:spAutoFit/>
          </a:bodyPr>
          <a:lstStyle/>
          <a:p>
            <a:r>
              <a:rPr lang="en-US" dirty="0"/>
              <a:t>4</a:t>
            </a:r>
          </a:p>
        </p:txBody>
      </p:sp>
    </p:spTree>
    <p:extLst>
      <p:ext uri="{BB962C8B-B14F-4D97-AF65-F5344CB8AC3E}">
        <p14:creationId xmlns:p14="http://schemas.microsoft.com/office/powerpoint/2010/main" val="1743391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bwMode="auto">
          <a:xfrm>
            <a:off x="946484" y="1276349"/>
            <a:ext cx="4616116" cy="3517041"/>
          </a:xfrm>
          <a:prstGeom prst="rect">
            <a:avLst/>
          </a:prstGeom>
          <a:noFill/>
          <a:ln w="9525">
            <a:noFill/>
            <a:miter lim="800000"/>
            <a:headEnd/>
            <a:tailEnd/>
          </a:ln>
        </p:spPr>
      </p:pic>
      <p:sp>
        <p:nvSpPr>
          <p:cNvPr id="5" name="Oval 4"/>
          <p:cNvSpPr/>
          <p:nvPr/>
        </p:nvSpPr>
        <p:spPr>
          <a:xfrm rot="19218772">
            <a:off x="3517941" y="3554625"/>
            <a:ext cx="45719" cy="4571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rot="19218772">
            <a:off x="3485751" y="3619004"/>
            <a:ext cx="45719" cy="4571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hape 261"/>
          <p:cNvSpPr txBox="1"/>
          <p:nvPr/>
        </p:nvSpPr>
        <p:spPr>
          <a:xfrm>
            <a:off x="742950" y="277666"/>
            <a:ext cx="7886700" cy="610649"/>
          </a:xfrm>
          <a:prstGeom prst="rect">
            <a:avLst/>
          </a:prstGeom>
          <a:noFill/>
          <a:ln>
            <a:noFill/>
          </a:ln>
        </p:spPr>
        <p:txBody>
          <a:bodyPr lIns="68569" tIns="34275" rIns="68569" bIns="34275" anchor="ctr" anchorCtr="0">
            <a:noAutofit/>
          </a:bodyPr>
          <a:lstStyle/>
          <a:p>
            <a:pPr>
              <a:lnSpc>
                <a:spcPct val="90000"/>
              </a:lnSpc>
              <a:spcBef>
                <a:spcPts val="0"/>
              </a:spcBef>
              <a:buClr>
                <a:schemeClr val="dk1"/>
              </a:buClr>
              <a:buSzPct val="25000"/>
            </a:pPr>
            <a:r>
              <a:rPr lang="en-US" sz="3300" dirty="0">
                <a:solidFill>
                  <a:schemeClr val="dk2"/>
                </a:solidFill>
                <a:latin typeface="Calibri"/>
                <a:ea typeface="Calibri"/>
                <a:cs typeface="Calibri"/>
                <a:sym typeface="Calibri"/>
              </a:rPr>
              <a:t>Normal Anatomy: CN VIII</a:t>
            </a:r>
          </a:p>
        </p:txBody>
      </p:sp>
      <p:cxnSp>
        <p:nvCxnSpPr>
          <p:cNvPr id="3" name="Straight Arrow Connector 2">
            <a:extLst>
              <a:ext uri="{FF2B5EF4-FFF2-40B4-BE49-F238E27FC236}">
                <a16:creationId xmlns:a16="http://schemas.microsoft.com/office/drawing/2014/main" id="{380D7C4E-17C1-49F5-B396-E45690567185}"/>
              </a:ext>
            </a:extLst>
          </p:cNvPr>
          <p:cNvCxnSpPr>
            <a:cxnSpLocks/>
          </p:cNvCxnSpPr>
          <p:nvPr/>
        </p:nvCxnSpPr>
        <p:spPr>
          <a:xfrm flipH="1">
            <a:off x="3653395" y="3545295"/>
            <a:ext cx="690005" cy="28764"/>
          </a:xfrm>
          <a:prstGeom prst="straightConnector1">
            <a:avLst/>
          </a:prstGeom>
          <a:ln w="19050">
            <a:solidFill>
              <a:srgbClr val="FFF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97401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 Anatomy: CN VIII</a:t>
            </a:r>
          </a:p>
        </p:txBody>
      </p:sp>
      <p:grpSp>
        <p:nvGrpSpPr>
          <p:cNvPr id="9" name="Group 8"/>
          <p:cNvGrpSpPr/>
          <p:nvPr/>
        </p:nvGrpSpPr>
        <p:grpSpPr>
          <a:xfrm>
            <a:off x="685800" y="1504950"/>
            <a:ext cx="7543800" cy="3200400"/>
            <a:chOff x="1524000" y="1047750"/>
            <a:chExt cx="7020951" cy="2667000"/>
          </a:xfrm>
        </p:grpSpPr>
        <p:pic>
          <p:nvPicPr>
            <p:cNvPr id="1030" name="Picture 6" descr="P:\Ho\cranial nerves pons mri.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0" y="1047750"/>
              <a:ext cx="2667000" cy="2667000"/>
            </a:xfrm>
            <a:prstGeom prst="rect">
              <a:avLst/>
            </a:prstGeom>
            <a:noFill/>
            <a:extLst>
              <a:ext uri="{909E8E84-426E-40DD-AFC4-6F175D3DCCD1}">
                <a14:hiddenFill xmlns:a14="http://schemas.microsoft.com/office/drawing/2010/main">
                  <a:solidFill>
                    <a:srgbClr val="FFFFFF"/>
                  </a:solidFill>
                </a14:hiddenFill>
              </a:ext>
            </a:extLst>
          </p:spPr>
        </p:pic>
        <p:sp>
          <p:nvSpPr>
            <p:cNvPr id="1038" name="Rectangle 1037"/>
            <p:cNvSpPr/>
            <p:nvPr/>
          </p:nvSpPr>
          <p:spPr>
            <a:xfrm>
              <a:off x="2605454" y="2361379"/>
              <a:ext cx="543783" cy="333883"/>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2" name="Picture 8" descr="P:\Ho\cranial nerves pons mri.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4724400" y="1193589"/>
              <a:ext cx="3820551" cy="2259268"/>
            </a:xfrm>
            <a:prstGeom prst="rect">
              <a:avLst/>
            </a:prstGeom>
            <a:noFill/>
            <a:ln>
              <a:solidFill>
                <a:schemeClr val="tx2"/>
              </a:solidFill>
            </a:ln>
            <a:extLst>
              <a:ext uri="{909E8E84-426E-40DD-AFC4-6F175D3DCCD1}">
                <a14:hiddenFill xmlns:a14="http://schemas.microsoft.com/office/drawing/2010/main">
                  <a:solidFill>
                    <a:srgbClr val="FFFFFF"/>
                  </a:solidFill>
                </a14:hiddenFill>
              </a:ext>
            </a:extLst>
          </p:spPr>
        </p:pic>
        <p:cxnSp>
          <p:nvCxnSpPr>
            <p:cNvPr id="14" name="Straight Arrow Connector 13"/>
            <p:cNvCxnSpPr/>
            <p:nvPr/>
          </p:nvCxnSpPr>
          <p:spPr>
            <a:xfrm>
              <a:off x="3190500" y="2710369"/>
              <a:ext cx="1533900" cy="742488"/>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V="1">
              <a:off x="3190500" y="1193589"/>
              <a:ext cx="1533900" cy="1179066"/>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grpSp>
      <p:sp>
        <p:nvSpPr>
          <p:cNvPr id="8" name="Freeform 7"/>
          <p:cNvSpPr/>
          <p:nvPr/>
        </p:nvSpPr>
        <p:spPr>
          <a:xfrm rot="21251215">
            <a:off x="7252604" y="2530841"/>
            <a:ext cx="712381" cy="304800"/>
          </a:xfrm>
          <a:custGeom>
            <a:avLst/>
            <a:gdLst>
              <a:gd name="connsiteX0" fmla="*/ 0 w 733926"/>
              <a:gd name="connsiteY0" fmla="*/ 336884 h 336884"/>
              <a:gd name="connsiteX1" fmla="*/ 156411 w 733926"/>
              <a:gd name="connsiteY1" fmla="*/ 324852 h 336884"/>
              <a:gd name="connsiteX2" fmla="*/ 192505 w 733926"/>
              <a:gd name="connsiteY2" fmla="*/ 312821 h 336884"/>
              <a:gd name="connsiteX3" fmla="*/ 216569 w 733926"/>
              <a:gd name="connsiteY3" fmla="*/ 288758 h 336884"/>
              <a:gd name="connsiteX4" fmla="*/ 288758 w 733926"/>
              <a:gd name="connsiteY4" fmla="*/ 264694 h 336884"/>
              <a:gd name="connsiteX5" fmla="*/ 324853 w 733926"/>
              <a:gd name="connsiteY5" fmla="*/ 252663 h 336884"/>
              <a:gd name="connsiteX6" fmla="*/ 397042 w 733926"/>
              <a:gd name="connsiteY6" fmla="*/ 204537 h 336884"/>
              <a:gd name="connsiteX7" fmla="*/ 421105 w 733926"/>
              <a:gd name="connsiteY7" fmla="*/ 180473 h 336884"/>
              <a:gd name="connsiteX8" fmla="*/ 457200 w 733926"/>
              <a:gd name="connsiteY8" fmla="*/ 168442 h 336884"/>
              <a:gd name="connsiteX9" fmla="*/ 493295 w 733926"/>
              <a:gd name="connsiteY9" fmla="*/ 144379 h 336884"/>
              <a:gd name="connsiteX10" fmla="*/ 529390 w 733926"/>
              <a:gd name="connsiteY10" fmla="*/ 132347 h 336884"/>
              <a:gd name="connsiteX11" fmla="*/ 589548 w 733926"/>
              <a:gd name="connsiteY11" fmla="*/ 84221 h 336884"/>
              <a:gd name="connsiteX12" fmla="*/ 625642 w 733926"/>
              <a:gd name="connsiteY12" fmla="*/ 60158 h 336884"/>
              <a:gd name="connsiteX13" fmla="*/ 661737 w 733926"/>
              <a:gd name="connsiteY13" fmla="*/ 48126 h 336884"/>
              <a:gd name="connsiteX14" fmla="*/ 733926 w 733926"/>
              <a:gd name="connsiteY14" fmla="*/ 0 h 336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3926" h="336884">
                <a:moveTo>
                  <a:pt x="0" y="336884"/>
                </a:moveTo>
                <a:cubicBezTo>
                  <a:pt x="52137" y="332873"/>
                  <a:pt x="104524" y="331338"/>
                  <a:pt x="156411" y="324852"/>
                </a:cubicBezTo>
                <a:cubicBezTo>
                  <a:pt x="168995" y="323279"/>
                  <a:pt x="181630" y="319346"/>
                  <a:pt x="192505" y="312821"/>
                </a:cubicBezTo>
                <a:cubicBezTo>
                  <a:pt x="202232" y="306985"/>
                  <a:pt x="206423" y="293831"/>
                  <a:pt x="216569" y="288758"/>
                </a:cubicBezTo>
                <a:cubicBezTo>
                  <a:pt x="239256" y="277414"/>
                  <a:pt x="264695" y="272715"/>
                  <a:pt x="288758" y="264694"/>
                </a:cubicBezTo>
                <a:lnTo>
                  <a:pt x="324853" y="252663"/>
                </a:lnTo>
                <a:cubicBezTo>
                  <a:pt x="348916" y="236621"/>
                  <a:pt x="376593" y="224987"/>
                  <a:pt x="397042" y="204537"/>
                </a:cubicBezTo>
                <a:cubicBezTo>
                  <a:pt x="405063" y="196516"/>
                  <a:pt x="411378" y="186309"/>
                  <a:pt x="421105" y="180473"/>
                </a:cubicBezTo>
                <a:cubicBezTo>
                  <a:pt x="431980" y="173948"/>
                  <a:pt x="445168" y="172452"/>
                  <a:pt x="457200" y="168442"/>
                </a:cubicBezTo>
                <a:cubicBezTo>
                  <a:pt x="469232" y="160421"/>
                  <a:pt x="480361" y="150846"/>
                  <a:pt x="493295" y="144379"/>
                </a:cubicBezTo>
                <a:cubicBezTo>
                  <a:pt x="504639" y="138707"/>
                  <a:pt x="519487" y="140270"/>
                  <a:pt x="529390" y="132347"/>
                </a:cubicBezTo>
                <a:cubicBezTo>
                  <a:pt x="607133" y="70152"/>
                  <a:pt x="498825" y="114460"/>
                  <a:pt x="589548" y="84221"/>
                </a:cubicBezTo>
                <a:cubicBezTo>
                  <a:pt x="601579" y="76200"/>
                  <a:pt x="612709" y="66625"/>
                  <a:pt x="625642" y="60158"/>
                </a:cubicBezTo>
                <a:cubicBezTo>
                  <a:pt x="636986" y="54486"/>
                  <a:pt x="650650" y="54285"/>
                  <a:pt x="661737" y="48126"/>
                </a:cubicBezTo>
                <a:cubicBezTo>
                  <a:pt x="687018" y="34081"/>
                  <a:pt x="733926" y="0"/>
                  <a:pt x="733926" y="0"/>
                </a:cubicBezTo>
              </a:path>
            </a:pathLst>
          </a:cu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67195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 Anatomy: CN VIII</a:t>
            </a:r>
          </a:p>
        </p:txBody>
      </p:sp>
      <p:sp>
        <p:nvSpPr>
          <p:cNvPr id="3" name="Content Placeholder 2"/>
          <p:cNvSpPr>
            <a:spLocks noGrp="1"/>
          </p:cNvSpPr>
          <p:nvPr>
            <p:ph idx="1"/>
          </p:nvPr>
        </p:nvSpPr>
        <p:spPr>
          <a:xfrm>
            <a:off x="419100" y="4534238"/>
            <a:ext cx="8763000" cy="646973"/>
          </a:xfrm>
        </p:spPr>
        <p:txBody>
          <a:bodyPr/>
          <a:lstStyle/>
          <a:p>
            <a:pPr marL="0" indent="0" algn="ctr">
              <a:buNone/>
            </a:pPr>
            <a:r>
              <a:rPr lang="en-US" sz="1800" dirty="0">
                <a:solidFill>
                  <a:schemeClr val="accent5"/>
                </a:solidFill>
                <a:latin typeface="Times New Roman" charset="0"/>
                <a:ea typeface="Times New Roman" charset="0"/>
                <a:cs typeface="Times New Roman" charset="0"/>
              </a:rPr>
              <a:t>Axial FIESTA through the CP angle cistern showing ventral position of </a:t>
            </a:r>
            <a:r>
              <a:rPr lang="en-US" sz="1800" dirty="0">
                <a:solidFill>
                  <a:srgbClr val="0070C0"/>
                </a:solidFill>
                <a:latin typeface="Times New Roman" charset="0"/>
                <a:ea typeface="Times New Roman" charset="0"/>
                <a:cs typeface="Times New Roman" charset="0"/>
              </a:rPr>
              <a:t>CN VII </a:t>
            </a:r>
            <a:r>
              <a:rPr lang="en-US" sz="1800" dirty="0">
                <a:solidFill>
                  <a:schemeClr val="accent5"/>
                </a:solidFill>
                <a:latin typeface="Times New Roman" charset="0"/>
                <a:ea typeface="Times New Roman" charset="0"/>
                <a:cs typeface="Times New Roman" charset="0"/>
              </a:rPr>
              <a:t>relative to more dorsal </a:t>
            </a:r>
            <a:r>
              <a:rPr lang="en-US" sz="1800" dirty="0">
                <a:solidFill>
                  <a:srgbClr val="FF0000"/>
                </a:solidFill>
                <a:latin typeface="Times New Roman" charset="0"/>
                <a:ea typeface="Times New Roman" charset="0"/>
                <a:cs typeface="Times New Roman" charset="0"/>
              </a:rPr>
              <a:t>CN VIII</a:t>
            </a:r>
          </a:p>
        </p:txBody>
      </p:sp>
      <p:grpSp>
        <p:nvGrpSpPr>
          <p:cNvPr id="7" name="Group 6"/>
          <p:cNvGrpSpPr/>
          <p:nvPr/>
        </p:nvGrpSpPr>
        <p:grpSpPr>
          <a:xfrm>
            <a:off x="685801" y="1428751"/>
            <a:ext cx="4572000" cy="2848471"/>
            <a:chOff x="838199" y="1428751"/>
            <a:chExt cx="4419601" cy="2761885"/>
          </a:xfrm>
        </p:grpSpPr>
        <p:pic>
          <p:nvPicPr>
            <p:cNvPr id="1026" name="Picture 2" descr="P:\Ho\cranial nerves 4.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838199" y="1428751"/>
              <a:ext cx="3886201" cy="1977797"/>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p:cNvSpPr/>
            <p:nvPr/>
          </p:nvSpPr>
          <p:spPr>
            <a:xfrm>
              <a:off x="3124200" y="1885950"/>
              <a:ext cx="990600" cy="914400"/>
            </a:xfrm>
            <a:prstGeom prst="rect">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p:cNvCxnSpPr/>
            <p:nvPr/>
          </p:nvCxnSpPr>
          <p:spPr>
            <a:xfrm flipV="1">
              <a:off x="4114800" y="1524925"/>
              <a:ext cx="1143000" cy="361025"/>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4152900" y="2789512"/>
              <a:ext cx="1104900" cy="1401124"/>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 name="Group 12"/>
          <p:cNvGrpSpPr/>
          <p:nvPr/>
        </p:nvGrpSpPr>
        <p:grpSpPr>
          <a:xfrm>
            <a:off x="5334000" y="1524924"/>
            <a:ext cx="3048000" cy="2752298"/>
            <a:chOff x="5334000" y="1524924"/>
            <a:chExt cx="3048000" cy="2752298"/>
          </a:xfrm>
        </p:grpSpPr>
        <p:pic>
          <p:nvPicPr>
            <p:cNvPr id="1027" name="Picture 3" descr="P:\Ho\cranial nerves 4.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5334000" y="1524924"/>
              <a:ext cx="3048000" cy="2752298"/>
            </a:xfrm>
            <a:prstGeom prst="rect">
              <a:avLst/>
            </a:prstGeom>
            <a:solidFill>
              <a:srgbClr val="FF0000"/>
            </a:solidFill>
            <a:ln>
              <a:solidFill>
                <a:schemeClr val="tx2"/>
              </a:solidFill>
            </a:ln>
          </p:spPr>
        </p:pic>
        <p:sp>
          <p:nvSpPr>
            <p:cNvPr id="11" name="Freeform 10"/>
            <p:cNvSpPr/>
            <p:nvPr/>
          </p:nvSpPr>
          <p:spPr>
            <a:xfrm>
              <a:off x="6019800" y="2843350"/>
              <a:ext cx="609599" cy="261800"/>
            </a:xfrm>
            <a:custGeom>
              <a:avLst/>
              <a:gdLst>
                <a:gd name="connsiteX0" fmla="*/ 0 w 941832"/>
                <a:gd name="connsiteY0" fmla="*/ 420624 h 420624"/>
                <a:gd name="connsiteX1" fmla="*/ 512064 w 941832"/>
                <a:gd name="connsiteY1" fmla="*/ 228600 h 420624"/>
                <a:gd name="connsiteX2" fmla="*/ 740664 w 941832"/>
                <a:gd name="connsiteY2" fmla="*/ 100584 h 420624"/>
                <a:gd name="connsiteX3" fmla="*/ 905256 w 941832"/>
                <a:gd name="connsiteY3" fmla="*/ 18288 h 420624"/>
                <a:gd name="connsiteX4" fmla="*/ 941832 w 941832"/>
                <a:gd name="connsiteY4" fmla="*/ 0 h 420624"/>
                <a:gd name="connsiteX5" fmla="*/ 941832 w 941832"/>
                <a:gd name="connsiteY5" fmla="*/ 0 h 420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1832" h="420624">
                  <a:moveTo>
                    <a:pt x="0" y="420624"/>
                  </a:moveTo>
                  <a:cubicBezTo>
                    <a:pt x="194310" y="351282"/>
                    <a:pt x="388620" y="281940"/>
                    <a:pt x="512064" y="228600"/>
                  </a:cubicBezTo>
                  <a:cubicBezTo>
                    <a:pt x="635508" y="175260"/>
                    <a:pt x="675132" y="135636"/>
                    <a:pt x="740664" y="100584"/>
                  </a:cubicBezTo>
                  <a:cubicBezTo>
                    <a:pt x="806196" y="65532"/>
                    <a:pt x="905256" y="18288"/>
                    <a:pt x="905256" y="18288"/>
                  </a:cubicBezTo>
                  <a:lnTo>
                    <a:pt x="941832" y="0"/>
                  </a:lnTo>
                  <a:lnTo>
                    <a:pt x="941832" y="0"/>
                  </a:lnTo>
                </a:path>
              </a:pathLst>
            </a:custGeom>
            <a:noFill/>
            <a:ln w="50800">
              <a:solidFill>
                <a:srgbClr val="FF0000">
                  <a:alpha val="83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p:cNvSpPr/>
            <p:nvPr/>
          </p:nvSpPr>
          <p:spPr>
            <a:xfrm>
              <a:off x="5916169" y="2724150"/>
              <a:ext cx="713230" cy="289179"/>
            </a:xfrm>
            <a:custGeom>
              <a:avLst/>
              <a:gdLst>
                <a:gd name="connsiteX0" fmla="*/ 0 w 941832"/>
                <a:gd name="connsiteY0" fmla="*/ 420624 h 420624"/>
                <a:gd name="connsiteX1" fmla="*/ 512064 w 941832"/>
                <a:gd name="connsiteY1" fmla="*/ 228600 h 420624"/>
                <a:gd name="connsiteX2" fmla="*/ 740664 w 941832"/>
                <a:gd name="connsiteY2" fmla="*/ 100584 h 420624"/>
                <a:gd name="connsiteX3" fmla="*/ 905256 w 941832"/>
                <a:gd name="connsiteY3" fmla="*/ 18288 h 420624"/>
                <a:gd name="connsiteX4" fmla="*/ 941832 w 941832"/>
                <a:gd name="connsiteY4" fmla="*/ 0 h 420624"/>
                <a:gd name="connsiteX5" fmla="*/ 941832 w 941832"/>
                <a:gd name="connsiteY5" fmla="*/ 0 h 420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1832" h="420624">
                  <a:moveTo>
                    <a:pt x="0" y="420624"/>
                  </a:moveTo>
                  <a:cubicBezTo>
                    <a:pt x="194310" y="351282"/>
                    <a:pt x="388620" y="281940"/>
                    <a:pt x="512064" y="228600"/>
                  </a:cubicBezTo>
                  <a:cubicBezTo>
                    <a:pt x="635508" y="175260"/>
                    <a:pt x="675132" y="135636"/>
                    <a:pt x="740664" y="100584"/>
                  </a:cubicBezTo>
                  <a:cubicBezTo>
                    <a:pt x="806196" y="65532"/>
                    <a:pt x="905256" y="18288"/>
                    <a:pt x="905256" y="18288"/>
                  </a:cubicBezTo>
                  <a:lnTo>
                    <a:pt x="941832" y="0"/>
                  </a:lnTo>
                  <a:lnTo>
                    <a:pt x="941832" y="0"/>
                  </a:lnTo>
                </a:path>
              </a:pathLst>
            </a:custGeom>
            <a:noFill/>
            <a:ln w="539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348997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 Anatomy: CN VIII</a:t>
            </a:r>
          </a:p>
        </p:txBody>
      </p:sp>
      <p:sp>
        <p:nvSpPr>
          <p:cNvPr id="3" name="Content Placeholder 2"/>
          <p:cNvSpPr>
            <a:spLocks noGrp="1"/>
          </p:cNvSpPr>
          <p:nvPr>
            <p:ph idx="1"/>
          </p:nvPr>
        </p:nvSpPr>
        <p:spPr>
          <a:xfrm>
            <a:off x="381000" y="4241509"/>
            <a:ext cx="8763000" cy="585418"/>
          </a:xfrm>
        </p:spPr>
        <p:txBody>
          <a:bodyPr/>
          <a:lstStyle/>
          <a:p>
            <a:pPr marL="0" indent="0" algn="ctr">
              <a:buNone/>
            </a:pPr>
            <a:r>
              <a:rPr lang="en-US" sz="1600" dirty="0">
                <a:solidFill>
                  <a:schemeClr val="accent5"/>
                </a:solidFill>
                <a:latin typeface="Times New Roman" charset="0"/>
                <a:ea typeface="Times New Roman" charset="0"/>
                <a:cs typeface="Times New Roman" charset="0"/>
              </a:rPr>
              <a:t>Inset shows anterior and superior position of the</a:t>
            </a:r>
            <a:r>
              <a:rPr lang="en-US" sz="1600" dirty="0">
                <a:solidFill>
                  <a:schemeClr val="tx2"/>
                </a:solidFill>
                <a:latin typeface="Times New Roman" charset="0"/>
                <a:ea typeface="Times New Roman" charset="0"/>
                <a:cs typeface="Times New Roman" charset="0"/>
              </a:rPr>
              <a:t> </a:t>
            </a:r>
            <a:r>
              <a:rPr lang="en-US" sz="1600" dirty="0">
                <a:solidFill>
                  <a:srgbClr val="0070C0"/>
                </a:solidFill>
                <a:latin typeface="Times New Roman" charset="0"/>
                <a:ea typeface="Times New Roman" charset="0"/>
                <a:cs typeface="Times New Roman" charset="0"/>
              </a:rPr>
              <a:t>facial nerve</a:t>
            </a:r>
            <a:r>
              <a:rPr lang="en-US" sz="1600" dirty="0">
                <a:solidFill>
                  <a:schemeClr val="accent5"/>
                </a:solidFill>
                <a:latin typeface="Times New Roman" charset="0"/>
                <a:ea typeface="Times New Roman" charset="0"/>
                <a:cs typeface="Times New Roman" charset="0"/>
              </a:rPr>
              <a:t>, anterior inferior </a:t>
            </a:r>
            <a:r>
              <a:rPr lang="en-US" sz="1600" dirty="0">
                <a:solidFill>
                  <a:srgbClr val="FF0000"/>
                </a:solidFill>
                <a:latin typeface="Times New Roman" charset="0"/>
                <a:ea typeface="Times New Roman" charset="0"/>
                <a:cs typeface="Times New Roman" charset="0"/>
              </a:rPr>
              <a:t>cochlear nerve</a:t>
            </a:r>
            <a:r>
              <a:rPr lang="en-US" sz="1600" dirty="0">
                <a:solidFill>
                  <a:schemeClr val="accent5"/>
                </a:solidFill>
                <a:latin typeface="Times New Roman" charset="0"/>
                <a:ea typeface="Times New Roman" charset="0"/>
                <a:cs typeface="Times New Roman" charset="0"/>
              </a:rPr>
              <a:t>, and posteriorly within the IAC are the </a:t>
            </a:r>
            <a:r>
              <a:rPr lang="en-US" sz="1600" dirty="0">
                <a:solidFill>
                  <a:srgbClr val="FFFF00"/>
                </a:solidFill>
                <a:latin typeface="Times New Roman" charset="0"/>
                <a:ea typeface="Times New Roman" charset="0"/>
                <a:cs typeface="Times New Roman" charset="0"/>
              </a:rPr>
              <a:t>superior</a:t>
            </a:r>
            <a:r>
              <a:rPr lang="en-US" sz="1600" dirty="0">
                <a:solidFill>
                  <a:schemeClr val="tx2"/>
                </a:solidFill>
                <a:latin typeface="Times New Roman" charset="0"/>
                <a:ea typeface="Times New Roman" charset="0"/>
                <a:cs typeface="Times New Roman" charset="0"/>
              </a:rPr>
              <a:t> </a:t>
            </a:r>
            <a:r>
              <a:rPr lang="en-US" sz="1600" dirty="0">
                <a:solidFill>
                  <a:schemeClr val="accent5"/>
                </a:solidFill>
                <a:latin typeface="Times New Roman" charset="0"/>
                <a:ea typeface="Times New Roman" charset="0"/>
                <a:cs typeface="Times New Roman" charset="0"/>
              </a:rPr>
              <a:t>and</a:t>
            </a:r>
            <a:r>
              <a:rPr lang="en-US" sz="1600" dirty="0">
                <a:solidFill>
                  <a:schemeClr val="tx2"/>
                </a:solidFill>
                <a:latin typeface="Times New Roman" charset="0"/>
                <a:ea typeface="Times New Roman" charset="0"/>
                <a:cs typeface="Times New Roman" charset="0"/>
              </a:rPr>
              <a:t> </a:t>
            </a:r>
            <a:r>
              <a:rPr lang="en-US" sz="1600" dirty="0">
                <a:solidFill>
                  <a:srgbClr val="00B050"/>
                </a:solidFill>
                <a:latin typeface="Times New Roman" charset="0"/>
                <a:ea typeface="Times New Roman" charset="0"/>
                <a:cs typeface="Times New Roman" charset="0"/>
              </a:rPr>
              <a:t>inferior</a:t>
            </a:r>
            <a:r>
              <a:rPr lang="en-US" sz="1600" dirty="0">
                <a:solidFill>
                  <a:schemeClr val="tx2"/>
                </a:solidFill>
                <a:latin typeface="Times New Roman" charset="0"/>
                <a:ea typeface="Times New Roman" charset="0"/>
                <a:cs typeface="Times New Roman" charset="0"/>
              </a:rPr>
              <a:t> </a:t>
            </a:r>
            <a:r>
              <a:rPr lang="en-US" sz="1600" dirty="0">
                <a:solidFill>
                  <a:schemeClr val="accent5"/>
                </a:solidFill>
                <a:latin typeface="Times New Roman" charset="0"/>
                <a:ea typeface="Times New Roman" charset="0"/>
                <a:cs typeface="Times New Roman" charset="0"/>
              </a:rPr>
              <a:t>divisions of the vestibular nerve</a:t>
            </a:r>
          </a:p>
        </p:txBody>
      </p:sp>
      <p:grpSp>
        <p:nvGrpSpPr>
          <p:cNvPr id="7" name="Group 6"/>
          <p:cNvGrpSpPr/>
          <p:nvPr/>
        </p:nvGrpSpPr>
        <p:grpSpPr>
          <a:xfrm>
            <a:off x="5780314" y="1370823"/>
            <a:ext cx="2906486" cy="2740203"/>
            <a:chOff x="5780314" y="1370823"/>
            <a:chExt cx="2906486" cy="2740203"/>
          </a:xfrm>
        </p:grpSpPr>
        <p:pic>
          <p:nvPicPr>
            <p:cNvPr id="2051" name="Picture 3" descr="P:\Ho\cranial nerves sagittal 2.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5780314" y="1370823"/>
              <a:ext cx="2906486" cy="2740203"/>
            </a:xfrm>
            <a:prstGeom prst="rect">
              <a:avLst/>
            </a:prstGeom>
            <a:noFill/>
            <a:ln>
              <a:solidFill>
                <a:schemeClr val="tx2"/>
              </a:solidFill>
            </a:ln>
            <a:extLst>
              <a:ext uri="{909E8E84-426E-40DD-AFC4-6F175D3DCCD1}">
                <a14:hiddenFill xmlns:a14="http://schemas.microsoft.com/office/drawing/2010/main">
                  <a:solidFill>
                    <a:srgbClr val="FFFFFF"/>
                  </a:solidFill>
                </a14:hiddenFill>
              </a:ext>
            </a:extLst>
          </p:spPr>
        </p:pic>
        <p:sp>
          <p:nvSpPr>
            <p:cNvPr id="4" name="Oval 3"/>
            <p:cNvSpPr/>
            <p:nvPr/>
          </p:nvSpPr>
          <p:spPr>
            <a:xfrm>
              <a:off x="7184571" y="2702824"/>
              <a:ext cx="73478" cy="8686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184571" y="2452118"/>
              <a:ext cx="94705" cy="86863"/>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7378959" y="2484496"/>
              <a:ext cx="76200" cy="97445"/>
            </a:xfrm>
            <a:prstGeom prst="ellipse">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7378959" y="2659392"/>
              <a:ext cx="76200" cy="86863"/>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p:cNvGrpSpPr/>
          <p:nvPr/>
        </p:nvGrpSpPr>
        <p:grpSpPr>
          <a:xfrm>
            <a:off x="695131" y="1370823"/>
            <a:ext cx="5019869" cy="2648727"/>
            <a:chOff x="695131" y="1370823"/>
            <a:chExt cx="5019869" cy="2648727"/>
          </a:xfrm>
        </p:grpSpPr>
        <p:pic>
          <p:nvPicPr>
            <p:cNvPr id="2050" name="Picture 2" descr="P:\Ho\cranial nerves sagittal.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695131" y="1377099"/>
              <a:ext cx="4581331" cy="2071397"/>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2590800" y="2211134"/>
              <a:ext cx="762000" cy="741616"/>
            </a:xfrm>
            <a:prstGeom prst="rect">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p:cNvCxnSpPr/>
            <p:nvPr/>
          </p:nvCxnSpPr>
          <p:spPr>
            <a:xfrm flipV="1">
              <a:off x="3438331" y="1370823"/>
              <a:ext cx="2276669" cy="858997"/>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3373017" y="2962717"/>
              <a:ext cx="2307614" cy="1056833"/>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grpSp>
      <p:sp>
        <p:nvSpPr>
          <p:cNvPr id="15" name="TextBox 14"/>
          <p:cNvSpPr txBox="1"/>
          <p:nvPr/>
        </p:nvSpPr>
        <p:spPr>
          <a:xfrm>
            <a:off x="5493370" y="1071451"/>
            <a:ext cx="3571812" cy="307777"/>
          </a:xfrm>
          <a:prstGeom prst="rect">
            <a:avLst/>
          </a:prstGeom>
          <a:noFill/>
        </p:spPr>
        <p:txBody>
          <a:bodyPr wrap="none" rtlCol="0">
            <a:spAutoFit/>
          </a:bodyPr>
          <a:lstStyle/>
          <a:p>
            <a:r>
              <a:rPr lang="en-US" sz="1400" dirty="0">
                <a:solidFill>
                  <a:schemeClr val="tx2"/>
                </a:solidFill>
              </a:rPr>
              <a:t>Magnified sagittal oblique through the IAC</a:t>
            </a:r>
          </a:p>
        </p:txBody>
      </p:sp>
    </p:spTree>
    <p:extLst>
      <p:ext uri="{BB962C8B-B14F-4D97-AF65-F5344CB8AC3E}">
        <p14:creationId xmlns:p14="http://schemas.microsoft.com/office/powerpoint/2010/main" val="36541162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 Anatomy: CN VIII</a:t>
            </a:r>
          </a:p>
        </p:txBody>
      </p:sp>
      <p:grpSp>
        <p:nvGrpSpPr>
          <p:cNvPr id="8" name="Group 7"/>
          <p:cNvGrpSpPr/>
          <p:nvPr/>
        </p:nvGrpSpPr>
        <p:grpSpPr>
          <a:xfrm>
            <a:off x="4724400" y="1264732"/>
            <a:ext cx="3810000" cy="2991902"/>
            <a:chOff x="4724400" y="1264732"/>
            <a:chExt cx="3810000" cy="2991902"/>
          </a:xfrm>
        </p:grpSpPr>
        <p:pic>
          <p:nvPicPr>
            <p:cNvPr id="1027" name="Picture 3" descr="P:\Ho\cranial nerves cochlear aperture 4.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4724400" y="1264732"/>
              <a:ext cx="3810000" cy="2991902"/>
            </a:xfrm>
            <a:prstGeom prst="rect">
              <a:avLst/>
            </a:prstGeom>
            <a:noFill/>
            <a:ln>
              <a:solidFill>
                <a:srgbClr val="FFC000"/>
              </a:solidFill>
            </a:ln>
            <a:extLst>
              <a:ext uri="{909E8E84-426E-40DD-AFC4-6F175D3DCCD1}">
                <a14:hiddenFill xmlns:a14="http://schemas.microsoft.com/office/drawing/2010/main">
                  <a:solidFill>
                    <a:srgbClr val="FFFFFF"/>
                  </a:solidFill>
                </a14:hiddenFill>
              </a:ext>
            </a:extLst>
          </p:spPr>
        </p:pic>
        <p:cxnSp>
          <p:nvCxnSpPr>
            <p:cNvPr id="12" name="Straight Connector 11"/>
            <p:cNvCxnSpPr/>
            <p:nvPr/>
          </p:nvCxnSpPr>
          <p:spPr>
            <a:xfrm>
              <a:off x="6324600" y="2800350"/>
              <a:ext cx="152400" cy="7620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869302" y="1047750"/>
            <a:ext cx="3778898" cy="3276600"/>
            <a:chOff x="869302" y="1047750"/>
            <a:chExt cx="3778898" cy="3276600"/>
          </a:xfrm>
        </p:grpSpPr>
        <p:pic>
          <p:nvPicPr>
            <p:cNvPr id="3074" name="Picture 2" descr="P:\Ho\cranial nerves cochlear aperture 4.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302" y="1047750"/>
              <a:ext cx="3276600" cy="3276600"/>
            </a:xfrm>
            <a:prstGeom prst="rect">
              <a:avLst/>
            </a:prstGeom>
            <a:noFill/>
            <a:ln w="3175">
              <a:noFill/>
            </a:ln>
            <a:extLst>
              <a:ext uri="{909E8E84-426E-40DD-AFC4-6F175D3DCCD1}">
                <a14:hiddenFill xmlns:a14="http://schemas.microsoft.com/office/drawing/2010/main">
                  <a:solidFill>
                    <a:srgbClr val="FFFFFF"/>
                  </a:solidFill>
                </a14:hiddenFill>
              </a:ext>
            </a:extLst>
          </p:spPr>
        </p:pic>
        <p:sp>
          <p:nvSpPr>
            <p:cNvPr id="13" name="Rectangle 12"/>
            <p:cNvSpPr/>
            <p:nvPr/>
          </p:nvSpPr>
          <p:spPr>
            <a:xfrm>
              <a:off x="1828800" y="2419350"/>
              <a:ext cx="990600" cy="762000"/>
            </a:xfrm>
            <a:prstGeom prst="rect">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p:nvPr/>
          </p:nvCxnSpPr>
          <p:spPr>
            <a:xfrm flipV="1">
              <a:off x="2895600" y="1352550"/>
              <a:ext cx="1752600" cy="1066800"/>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2892552" y="3181350"/>
              <a:ext cx="1755648" cy="1075284"/>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899185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Cranial nerves IX-XII</a:t>
            </a:r>
          </a:p>
        </p:txBody>
      </p:sp>
      <p:pic>
        <p:nvPicPr>
          <p:cNvPr id="4" name="Picture 3"/>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762000" y="1080516"/>
            <a:ext cx="4381500" cy="3810000"/>
          </a:xfrm>
          <a:prstGeom prst="rect">
            <a:avLst/>
          </a:prstGeom>
        </p:spPr>
      </p:pic>
      <p:pic>
        <p:nvPicPr>
          <p:cNvPr id="5" name="Picture 4"/>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5334000" y="1276350"/>
            <a:ext cx="3547703" cy="3113532"/>
          </a:xfrm>
          <a:prstGeom prst="rect">
            <a:avLst/>
          </a:prstGeom>
        </p:spPr>
      </p:pic>
      <p:sp>
        <p:nvSpPr>
          <p:cNvPr id="6" name="Rectangle 5"/>
          <p:cNvSpPr/>
          <p:nvPr/>
        </p:nvSpPr>
        <p:spPr>
          <a:xfrm>
            <a:off x="1981200" y="2343150"/>
            <a:ext cx="1905000" cy="1524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p:nvCxnSpPr>
        <p:spPr>
          <a:xfrm flipV="1">
            <a:off x="3886200" y="1276350"/>
            <a:ext cx="1447800" cy="1066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886200" y="3855389"/>
            <a:ext cx="1447800" cy="5344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7696200" y="2038350"/>
            <a:ext cx="526348" cy="458232"/>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7543800" y="1809750"/>
            <a:ext cx="228600" cy="53340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flipV="1">
            <a:off x="7696200" y="2763301"/>
            <a:ext cx="571500" cy="50781"/>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7315200" y="1630954"/>
            <a:ext cx="0" cy="535493"/>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95040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 Anatomy: Skull base  </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27815" y="1962150"/>
            <a:ext cx="3122477" cy="1981200"/>
          </a:xfrm>
          <a:prstGeom prst="rect">
            <a:avLst/>
          </a:prstGeom>
        </p:spPr>
      </p:pic>
      <p:sp>
        <p:nvSpPr>
          <p:cNvPr id="10" name="Title 1"/>
          <p:cNvSpPr txBox="1">
            <a:spLocks/>
          </p:cNvSpPr>
          <p:nvPr/>
        </p:nvSpPr>
        <p:spPr bwMode="auto">
          <a:xfrm>
            <a:off x="5941253" y="4334469"/>
            <a:ext cx="2895600" cy="36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1" fontAlgn="base" hangingPunct="1">
              <a:spcBef>
                <a:spcPct val="0"/>
              </a:spcBef>
              <a:spcAft>
                <a:spcPct val="0"/>
              </a:spcAft>
              <a:defRPr sz="4000">
                <a:solidFill>
                  <a:schemeClr val="tx2"/>
                </a:solidFill>
                <a:latin typeface="Times New Roman" panose="02020603050405020304" pitchFamily="18" charset="0"/>
                <a:ea typeface="+mj-ea"/>
                <a:cs typeface="Times New Roman" panose="02020603050405020304" pitchFamily="18" charset="0"/>
              </a:defRPr>
            </a:lvl1pPr>
            <a:lvl2pPr algn="l" rtl="0" eaLnBrk="1" fontAlgn="base" hangingPunct="1">
              <a:spcBef>
                <a:spcPct val="0"/>
              </a:spcBef>
              <a:spcAft>
                <a:spcPct val="0"/>
              </a:spcAft>
              <a:defRPr sz="4000">
                <a:solidFill>
                  <a:schemeClr val="tx2"/>
                </a:solidFill>
                <a:latin typeface="Trebuchet MS" pitchFamily="34" charset="0"/>
              </a:defRPr>
            </a:lvl2pPr>
            <a:lvl3pPr algn="l" rtl="0" eaLnBrk="1" fontAlgn="base" hangingPunct="1">
              <a:spcBef>
                <a:spcPct val="0"/>
              </a:spcBef>
              <a:spcAft>
                <a:spcPct val="0"/>
              </a:spcAft>
              <a:defRPr sz="4000">
                <a:solidFill>
                  <a:schemeClr val="tx2"/>
                </a:solidFill>
                <a:latin typeface="Trebuchet MS" pitchFamily="34" charset="0"/>
              </a:defRPr>
            </a:lvl3pPr>
            <a:lvl4pPr algn="l" rtl="0" eaLnBrk="1" fontAlgn="base" hangingPunct="1">
              <a:spcBef>
                <a:spcPct val="0"/>
              </a:spcBef>
              <a:spcAft>
                <a:spcPct val="0"/>
              </a:spcAft>
              <a:defRPr sz="4000">
                <a:solidFill>
                  <a:schemeClr val="tx2"/>
                </a:solidFill>
                <a:latin typeface="Trebuchet MS" pitchFamily="34" charset="0"/>
              </a:defRPr>
            </a:lvl4pPr>
            <a:lvl5pPr algn="l" rtl="0" eaLnBrk="1" fontAlgn="base" hangingPunct="1">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a:lstStyle>
          <a:p>
            <a:pPr algn="ctr"/>
            <a:r>
              <a:rPr lang="en-US" sz="1200" kern="0" dirty="0"/>
              <a:t>Coronal CT through the </a:t>
            </a:r>
            <a:r>
              <a:rPr lang="en-US" sz="1200" kern="0" dirty="0">
                <a:solidFill>
                  <a:srgbClr val="FF0000"/>
                </a:solidFill>
              </a:rPr>
              <a:t>jugular foramen </a:t>
            </a:r>
            <a:r>
              <a:rPr lang="en-US" sz="1200" kern="0" dirty="0"/>
              <a:t>and </a:t>
            </a:r>
            <a:r>
              <a:rPr lang="en-US" sz="1200" kern="0" dirty="0">
                <a:solidFill>
                  <a:srgbClr val="00B0F0"/>
                </a:solidFill>
              </a:rPr>
              <a:t>hypoglossal canal</a:t>
            </a:r>
          </a:p>
        </p:txBody>
      </p:sp>
      <p:pic>
        <p:nvPicPr>
          <p:cNvPr id="102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76600" y="1258061"/>
            <a:ext cx="2514600" cy="30929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6410" y="1281169"/>
            <a:ext cx="2580190" cy="30728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itle 1"/>
          <p:cNvSpPr txBox="1">
            <a:spLocks/>
          </p:cNvSpPr>
          <p:nvPr/>
        </p:nvSpPr>
        <p:spPr bwMode="auto">
          <a:xfrm>
            <a:off x="533400" y="4261679"/>
            <a:ext cx="2667000" cy="627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1" fontAlgn="base" hangingPunct="1">
              <a:spcBef>
                <a:spcPct val="0"/>
              </a:spcBef>
              <a:spcAft>
                <a:spcPct val="0"/>
              </a:spcAft>
              <a:defRPr sz="4000">
                <a:solidFill>
                  <a:schemeClr val="tx2"/>
                </a:solidFill>
                <a:latin typeface="Times New Roman" panose="02020603050405020304" pitchFamily="18" charset="0"/>
                <a:ea typeface="+mj-ea"/>
                <a:cs typeface="Times New Roman" panose="02020603050405020304" pitchFamily="18" charset="0"/>
              </a:defRPr>
            </a:lvl1pPr>
            <a:lvl2pPr algn="l" rtl="0" eaLnBrk="1" fontAlgn="base" hangingPunct="1">
              <a:spcBef>
                <a:spcPct val="0"/>
              </a:spcBef>
              <a:spcAft>
                <a:spcPct val="0"/>
              </a:spcAft>
              <a:defRPr sz="4000">
                <a:solidFill>
                  <a:schemeClr val="tx2"/>
                </a:solidFill>
                <a:latin typeface="Trebuchet MS" pitchFamily="34" charset="0"/>
              </a:defRPr>
            </a:lvl2pPr>
            <a:lvl3pPr algn="l" rtl="0" eaLnBrk="1" fontAlgn="base" hangingPunct="1">
              <a:spcBef>
                <a:spcPct val="0"/>
              </a:spcBef>
              <a:spcAft>
                <a:spcPct val="0"/>
              </a:spcAft>
              <a:defRPr sz="4000">
                <a:solidFill>
                  <a:schemeClr val="tx2"/>
                </a:solidFill>
                <a:latin typeface="Trebuchet MS" pitchFamily="34" charset="0"/>
              </a:defRPr>
            </a:lvl3pPr>
            <a:lvl4pPr algn="l" rtl="0" eaLnBrk="1" fontAlgn="base" hangingPunct="1">
              <a:spcBef>
                <a:spcPct val="0"/>
              </a:spcBef>
              <a:spcAft>
                <a:spcPct val="0"/>
              </a:spcAft>
              <a:defRPr sz="4000">
                <a:solidFill>
                  <a:schemeClr val="tx2"/>
                </a:solidFill>
                <a:latin typeface="Trebuchet MS" pitchFamily="34" charset="0"/>
              </a:defRPr>
            </a:lvl4pPr>
            <a:lvl5pPr algn="l" rtl="0" eaLnBrk="1" fontAlgn="base" hangingPunct="1">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a:lstStyle>
          <a:p>
            <a:pPr algn="ctr"/>
            <a:r>
              <a:rPr lang="en-US" sz="1200" kern="0" dirty="0"/>
              <a:t>Axial CT through the jugular foramen. Note the </a:t>
            </a:r>
            <a:r>
              <a:rPr lang="en-US" sz="1200" kern="0" dirty="0">
                <a:solidFill>
                  <a:schemeClr val="accent2"/>
                </a:solidFill>
              </a:rPr>
              <a:t>jugular spine </a:t>
            </a:r>
            <a:r>
              <a:rPr lang="en-US" sz="1200" kern="0" dirty="0"/>
              <a:t>separating the</a:t>
            </a:r>
          </a:p>
          <a:p>
            <a:pPr algn="ctr"/>
            <a:r>
              <a:rPr lang="en-US" sz="1200" kern="0" dirty="0">
                <a:solidFill>
                  <a:srgbClr val="FF0000"/>
                </a:solidFill>
              </a:rPr>
              <a:t>pars vascularis </a:t>
            </a:r>
            <a:r>
              <a:rPr lang="en-US" sz="1200" kern="0" dirty="0"/>
              <a:t>and </a:t>
            </a:r>
            <a:r>
              <a:rPr lang="en-US" sz="1200" kern="0" dirty="0">
                <a:solidFill>
                  <a:srgbClr val="00B0F0"/>
                </a:solidFill>
              </a:rPr>
              <a:t>pars nervosa. </a:t>
            </a:r>
          </a:p>
        </p:txBody>
      </p:sp>
      <p:sp>
        <p:nvSpPr>
          <p:cNvPr id="9" name="Title 1"/>
          <p:cNvSpPr txBox="1">
            <a:spLocks/>
          </p:cNvSpPr>
          <p:nvPr/>
        </p:nvSpPr>
        <p:spPr bwMode="auto">
          <a:xfrm>
            <a:off x="3124200" y="4165476"/>
            <a:ext cx="2895600" cy="36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1" fontAlgn="base" hangingPunct="1">
              <a:spcBef>
                <a:spcPct val="0"/>
              </a:spcBef>
              <a:spcAft>
                <a:spcPct val="0"/>
              </a:spcAft>
              <a:defRPr sz="4000">
                <a:solidFill>
                  <a:schemeClr val="tx2"/>
                </a:solidFill>
                <a:latin typeface="Times New Roman" panose="02020603050405020304" pitchFamily="18" charset="0"/>
                <a:ea typeface="+mj-ea"/>
                <a:cs typeface="Times New Roman" panose="02020603050405020304" pitchFamily="18" charset="0"/>
              </a:defRPr>
            </a:lvl1pPr>
            <a:lvl2pPr algn="l" rtl="0" eaLnBrk="1" fontAlgn="base" hangingPunct="1">
              <a:spcBef>
                <a:spcPct val="0"/>
              </a:spcBef>
              <a:spcAft>
                <a:spcPct val="0"/>
              </a:spcAft>
              <a:defRPr sz="4000">
                <a:solidFill>
                  <a:schemeClr val="tx2"/>
                </a:solidFill>
                <a:latin typeface="Trebuchet MS" pitchFamily="34" charset="0"/>
              </a:defRPr>
            </a:lvl2pPr>
            <a:lvl3pPr algn="l" rtl="0" eaLnBrk="1" fontAlgn="base" hangingPunct="1">
              <a:spcBef>
                <a:spcPct val="0"/>
              </a:spcBef>
              <a:spcAft>
                <a:spcPct val="0"/>
              </a:spcAft>
              <a:defRPr sz="4000">
                <a:solidFill>
                  <a:schemeClr val="tx2"/>
                </a:solidFill>
                <a:latin typeface="Trebuchet MS" pitchFamily="34" charset="0"/>
              </a:defRPr>
            </a:lvl3pPr>
            <a:lvl4pPr algn="l" rtl="0" eaLnBrk="1" fontAlgn="base" hangingPunct="1">
              <a:spcBef>
                <a:spcPct val="0"/>
              </a:spcBef>
              <a:spcAft>
                <a:spcPct val="0"/>
              </a:spcAft>
              <a:defRPr sz="4000">
                <a:solidFill>
                  <a:schemeClr val="tx2"/>
                </a:solidFill>
                <a:latin typeface="Trebuchet MS" pitchFamily="34" charset="0"/>
              </a:defRPr>
            </a:lvl4pPr>
            <a:lvl5pPr algn="l" rtl="0" eaLnBrk="1" fontAlgn="base" hangingPunct="1">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a:lstStyle>
          <a:p>
            <a:pPr algn="ctr"/>
            <a:r>
              <a:rPr lang="en-US" sz="1200" kern="0" dirty="0"/>
              <a:t>Axial CT through the </a:t>
            </a:r>
            <a:r>
              <a:rPr lang="en-US" sz="1200" kern="0" dirty="0">
                <a:solidFill>
                  <a:srgbClr val="FF0000"/>
                </a:solidFill>
              </a:rPr>
              <a:t>hypoglossal canal</a:t>
            </a:r>
          </a:p>
        </p:txBody>
      </p:sp>
      <p:sp>
        <p:nvSpPr>
          <p:cNvPr id="20" name="Oval 19"/>
          <p:cNvSpPr/>
          <p:nvPr/>
        </p:nvSpPr>
        <p:spPr>
          <a:xfrm>
            <a:off x="2324104" y="3010580"/>
            <a:ext cx="76200" cy="76200"/>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p:cNvSpPr/>
          <p:nvPr/>
        </p:nvSpPr>
        <p:spPr>
          <a:xfrm>
            <a:off x="2424111" y="3024869"/>
            <a:ext cx="152400" cy="840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23"/>
          <p:cNvSpPr/>
          <p:nvPr/>
        </p:nvSpPr>
        <p:spPr>
          <a:xfrm>
            <a:off x="4180114" y="3089868"/>
            <a:ext cx="190919" cy="115556"/>
          </a:xfrm>
          <a:custGeom>
            <a:avLst/>
            <a:gdLst>
              <a:gd name="connsiteX0" fmla="*/ 45218 w 190919"/>
              <a:gd name="connsiteY0" fmla="*/ 0 h 115556"/>
              <a:gd name="connsiteX1" fmla="*/ 190919 w 190919"/>
              <a:gd name="connsiteY1" fmla="*/ 65314 h 115556"/>
              <a:gd name="connsiteX2" fmla="*/ 150726 w 190919"/>
              <a:gd name="connsiteY2" fmla="*/ 115556 h 115556"/>
              <a:gd name="connsiteX3" fmla="*/ 0 w 190919"/>
              <a:gd name="connsiteY3" fmla="*/ 35169 h 115556"/>
              <a:gd name="connsiteX4" fmla="*/ 45218 w 190919"/>
              <a:gd name="connsiteY4" fmla="*/ 0 h 11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919" h="115556">
                <a:moveTo>
                  <a:pt x="45218" y="0"/>
                </a:moveTo>
                <a:lnTo>
                  <a:pt x="190919" y="65314"/>
                </a:lnTo>
                <a:lnTo>
                  <a:pt x="150726" y="115556"/>
                </a:lnTo>
                <a:lnTo>
                  <a:pt x="0" y="35169"/>
                </a:lnTo>
                <a:lnTo>
                  <a:pt x="45218" y="0"/>
                </a:lnTo>
                <a:close/>
              </a:path>
            </a:pathLst>
          </a:cu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26"/>
          <p:cNvSpPr/>
          <p:nvPr/>
        </p:nvSpPr>
        <p:spPr>
          <a:xfrm>
            <a:off x="7563896" y="2562330"/>
            <a:ext cx="195943" cy="95459"/>
          </a:xfrm>
          <a:custGeom>
            <a:avLst/>
            <a:gdLst>
              <a:gd name="connsiteX0" fmla="*/ 15073 w 195943"/>
              <a:gd name="connsiteY0" fmla="*/ 0 h 95459"/>
              <a:gd name="connsiteX1" fmla="*/ 165798 w 195943"/>
              <a:gd name="connsiteY1" fmla="*/ 15072 h 95459"/>
              <a:gd name="connsiteX2" fmla="*/ 195943 w 195943"/>
              <a:gd name="connsiteY2" fmla="*/ 55266 h 95459"/>
              <a:gd name="connsiteX3" fmla="*/ 125605 w 195943"/>
              <a:gd name="connsiteY3" fmla="*/ 85411 h 95459"/>
              <a:gd name="connsiteX4" fmla="*/ 25121 w 195943"/>
              <a:gd name="connsiteY4" fmla="*/ 95459 h 95459"/>
              <a:gd name="connsiteX5" fmla="*/ 0 w 195943"/>
              <a:gd name="connsiteY5" fmla="*/ 95459 h 95459"/>
              <a:gd name="connsiteX6" fmla="*/ 15073 w 195943"/>
              <a:gd name="connsiteY6" fmla="*/ 0 h 95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943" h="95459">
                <a:moveTo>
                  <a:pt x="15073" y="0"/>
                </a:moveTo>
                <a:lnTo>
                  <a:pt x="165798" y="15072"/>
                </a:lnTo>
                <a:lnTo>
                  <a:pt x="195943" y="55266"/>
                </a:lnTo>
                <a:lnTo>
                  <a:pt x="125605" y="85411"/>
                </a:lnTo>
                <a:lnTo>
                  <a:pt x="25121" y="95459"/>
                </a:lnTo>
                <a:lnTo>
                  <a:pt x="0" y="95459"/>
                </a:lnTo>
                <a:lnTo>
                  <a:pt x="15073" y="0"/>
                </a:ln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Freeform 27"/>
          <p:cNvSpPr/>
          <p:nvPr/>
        </p:nvSpPr>
        <p:spPr>
          <a:xfrm>
            <a:off x="7641771" y="2371411"/>
            <a:ext cx="346669" cy="271305"/>
          </a:xfrm>
          <a:custGeom>
            <a:avLst/>
            <a:gdLst>
              <a:gd name="connsiteX0" fmla="*/ 95460 w 346669"/>
              <a:gd name="connsiteY0" fmla="*/ 0 h 271305"/>
              <a:gd name="connsiteX1" fmla="*/ 200967 w 346669"/>
              <a:gd name="connsiteY1" fmla="*/ 120580 h 271305"/>
              <a:gd name="connsiteX2" fmla="*/ 266282 w 346669"/>
              <a:gd name="connsiteY2" fmla="*/ 120580 h 271305"/>
              <a:gd name="connsiteX3" fmla="*/ 316524 w 346669"/>
              <a:gd name="connsiteY3" fmla="*/ 145701 h 271305"/>
              <a:gd name="connsiteX4" fmla="*/ 346669 w 346669"/>
              <a:gd name="connsiteY4" fmla="*/ 165798 h 271305"/>
              <a:gd name="connsiteX5" fmla="*/ 326572 w 346669"/>
              <a:gd name="connsiteY5" fmla="*/ 211015 h 271305"/>
              <a:gd name="connsiteX6" fmla="*/ 251209 w 346669"/>
              <a:gd name="connsiteY6" fmla="*/ 266281 h 271305"/>
              <a:gd name="connsiteX7" fmla="*/ 211016 w 346669"/>
              <a:gd name="connsiteY7" fmla="*/ 271305 h 271305"/>
              <a:gd name="connsiteX8" fmla="*/ 140677 w 346669"/>
              <a:gd name="connsiteY8" fmla="*/ 211015 h 271305"/>
              <a:gd name="connsiteX9" fmla="*/ 120581 w 346669"/>
              <a:gd name="connsiteY9" fmla="*/ 120580 h 271305"/>
              <a:gd name="connsiteX10" fmla="*/ 30145 w 346669"/>
              <a:gd name="connsiteY10" fmla="*/ 55266 h 271305"/>
              <a:gd name="connsiteX11" fmla="*/ 0 w 346669"/>
              <a:gd name="connsiteY11" fmla="*/ 40193 h 271305"/>
              <a:gd name="connsiteX12" fmla="*/ 95460 w 346669"/>
              <a:gd name="connsiteY12" fmla="*/ 0 h 27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669" h="271305">
                <a:moveTo>
                  <a:pt x="95460" y="0"/>
                </a:moveTo>
                <a:lnTo>
                  <a:pt x="200967" y="120580"/>
                </a:lnTo>
                <a:lnTo>
                  <a:pt x="266282" y="120580"/>
                </a:lnTo>
                <a:lnTo>
                  <a:pt x="316524" y="145701"/>
                </a:lnTo>
                <a:lnTo>
                  <a:pt x="346669" y="165798"/>
                </a:lnTo>
                <a:lnTo>
                  <a:pt x="326572" y="211015"/>
                </a:lnTo>
                <a:lnTo>
                  <a:pt x="251209" y="266281"/>
                </a:lnTo>
                <a:lnTo>
                  <a:pt x="211016" y="271305"/>
                </a:lnTo>
                <a:lnTo>
                  <a:pt x="140677" y="211015"/>
                </a:lnTo>
                <a:lnTo>
                  <a:pt x="120581" y="120580"/>
                </a:lnTo>
                <a:lnTo>
                  <a:pt x="30145" y="55266"/>
                </a:lnTo>
                <a:lnTo>
                  <a:pt x="0" y="40193"/>
                </a:lnTo>
                <a:lnTo>
                  <a:pt x="95460" y="0"/>
                </a:lnTo>
                <a:close/>
              </a:path>
            </a:pathLst>
          </a:cu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 name="Straight Arrow Connector 3"/>
          <p:cNvCxnSpPr/>
          <p:nvPr/>
        </p:nvCxnSpPr>
        <p:spPr>
          <a:xfrm flipH="1" flipV="1">
            <a:off x="1519237" y="3094631"/>
            <a:ext cx="228600" cy="377230"/>
          </a:xfrm>
          <a:prstGeom prst="straightConnector1">
            <a:avLst/>
          </a:prstGeom>
          <a:ln w="19050">
            <a:solidFill>
              <a:schemeClr val="accent2"/>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35518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 Anatomy: Nuclei</a:t>
            </a:r>
          </a:p>
        </p:txBody>
      </p:sp>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59788" y="1200150"/>
            <a:ext cx="3402843" cy="2590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idx="1"/>
          </p:nvPr>
        </p:nvSpPr>
        <p:spPr>
          <a:xfrm>
            <a:off x="914400" y="971553"/>
            <a:ext cx="7772400" cy="2847575"/>
          </a:xfrm>
        </p:spPr>
        <p:txBody>
          <a:bodyPr/>
          <a:lstStyle/>
          <a:p>
            <a:r>
              <a:rPr lang="en-US" dirty="0"/>
              <a:t>CN IX and X nuclei</a:t>
            </a:r>
          </a:p>
          <a:p>
            <a:pPr lvl="1"/>
            <a:r>
              <a:rPr lang="en-US" sz="2400" dirty="0">
                <a:solidFill>
                  <a:srgbClr val="00B0F0"/>
                </a:solidFill>
              </a:rPr>
              <a:t>Motor: nucleus ambiguous</a:t>
            </a:r>
          </a:p>
          <a:p>
            <a:pPr lvl="1"/>
            <a:r>
              <a:rPr lang="en-US" sz="2400" dirty="0">
                <a:solidFill>
                  <a:srgbClr val="FF0000"/>
                </a:solidFill>
              </a:rPr>
              <a:t>Sensory: nucleus solitarius</a:t>
            </a:r>
          </a:p>
          <a:p>
            <a:pPr lvl="1"/>
            <a:r>
              <a:rPr lang="en-US" sz="2400" dirty="0"/>
              <a:t>Parasympathetic: </a:t>
            </a:r>
            <a:r>
              <a:rPr lang="en-US" sz="2400" dirty="0">
                <a:solidFill>
                  <a:srgbClr val="FFFF00"/>
                </a:solidFill>
              </a:rPr>
              <a:t>inferior </a:t>
            </a:r>
          </a:p>
          <a:p>
            <a:pPr marL="457200" lvl="1" indent="0">
              <a:buNone/>
            </a:pPr>
            <a:r>
              <a:rPr lang="en-US" sz="2400" dirty="0">
                <a:solidFill>
                  <a:srgbClr val="FFFF00"/>
                </a:solidFill>
              </a:rPr>
              <a:t>    salivatory nucleus </a:t>
            </a:r>
            <a:r>
              <a:rPr lang="en-US" sz="2400" dirty="0"/>
              <a:t>(CN IX) </a:t>
            </a:r>
          </a:p>
          <a:p>
            <a:pPr marL="457200" lvl="1" indent="0">
              <a:buNone/>
            </a:pPr>
            <a:r>
              <a:rPr lang="en-US" sz="2400" dirty="0"/>
              <a:t>    and </a:t>
            </a:r>
            <a:r>
              <a:rPr lang="en-US" sz="2400" dirty="0">
                <a:solidFill>
                  <a:srgbClr val="00B050"/>
                </a:solidFill>
              </a:rPr>
              <a:t>dorsal nucleus </a:t>
            </a:r>
            <a:r>
              <a:rPr lang="en-US" sz="2400" dirty="0"/>
              <a:t>(CN X) </a:t>
            </a:r>
          </a:p>
        </p:txBody>
      </p:sp>
      <p:sp>
        <p:nvSpPr>
          <p:cNvPr id="5" name="Oval 4"/>
          <p:cNvSpPr/>
          <p:nvPr/>
        </p:nvSpPr>
        <p:spPr>
          <a:xfrm>
            <a:off x="7616818" y="2998177"/>
            <a:ext cx="187319" cy="19929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p:cNvSpPr/>
          <p:nvPr/>
        </p:nvSpPr>
        <p:spPr>
          <a:xfrm>
            <a:off x="7417791" y="2461846"/>
            <a:ext cx="199027" cy="19929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p:cNvSpPr/>
          <p:nvPr/>
        </p:nvSpPr>
        <p:spPr>
          <a:xfrm>
            <a:off x="7188243" y="3097822"/>
            <a:ext cx="149271" cy="136281"/>
          </a:xfrm>
          <a:prstGeom prst="round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p:cNvSpPr/>
          <p:nvPr/>
        </p:nvSpPr>
        <p:spPr>
          <a:xfrm>
            <a:off x="7467471" y="2454608"/>
            <a:ext cx="1155828" cy="612442"/>
          </a:xfrm>
          <a:custGeom>
            <a:avLst/>
            <a:gdLst>
              <a:gd name="connsiteX0" fmla="*/ 152529 w 1155828"/>
              <a:gd name="connsiteY0" fmla="*/ 612442 h 612442"/>
              <a:gd name="connsiteX1" fmla="*/ 129 w 1155828"/>
              <a:gd name="connsiteY1" fmla="*/ 545767 h 612442"/>
              <a:gd name="connsiteX2" fmla="*/ 133479 w 1155828"/>
              <a:gd name="connsiteY2" fmla="*/ 364792 h 612442"/>
              <a:gd name="connsiteX3" fmla="*/ 485904 w 1155828"/>
              <a:gd name="connsiteY3" fmla="*/ 279067 h 612442"/>
              <a:gd name="connsiteX4" fmla="*/ 924054 w 1155828"/>
              <a:gd name="connsiteY4" fmla="*/ 164767 h 612442"/>
              <a:gd name="connsiteX5" fmla="*/ 1124079 w 1155828"/>
              <a:gd name="connsiteY5" fmla="*/ 21892 h 612442"/>
              <a:gd name="connsiteX6" fmla="*/ 1152654 w 1155828"/>
              <a:gd name="connsiteY6" fmla="*/ 2842 h 612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5828" h="612442">
                <a:moveTo>
                  <a:pt x="152529" y="612442"/>
                </a:moveTo>
                <a:cubicBezTo>
                  <a:pt x="77916" y="599742"/>
                  <a:pt x="3304" y="587042"/>
                  <a:pt x="129" y="545767"/>
                </a:cubicBezTo>
                <a:cubicBezTo>
                  <a:pt x="-3046" y="504492"/>
                  <a:pt x="52516" y="409242"/>
                  <a:pt x="133479" y="364792"/>
                </a:cubicBezTo>
                <a:cubicBezTo>
                  <a:pt x="214442" y="320342"/>
                  <a:pt x="485904" y="279067"/>
                  <a:pt x="485904" y="279067"/>
                </a:cubicBezTo>
                <a:cubicBezTo>
                  <a:pt x="617666" y="245730"/>
                  <a:pt x="817692" y="207629"/>
                  <a:pt x="924054" y="164767"/>
                </a:cubicBezTo>
                <a:cubicBezTo>
                  <a:pt x="1030416" y="121905"/>
                  <a:pt x="1085979" y="48879"/>
                  <a:pt x="1124079" y="21892"/>
                </a:cubicBezTo>
                <a:cubicBezTo>
                  <a:pt x="1162179" y="-5095"/>
                  <a:pt x="1157416" y="-1127"/>
                  <a:pt x="1152654" y="2842"/>
                </a:cubicBezTo>
              </a:path>
            </a:pathLst>
          </a:cu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12"/>
          <p:cNvSpPr/>
          <p:nvPr/>
        </p:nvSpPr>
        <p:spPr>
          <a:xfrm>
            <a:off x="7296150" y="2838450"/>
            <a:ext cx="276225" cy="238125"/>
          </a:xfrm>
          <a:custGeom>
            <a:avLst/>
            <a:gdLst>
              <a:gd name="connsiteX0" fmla="*/ 0 w 276225"/>
              <a:gd name="connsiteY0" fmla="*/ 238125 h 238125"/>
              <a:gd name="connsiteX1" fmla="*/ 57150 w 276225"/>
              <a:gd name="connsiteY1" fmla="*/ 85725 h 238125"/>
              <a:gd name="connsiteX2" fmla="*/ 276225 w 276225"/>
              <a:gd name="connsiteY2" fmla="*/ 0 h 238125"/>
            </a:gdLst>
            <a:ahLst/>
            <a:cxnLst>
              <a:cxn ang="0">
                <a:pos x="connsiteX0" y="connsiteY0"/>
              </a:cxn>
              <a:cxn ang="0">
                <a:pos x="connsiteX1" y="connsiteY1"/>
              </a:cxn>
              <a:cxn ang="0">
                <a:pos x="connsiteX2" y="connsiteY2"/>
              </a:cxn>
            </a:cxnLst>
            <a:rect l="l" t="t" r="r" b="b"/>
            <a:pathLst>
              <a:path w="276225" h="238125">
                <a:moveTo>
                  <a:pt x="0" y="238125"/>
                </a:moveTo>
                <a:cubicBezTo>
                  <a:pt x="5556" y="181768"/>
                  <a:pt x="11113" y="125412"/>
                  <a:pt x="57150" y="85725"/>
                </a:cubicBezTo>
                <a:cubicBezTo>
                  <a:pt x="103187" y="46038"/>
                  <a:pt x="189706" y="23019"/>
                  <a:pt x="276225" y="0"/>
                </a:cubicBezTo>
              </a:path>
            </a:pathLst>
          </a:cu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13"/>
          <p:cNvSpPr/>
          <p:nvPr/>
        </p:nvSpPr>
        <p:spPr>
          <a:xfrm>
            <a:off x="7543800" y="2667000"/>
            <a:ext cx="400050" cy="81844"/>
          </a:xfrm>
          <a:custGeom>
            <a:avLst/>
            <a:gdLst>
              <a:gd name="connsiteX0" fmla="*/ 0 w 400050"/>
              <a:gd name="connsiteY0" fmla="*/ 0 h 81844"/>
              <a:gd name="connsiteX1" fmla="*/ 123825 w 400050"/>
              <a:gd name="connsiteY1" fmla="*/ 76200 h 81844"/>
              <a:gd name="connsiteX2" fmla="*/ 390525 w 400050"/>
              <a:gd name="connsiteY2" fmla="*/ 76200 h 81844"/>
              <a:gd name="connsiteX3" fmla="*/ 400050 w 400050"/>
              <a:gd name="connsiteY3" fmla="*/ 76200 h 81844"/>
            </a:gdLst>
            <a:ahLst/>
            <a:cxnLst>
              <a:cxn ang="0">
                <a:pos x="connsiteX0" y="connsiteY0"/>
              </a:cxn>
              <a:cxn ang="0">
                <a:pos x="connsiteX1" y="connsiteY1"/>
              </a:cxn>
              <a:cxn ang="0">
                <a:pos x="connsiteX2" y="connsiteY2"/>
              </a:cxn>
              <a:cxn ang="0">
                <a:pos x="connsiteX3" y="connsiteY3"/>
              </a:cxn>
            </a:cxnLst>
            <a:rect l="l" t="t" r="r" b="b"/>
            <a:pathLst>
              <a:path w="400050" h="81844">
                <a:moveTo>
                  <a:pt x="0" y="0"/>
                </a:moveTo>
                <a:cubicBezTo>
                  <a:pt x="29369" y="31750"/>
                  <a:pt x="58738" y="63500"/>
                  <a:pt x="123825" y="76200"/>
                </a:cubicBezTo>
                <a:cubicBezTo>
                  <a:pt x="188912" y="88900"/>
                  <a:pt x="390525" y="76200"/>
                  <a:pt x="390525" y="76200"/>
                </a:cubicBezTo>
                <a:lnTo>
                  <a:pt x="400050" y="76200"/>
                </a:lnTo>
              </a:path>
            </a:pathLst>
          </a:cu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ounded Rectangle 17"/>
          <p:cNvSpPr/>
          <p:nvPr/>
        </p:nvSpPr>
        <p:spPr>
          <a:xfrm>
            <a:off x="6572249" y="2567354"/>
            <a:ext cx="99513" cy="99646"/>
          </a:xfrm>
          <a:prstGeom prst="round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p:cNvSpPr/>
          <p:nvPr/>
        </p:nvSpPr>
        <p:spPr>
          <a:xfrm>
            <a:off x="6019800" y="2998177"/>
            <a:ext cx="187319" cy="19929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itle 1"/>
          <p:cNvSpPr txBox="1">
            <a:spLocks/>
          </p:cNvSpPr>
          <p:nvPr/>
        </p:nvSpPr>
        <p:spPr bwMode="auto">
          <a:xfrm>
            <a:off x="5619836" y="3934679"/>
            <a:ext cx="2667000" cy="313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1" fontAlgn="base" hangingPunct="1">
              <a:spcBef>
                <a:spcPct val="0"/>
              </a:spcBef>
              <a:spcAft>
                <a:spcPct val="0"/>
              </a:spcAft>
              <a:defRPr sz="4000">
                <a:solidFill>
                  <a:schemeClr val="tx2"/>
                </a:solidFill>
                <a:latin typeface="Times New Roman" panose="02020603050405020304" pitchFamily="18" charset="0"/>
                <a:ea typeface="+mj-ea"/>
                <a:cs typeface="Times New Roman" panose="02020603050405020304" pitchFamily="18" charset="0"/>
              </a:defRPr>
            </a:lvl1pPr>
            <a:lvl2pPr algn="l" rtl="0" eaLnBrk="1" fontAlgn="base" hangingPunct="1">
              <a:spcBef>
                <a:spcPct val="0"/>
              </a:spcBef>
              <a:spcAft>
                <a:spcPct val="0"/>
              </a:spcAft>
              <a:defRPr sz="4000">
                <a:solidFill>
                  <a:schemeClr val="tx2"/>
                </a:solidFill>
                <a:latin typeface="Trebuchet MS" pitchFamily="34" charset="0"/>
              </a:defRPr>
            </a:lvl2pPr>
            <a:lvl3pPr algn="l" rtl="0" eaLnBrk="1" fontAlgn="base" hangingPunct="1">
              <a:spcBef>
                <a:spcPct val="0"/>
              </a:spcBef>
              <a:spcAft>
                <a:spcPct val="0"/>
              </a:spcAft>
              <a:defRPr sz="4000">
                <a:solidFill>
                  <a:schemeClr val="tx2"/>
                </a:solidFill>
                <a:latin typeface="Trebuchet MS" pitchFamily="34" charset="0"/>
              </a:defRPr>
            </a:lvl3pPr>
            <a:lvl4pPr algn="l" rtl="0" eaLnBrk="1" fontAlgn="base" hangingPunct="1">
              <a:spcBef>
                <a:spcPct val="0"/>
              </a:spcBef>
              <a:spcAft>
                <a:spcPct val="0"/>
              </a:spcAft>
              <a:defRPr sz="4000">
                <a:solidFill>
                  <a:schemeClr val="tx2"/>
                </a:solidFill>
                <a:latin typeface="Trebuchet MS" pitchFamily="34" charset="0"/>
              </a:defRPr>
            </a:lvl4pPr>
            <a:lvl5pPr algn="l" rtl="0" eaLnBrk="1" fontAlgn="base" hangingPunct="1">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a:lstStyle>
          <a:p>
            <a:pPr algn="ctr"/>
            <a:r>
              <a:rPr lang="en-US" sz="1200" kern="0" dirty="0"/>
              <a:t>Axial MRI through the upper medulla</a:t>
            </a:r>
            <a:endParaRPr lang="en-US" sz="1200" kern="0" dirty="0">
              <a:solidFill>
                <a:schemeClr val="tx2">
                  <a:lumMod val="60000"/>
                  <a:lumOff val="40000"/>
                </a:schemeClr>
              </a:solidFill>
            </a:endParaRPr>
          </a:p>
        </p:txBody>
      </p:sp>
      <p:sp>
        <p:nvSpPr>
          <p:cNvPr id="22" name="Freeform 21"/>
          <p:cNvSpPr/>
          <p:nvPr/>
        </p:nvSpPr>
        <p:spPr>
          <a:xfrm>
            <a:off x="5259787" y="2495550"/>
            <a:ext cx="1103611" cy="514350"/>
          </a:xfrm>
          <a:custGeom>
            <a:avLst/>
            <a:gdLst>
              <a:gd name="connsiteX0" fmla="*/ 955017 w 1146216"/>
              <a:gd name="connsiteY0" fmla="*/ 533452 h 533452"/>
              <a:gd name="connsiteX1" fmla="*/ 1145517 w 1146216"/>
              <a:gd name="connsiteY1" fmla="*/ 419152 h 533452"/>
              <a:gd name="connsiteX2" fmla="*/ 1002642 w 1146216"/>
              <a:gd name="connsiteY2" fmla="*/ 295327 h 533452"/>
              <a:gd name="connsiteX3" fmla="*/ 602592 w 1146216"/>
              <a:gd name="connsiteY3" fmla="*/ 247702 h 533452"/>
              <a:gd name="connsiteX4" fmla="*/ 50142 w 1146216"/>
              <a:gd name="connsiteY4" fmla="*/ 19102 h 533452"/>
              <a:gd name="connsiteX5" fmla="*/ 59667 w 1146216"/>
              <a:gd name="connsiteY5" fmla="*/ 28627 h 533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6216" h="533452">
                <a:moveTo>
                  <a:pt x="955017" y="533452"/>
                </a:moveTo>
                <a:cubicBezTo>
                  <a:pt x="1046298" y="496145"/>
                  <a:pt x="1137580" y="458839"/>
                  <a:pt x="1145517" y="419152"/>
                </a:cubicBezTo>
                <a:cubicBezTo>
                  <a:pt x="1153454" y="379465"/>
                  <a:pt x="1093129" y="323902"/>
                  <a:pt x="1002642" y="295327"/>
                </a:cubicBezTo>
                <a:cubicBezTo>
                  <a:pt x="912155" y="266752"/>
                  <a:pt x="761342" y="293739"/>
                  <a:pt x="602592" y="247702"/>
                </a:cubicBezTo>
                <a:cubicBezTo>
                  <a:pt x="443842" y="201664"/>
                  <a:pt x="140629" y="55614"/>
                  <a:pt x="50142" y="19102"/>
                </a:cubicBezTo>
                <a:cubicBezTo>
                  <a:pt x="-40345" y="-17410"/>
                  <a:pt x="9661" y="5608"/>
                  <a:pt x="59667" y="28627"/>
                </a:cubicBezTo>
              </a:path>
            </a:pathLst>
          </a:cu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22"/>
          <p:cNvSpPr/>
          <p:nvPr/>
        </p:nvSpPr>
        <p:spPr>
          <a:xfrm>
            <a:off x="5905500" y="2609850"/>
            <a:ext cx="428625" cy="142875"/>
          </a:xfrm>
          <a:custGeom>
            <a:avLst/>
            <a:gdLst>
              <a:gd name="connsiteX0" fmla="*/ 428625 w 428625"/>
              <a:gd name="connsiteY0" fmla="*/ 0 h 142875"/>
              <a:gd name="connsiteX1" fmla="*/ 323850 w 428625"/>
              <a:gd name="connsiteY1" fmla="*/ 104775 h 142875"/>
              <a:gd name="connsiteX2" fmla="*/ 0 w 428625"/>
              <a:gd name="connsiteY2" fmla="*/ 142875 h 142875"/>
            </a:gdLst>
            <a:ahLst/>
            <a:cxnLst>
              <a:cxn ang="0">
                <a:pos x="connsiteX0" y="connsiteY0"/>
              </a:cxn>
              <a:cxn ang="0">
                <a:pos x="connsiteX1" y="connsiteY1"/>
              </a:cxn>
              <a:cxn ang="0">
                <a:pos x="connsiteX2" y="connsiteY2"/>
              </a:cxn>
            </a:cxnLst>
            <a:rect l="l" t="t" r="r" b="b"/>
            <a:pathLst>
              <a:path w="428625" h="142875">
                <a:moveTo>
                  <a:pt x="428625" y="0"/>
                </a:moveTo>
                <a:cubicBezTo>
                  <a:pt x="411956" y="40481"/>
                  <a:pt x="395287" y="80963"/>
                  <a:pt x="323850" y="104775"/>
                </a:cubicBezTo>
                <a:cubicBezTo>
                  <a:pt x="252413" y="128587"/>
                  <a:pt x="126206" y="135731"/>
                  <a:pt x="0" y="142875"/>
                </a:cubicBezTo>
              </a:path>
            </a:pathLst>
          </a:cu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p:cNvSpPr/>
          <p:nvPr/>
        </p:nvSpPr>
        <p:spPr>
          <a:xfrm>
            <a:off x="6263884" y="2426677"/>
            <a:ext cx="199027" cy="19929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23"/>
          <p:cNvSpPr/>
          <p:nvPr/>
        </p:nvSpPr>
        <p:spPr>
          <a:xfrm>
            <a:off x="6086475" y="2657475"/>
            <a:ext cx="476250" cy="95250"/>
          </a:xfrm>
          <a:custGeom>
            <a:avLst/>
            <a:gdLst>
              <a:gd name="connsiteX0" fmla="*/ 476250 w 476250"/>
              <a:gd name="connsiteY0" fmla="*/ 0 h 95250"/>
              <a:gd name="connsiteX1" fmla="*/ 257175 w 476250"/>
              <a:gd name="connsiteY1" fmla="*/ 66675 h 95250"/>
              <a:gd name="connsiteX2" fmla="*/ 0 w 476250"/>
              <a:gd name="connsiteY2" fmla="*/ 95250 h 95250"/>
            </a:gdLst>
            <a:ahLst/>
            <a:cxnLst>
              <a:cxn ang="0">
                <a:pos x="connsiteX0" y="connsiteY0"/>
              </a:cxn>
              <a:cxn ang="0">
                <a:pos x="connsiteX1" y="connsiteY1"/>
              </a:cxn>
              <a:cxn ang="0">
                <a:pos x="connsiteX2" y="connsiteY2"/>
              </a:cxn>
            </a:cxnLst>
            <a:rect l="l" t="t" r="r" b="b"/>
            <a:pathLst>
              <a:path w="476250" h="95250">
                <a:moveTo>
                  <a:pt x="476250" y="0"/>
                </a:moveTo>
                <a:cubicBezTo>
                  <a:pt x="406400" y="25400"/>
                  <a:pt x="336550" y="50800"/>
                  <a:pt x="257175" y="66675"/>
                </a:cubicBezTo>
                <a:cubicBezTo>
                  <a:pt x="177800" y="82550"/>
                  <a:pt x="88900" y="88900"/>
                  <a:pt x="0" y="95250"/>
                </a:cubicBezTo>
              </a:path>
            </a:pathLst>
          </a:cu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p:nvCxnSpPr>
        <p:spPr>
          <a:xfrm>
            <a:off x="6953336" y="1733550"/>
            <a:ext cx="0" cy="1463919"/>
          </a:xfrm>
          <a:prstGeom prst="line">
            <a:avLst/>
          </a:prstGeom>
          <a:ln>
            <a:solidFill>
              <a:schemeClr val="tx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26" name="Title 1"/>
          <p:cNvSpPr txBox="1">
            <a:spLocks/>
          </p:cNvSpPr>
          <p:nvPr/>
        </p:nvSpPr>
        <p:spPr bwMode="auto">
          <a:xfrm>
            <a:off x="7262878" y="3490756"/>
            <a:ext cx="1234286" cy="197461"/>
          </a:xfrm>
          <a:prstGeom prst="rect">
            <a:avLst/>
          </a:prstGeom>
          <a:solidFill>
            <a:schemeClr val="bg1"/>
          </a:solidFill>
          <a:ln>
            <a:noFill/>
          </a:ln>
        </p:spPr>
        <p:txBody>
          <a:bodyPr vert="horz" wrap="square" lIns="92075" tIns="46038" rIns="92075" bIns="46038" numCol="1" anchor="b" anchorCtr="0" compatLnSpc="1">
            <a:prstTxWarp prst="textNoShape">
              <a:avLst/>
            </a:prstTxWarp>
          </a:bodyPr>
          <a:lstStyle>
            <a:lvl1pPr algn="l" rtl="0" eaLnBrk="1" fontAlgn="base" hangingPunct="1">
              <a:spcBef>
                <a:spcPct val="0"/>
              </a:spcBef>
              <a:spcAft>
                <a:spcPct val="0"/>
              </a:spcAft>
              <a:defRPr sz="4000">
                <a:solidFill>
                  <a:schemeClr val="tx2"/>
                </a:solidFill>
                <a:latin typeface="Times New Roman" panose="02020603050405020304" pitchFamily="18" charset="0"/>
                <a:ea typeface="+mj-ea"/>
                <a:cs typeface="Times New Roman" panose="02020603050405020304" pitchFamily="18" charset="0"/>
              </a:defRPr>
            </a:lvl1pPr>
            <a:lvl2pPr algn="l" rtl="0" eaLnBrk="1" fontAlgn="base" hangingPunct="1">
              <a:spcBef>
                <a:spcPct val="0"/>
              </a:spcBef>
              <a:spcAft>
                <a:spcPct val="0"/>
              </a:spcAft>
              <a:defRPr sz="4000">
                <a:solidFill>
                  <a:schemeClr val="tx2"/>
                </a:solidFill>
                <a:latin typeface="Trebuchet MS" pitchFamily="34" charset="0"/>
              </a:defRPr>
            </a:lvl2pPr>
            <a:lvl3pPr algn="l" rtl="0" eaLnBrk="1" fontAlgn="base" hangingPunct="1">
              <a:spcBef>
                <a:spcPct val="0"/>
              </a:spcBef>
              <a:spcAft>
                <a:spcPct val="0"/>
              </a:spcAft>
              <a:defRPr sz="4000">
                <a:solidFill>
                  <a:schemeClr val="tx2"/>
                </a:solidFill>
                <a:latin typeface="Trebuchet MS" pitchFamily="34" charset="0"/>
              </a:defRPr>
            </a:lvl3pPr>
            <a:lvl4pPr algn="l" rtl="0" eaLnBrk="1" fontAlgn="base" hangingPunct="1">
              <a:spcBef>
                <a:spcPct val="0"/>
              </a:spcBef>
              <a:spcAft>
                <a:spcPct val="0"/>
              </a:spcAft>
              <a:defRPr sz="4000">
                <a:solidFill>
                  <a:schemeClr val="tx2"/>
                </a:solidFill>
                <a:latin typeface="Trebuchet MS" pitchFamily="34" charset="0"/>
              </a:defRPr>
            </a:lvl4pPr>
            <a:lvl5pPr algn="l" rtl="0" eaLnBrk="1" fontAlgn="base" hangingPunct="1">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a:lstStyle>
          <a:p>
            <a:pPr algn="ctr"/>
            <a:r>
              <a:rPr lang="en-US" sz="1200" kern="0" dirty="0"/>
              <a:t>Vagus nerve</a:t>
            </a:r>
            <a:endParaRPr lang="en-US" sz="1200" kern="0" dirty="0">
              <a:solidFill>
                <a:schemeClr val="tx2">
                  <a:lumMod val="60000"/>
                  <a:lumOff val="40000"/>
                </a:schemeClr>
              </a:solidFill>
            </a:endParaRPr>
          </a:p>
        </p:txBody>
      </p:sp>
      <p:sp>
        <p:nvSpPr>
          <p:cNvPr id="27" name="Title 1"/>
          <p:cNvSpPr txBox="1">
            <a:spLocks/>
          </p:cNvSpPr>
          <p:nvPr/>
        </p:nvSpPr>
        <p:spPr bwMode="auto">
          <a:xfrm>
            <a:off x="5287633" y="3485720"/>
            <a:ext cx="1712379" cy="207535"/>
          </a:xfrm>
          <a:prstGeom prst="rect">
            <a:avLst/>
          </a:prstGeom>
          <a:solidFill>
            <a:schemeClr val="bg1"/>
          </a:solidFill>
          <a:ln>
            <a:noFill/>
          </a:ln>
        </p:spPr>
        <p:txBody>
          <a:bodyPr vert="horz" wrap="square" lIns="92075" tIns="46038" rIns="92075" bIns="46038" numCol="1" anchor="b" anchorCtr="0" compatLnSpc="1">
            <a:prstTxWarp prst="textNoShape">
              <a:avLst/>
            </a:prstTxWarp>
          </a:bodyPr>
          <a:lstStyle>
            <a:lvl1pPr algn="l" rtl="0" eaLnBrk="1" fontAlgn="base" hangingPunct="1">
              <a:spcBef>
                <a:spcPct val="0"/>
              </a:spcBef>
              <a:spcAft>
                <a:spcPct val="0"/>
              </a:spcAft>
              <a:defRPr sz="4000">
                <a:solidFill>
                  <a:schemeClr val="tx2"/>
                </a:solidFill>
                <a:latin typeface="Times New Roman" panose="02020603050405020304" pitchFamily="18" charset="0"/>
                <a:ea typeface="+mj-ea"/>
                <a:cs typeface="Times New Roman" panose="02020603050405020304" pitchFamily="18" charset="0"/>
              </a:defRPr>
            </a:lvl1pPr>
            <a:lvl2pPr algn="l" rtl="0" eaLnBrk="1" fontAlgn="base" hangingPunct="1">
              <a:spcBef>
                <a:spcPct val="0"/>
              </a:spcBef>
              <a:spcAft>
                <a:spcPct val="0"/>
              </a:spcAft>
              <a:defRPr sz="4000">
                <a:solidFill>
                  <a:schemeClr val="tx2"/>
                </a:solidFill>
                <a:latin typeface="Trebuchet MS" pitchFamily="34" charset="0"/>
              </a:defRPr>
            </a:lvl2pPr>
            <a:lvl3pPr algn="l" rtl="0" eaLnBrk="1" fontAlgn="base" hangingPunct="1">
              <a:spcBef>
                <a:spcPct val="0"/>
              </a:spcBef>
              <a:spcAft>
                <a:spcPct val="0"/>
              </a:spcAft>
              <a:defRPr sz="4000">
                <a:solidFill>
                  <a:schemeClr val="tx2"/>
                </a:solidFill>
                <a:latin typeface="Trebuchet MS" pitchFamily="34" charset="0"/>
              </a:defRPr>
            </a:lvl3pPr>
            <a:lvl4pPr algn="l" rtl="0" eaLnBrk="1" fontAlgn="base" hangingPunct="1">
              <a:spcBef>
                <a:spcPct val="0"/>
              </a:spcBef>
              <a:spcAft>
                <a:spcPct val="0"/>
              </a:spcAft>
              <a:defRPr sz="4000">
                <a:solidFill>
                  <a:schemeClr val="tx2"/>
                </a:solidFill>
                <a:latin typeface="Trebuchet MS" pitchFamily="34" charset="0"/>
              </a:defRPr>
            </a:lvl4pPr>
            <a:lvl5pPr algn="l" rtl="0" eaLnBrk="1" fontAlgn="base" hangingPunct="1">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a:lstStyle>
          <a:p>
            <a:pPr algn="ctr"/>
            <a:r>
              <a:rPr lang="en-US" sz="1200" kern="0" dirty="0"/>
              <a:t>Glossopharyngeal nerve</a:t>
            </a:r>
            <a:endParaRPr lang="en-US" sz="1200" kern="0" dirty="0">
              <a:solidFill>
                <a:schemeClr val="tx2">
                  <a:lumMod val="60000"/>
                  <a:lumOff val="40000"/>
                </a:schemeClr>
              </a:solidFill>
            </a:endParaRPr>
          </a:p>
        </p:txBody>
      </p:sp>
    </p:spTree>
    <p:extLst>
      <p:ext uri="{BB962C8B-B14F-4D97-AF65-F5344CB8AC3E}">
        <p14:creationId xmlns:p14="http://schemas.microsoft.com/office/powerpoint/2010/main" val="7277137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 Anatomy: Nuclei</a:t>
            </a:r>
          </a:p>
        </p:txBody>
      </p:sp>
      <p:sp>
        <p:nvSpPr>
          <p:cNvPr id="3" name="Content Placeholder 2"/>
          <p:cNvSpPr>
            <a:spLocks noGrp="1"/>
          </p:cNvSpPr>
          <p:nvPr>
            <p:ph idx="1"/>
          </p:nvPr>
        </p:nvSpPr>
        <p:spPr>
          <a:xfrm>
            <a:off x="914400" y="971553"/>
            <a:ext cx="7772400" cy="1601080"/>
          </a:xfrm>
        </p:spPr>
        <p:txBody>
          <a:bodyPr/>
          <a:lstStyle/>
          <a:p>
            <a:r>
              <a:rPr lang="en-US" dirty="0"/>
              <a:t>CN XI  </a:t>
            </a:r>
          </a:p>
          <a:p>
            <a:pPr lvl="1"/>
            <a:r>
              <a:rPr lang="en-US" dirty="0"/>
              <a:t>Spinal nucleus: motor</a:t>
            </a:r>
          </a:p>
          <a:p>
            <a:pPr lvl="1"/>
            <a:endParaRPr lang="en-US" dirty="0"/>
          </a:p>
        </p:txBody>
      </p:sp>
      <p:sp>
        <p:nvSpPr>
          <p:cNvPr id="6" name="Title 1"/>
          <p:cNvSpPr txBox="1">
            <a:spLocks/>
          </p:cNvSpPr>
          <p:nvPr/>
        </p:nvSpPr>
        <p:spPr bwMode="auto">
          <a:xfrm>
            <a:off x="4572000" y="3333750"/>
            <a:ext cx="4114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1" fontAlgn="base" hangingPunct="1">
              <a:spcBef>
                <a:spcPct val="0"/>
              </a:spcBef>
              <a:spcAft>
                <a:spcPct val="0"/>
              </a:spcAft>
              <a:defRPr sz="4000">
                <a:solidFill>
                  <a:schemeClr val="tx2"/>
                </a:solidFill>
                <a:latin typeface="Times New Roman" panose="02020603050405020304" pitchFamily="18" charset="0"/>
                <a:ea typeface="+mj-ea"/>
                <a:cs typeface="Times New Roman" panose="02020603050405020304" pitchFamily="18" charset="0"/>
              </a:defRPr>
            </a:lvl1pPr>
            <a:lvl2pPr algn="l" rtl="0" eaLnBrk="1" fontAlgn="base" hangingPunct="1">
              <a:spcBef>
                <a:spcPct val="0"/>
              </a:spcBef>
              <a:spcAft>
                <a:spcPct val="0"/>
              </a:spcAft>
              <a:defRPr sz="4000">
                <a:solidFill>
                  <a:schemeClr val="tx2"/>
                </a:solidFill>
                <a:latin typeface="Trebuchet MS" pitchFamily="34" charset="0"/>
              </a:defRPr>
            </a:lvl2pPr>
            <a:lvl3pPr algn="l" rtl="0" eaLnBrk="1" fontAlgn="base" hangingPunct="1">
              <a:spcBef>
                <a:spcPct val="0"/>
              </a:spcBef>
              <a:spcAft>
                <a:spcPct val="0"/>
              </a:spcAft>
              <a:defRPr sz="4000">
                <a:solidFill>
                  <a:schemeClr val="tx2"/>
                </a:solidFill>
                <a:latin typeface="Trebuchet MS" pitchFamily="34" charset="0"/>
              </a:defRPr>
            </a:lvl3pPr>
            <a:lvl4pPr algn="l" rtl="0" eaLnBrk="1" fontAlgn="base" hangingPunct="1">
              <a:spcBef>
                <a:spcPct val="0"/>
              </a:spcBef>
              <a:spcAft>
                <a:spcPct val="0"/>
              </a:spcAft>
              <a:defRPr sz="4000">
                <a:solidFill>
                  <a:schemeClr val="tx2"/>
                </a:solidFill>
                <a:latin typeface="Trebuchet MS" pitchFamily="34" charset="0"/>
              </a:defRPr>
            </a:lvl4pPr>
            <a:lvl5pPr algn="l" rtl="0" eaLnBrk="1" fontAlgn="base" hangingPunct="1">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a:lstStyle>
          <a:p>
            <a:pPr algn="ctr"/>
            <a:r>
              <a:rPr lang="en-US" sz="1600" kern="0" dirty="0"/>
              <a:t>Axial MRI through the upper cervical spinal cord demonstrating the </a:t>
            </a:r>
            <a:r>
              <a:rPr lang="en-US" sz="1600" kern="0" dirty="0">
                <a:solidFill>
                  <a:srgbClr val="FF0000"/>
                </a:solidFill>
              </a:rPr>
              <a:t>spinal accessory nucleus</a:t>
            </a:r>
            <a:r>
              <a:rPr lang="en-US" sz="1600" kern="0" dirty="0"/>
              <a:t> along the posterolateral margin of the anterior horn. The nucleus extends from C1-C6. </a:t>
            </a:r>
            <a:endParaRPr lang="en-US" sz="1600" kern="0" dirty="0">
              <a:solidFill>
                <a:schemeClr val="tx2">
                  <a:lumMod val="60000"/>
                  <a:lumOff val="40000"/>
                </a:schemeClr>
              </a:solidFill>
            </a:endParaRPr>
          </a:p>
        </p:txBody>
      </p:sp>
      <p:pic>
        <p:nvPicPr>
          <p:cNvPr id="1026" name="Picture 2" descr="P:\Lack\ASHNR 2016 Project\c spin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1612" y="2165831"/>
            <a:ext cx="3090863" cy="2601432"/>
          </a:xfrm>
          <a:prstGeom prst="rect">
            <a:avLst/>
          </a:prstGeom>
          <a:noFill/>
          <a:extLst>
            <a:ext uri="{909E8E84-426E-40DD-AFC4-6F175D3DCCD1}">
              <a14:hiddenFill xmlns:a14="http://schemas.microsoft.com/office/drawing/2010/main">
                <a:solidFill>
                  <a:srgbClr val="FFFFFF"/>
                </a:solidFill>
              </a14:hiddenFill>
            </a:ext>
          </a:extLst>
        </p:spPr>
      </p:pic>
      <p:sp>
        <p:nvSpPr>
          <p:cNvPr id="7" name="Oval 6"/>
          <p:cNvSpPr/>
          <p:nvPr/>
        </p:nvSpPr>
        <p:spPr>
          <a:xfrm>
            <a:off x="3200400" y="3562350"/>
            <a:ext cx="45719" cy="762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434969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2688"/>
            <a:ext cx="8001000" cy="685800"/>
          </a:xfrm>
        </p:spPr>
        <p:txBody>
          <a:bodyPr/>
          <a:lstStyle/>
          <a:p>
            <a:r>
              <a:rPr lang="en-US" dirty="0"/>
              <a:t>Normal Anatomy: Cisternal CN IX, X</a:t>
            </a:r>
          </a:p>
        </p:txBody>
      </p:sp>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825242" y="1581150"/>
            <a:ext cx="2483069" cy="2057400"/>
          </a:xfr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64011" y="1657350"/>
            <a:ext cx="3351389" cy="1676400"/>
          </a:xfrm>
          <a:prstGeom prst="rect">
            <a:avLst/>
          </a:prstGeom>
        </p:spPr>
      </p:pic>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08311" y="1581150"/>
            <a:ext cx="2680250" cy="2038350"/>
          </a:xfrm>
          <a:prstGeom prst="rect">
            <a:avLst/>
          </a:prstGeom>
        </p:spPr>
      </p:pic>
      <p:sp>
        <p:nvSpPr>
          <p:cNvPr id="8" name="Title 1"/>
          <p:cNvSpPr txBox="1">
            <a:spLocks/>
          </p:cNvSpPr>
          <p:nvPr/>
        </p:nvSpPr>
        <p:spPr bwMode="auto">
          <a:xfrm>
            <a:off x="733276" y="4230963"/>
            <a:ext cx="2667000" cy="267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1" fontAlgn="base" hangingPunct="1">
              <a:spcBef>
                <a:spcPct val="0"/>
              </a:spcBef>
              <a:spcAft>
                <a:spcPct val="0"/>
              </a:spcAft>
              <a:defRPr sz="4000">
                <a:solidFill>
                  <a:schemeClr val="tx2"/>
                </a:solidFill>
                <a:latin typeface="Times New Roman" panose="02020603050405020304" pitchFamily="18" charset="0"/>
                <a:ea typeface="+mj-ea"/>
                <a:cs typeface="Times New Roman" panose="02020603050405020304" pitchFamily="18" charset="0"/>
              </a:defRPr>
            </a:lvl1pPr>
            <a:lvl2pPr algn="l" rtl="0" eaLnBrk="1" fontAlgn="base" hangingPunct="1">
              <a:spcBef>
                <a:spcPct val="0"/>
              </a:spcBef>
              <a:spcAft>
                <a:spcPct val="0"/>
              </a:spcAft>
              <a:defRPr sz="4000">
                <a:solidFill>
                  <a:schemeClr val="tx2"/>
                </a:solidFill>
                <a:latin typeface="Trebuchet MS" pitchFamily="34" charset="0"/>
              </a:defRPr>
            </a:lvl2pPr>
            <a:lvl3pPr algn="l" rtl="0" eaLnBrk="1" fontAlgn="base" hangingPunct="1">
              <a:spcBef>
                <a:spcPct val="0"/>
              </a:spcBef>
              <a:spcAft>
                <a:spcPct val="0"/>
              </a:spcAft>
              <a:defRPr sz="4000">
                <a:solidFill>
                  <a:schemeClr val="tx2"/>
                </a:solidFill>
                <a:latin typeface="Trebuchet MS" pitchFamily="34" charset="0"/>
              </a:defRPr>
            </a:lvl3pPr>
            <a:lvl4pPr algn="l" rtl="0" eaLnBrk="1" fontAlgn="base" hangingPunct="1">
              <a:spcBef>
                <a:spcPct val="0"/>
              </a:spcBef>
              <a:spcAft>
                <a:spcPct val="0"/>
              </a:spcAft>
              <a:defRPr sz="4000">
                <a:solidFill>
                  <a:schemeClr val="tx2"/>
                </a:solidFill>
                <a:latin typeface="Trebuchet MS" pitchFamily="34" charset="0"/>
              </a:defRPr>
            </a:lvl4pPr>
            <a:lvl5pPr algn="l" rtl="0" eaLnBrk="1" fontAlgn="base" hangingPunct="1">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a:lstStyle>
          <a:p>
            <a:pPr algn="ctr"/>
            <a:r>
              <a:rPr lang="en-US" sz="1200" kern="0" dirty="0"/>
              <a:t>Axial MRI of the glossopharyngeal nerve, exiting the medulla from the post-olivary sulcus</a:t>
            </a:r>
          </a:p>
        </p:txBody>
      </p:sp>
      <p:sp>
        <p:nvSpPr>
          <p:cNvPr id="9" name="Title 1"/>
          <p:cNvSpPr txBox="1">
            <a:spLocks/>
          </p:cNvSpPr>
          <p:nvPr/>
        </p:nvSpPr>
        <p:spPr bwMode="auto">
          <a:xfrm>
            <a:off x="3321561" y="3898128"/>
            <a:ext cx="2667000" cy="620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1" fontAlgn="base" hangingPunct="1">
              <a:spcBef>
                <a:spcPct val="0"/>
              </a:spcBef>
              <a:spcAft>
                <a:spcPct val="0"/>
              </a:spcAft>
              <a:defRPr sz="4000">
                <a:solidFill>
                  <a:schemeClr val="tx2"/>
                </a:solidFill>
                <a:latin typeface="Times New Roman" panose="02020603050405020304" pitchFamily="18" charset="0"/>
                <a:ea typeface="+mj-ea"/>
                <a:cs typeface="Times New Roman" panose="02020603050405020304" pitchFamily="18" charset="0"/>
              </a:defRPr>
            </a:lvl1pPr>
            <a:lvl2pPr algn="l" rtl="0" eaLnBrk="1" fontAlgn="base" hangingPunct="1">
              <a:spcBef>
                <a:spcPct val="0"/>
              </a:spcBef>
              <a:spcAft>
                <a:spcPct val="0"/>
              </a:spcAft>
              <a:defRPr sz="4000">
                <a:solidFill>
                  <a:schemeClr val="tx2"/>
                </a:solidFill>
                <a:latin typeface="Trebuchet MS" pitchFamily="34" charset="0"/>
              </a:defRPr>
            </a:lvl2pPr>
            <a:lvl3pPr algn="l" rtl="0" eaLnBrk="1" fontAlgn="base" hangingPunct="1">
              <a:spcBef>
                <a:spcPct val="0"/>
              </a:spcBef>
              <a:spcAft>
                <a:spcPct val="0"/>
              </a:spcAft>
              <a:defRPr sz="4000">
                <a:solidFill>
                  <a:schemeClr val="tx2"/>
                </a:solidFill>
                <a:latin typeface="Trebuchet MS" pitchFamily="34" charset="0"/>
              </a:defRPr>
            </a:lvl3pPr>
            <a:lvl4pPr algn="l" rtl="0" eaLnBrk="1" fontAlgn="base" hangingPunct="1">
              <a:spcBef>
                <a:spcPct val="0"/>
              </a:spcBef>
              <a:spcAft>
                <a:spcPct val="0"/>
              </a:spcAft>
              <a:defRPr sz="4000">
                <a:solidFill>
                  <a:schemeClr val="tx2"/>
                </a:solidFill>
                <a:latin typeface="Trebuchet MS" pitchFamily="34" charset="0"/>
              </a:defRPr>
            </a:lvl4pPr>
            <a:lvl5pPr algn="l" rtl="0" eaLnBrk="1" fontAlgn="base" hangingPunct="1">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a:lstStyle>
          <a:p>
            <a:pPr algn="ctr"/>
            <a:r>
              <a:rPr lang="en-US" sz="1200" kern="0" dirty="0"/>
              <a:t>Axial MRI of the vagus nerve exiting from the post-olivary sulcus, just inferior to the glossopharyngeal nerve</a:t>
            </a:r>
          </a:p>
        </p:txBody>
      </p:sp>
      <p:sp>
        <p:nvSpPr>
          <p:cNvPr id="10" name="Title 1"/>
          <p:cNvSpPr txBox="1">
            <a:spLocks/>
          </p:cNvSpPr>
          <p:nvPr/>
        </p:nvSpPr>
        <p:spPr bwMode="auto">
          <a:xfrm>
            <a:off x="6172200" y="3821928"/>
            <a:ext cx="2667000" cy="711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1" fontAlgn="base" hangingPunct="1">
              <a:spcBef>
                <a:spcPct val="0"/>
              </a:spcBef>
              <a:spcAft>
                <a:spcPct val="0"/>
              </a:spcAft>
              <a:defRPr sz="4000">
                <a:solidFill>
                  <a:schemeClr val="tx2"/>
                </a:solidFill>
                <a:latin typeface="Times New Roman" panose="02020603050405020304" pitchFamily="18" charset="0"/>
                <a:ea typeface="+mj-ea"/>
                <a:cs typeface="Times New Roman" panose="02020603050405020304" pitchFamily="18" charset="0"/>
              </a:defRPr>
            </a:lvl1pPr>
            <a:lvl2pPr algn="l" rtl="0" eaLnBrk="1" fontAlgn="base" hangingPunct="1">
              <a:spcBef>
                <a:spcPct val="0"/>
              </a:spcBef>
              <a:spcAft>
                <a:spcPct val="0"/>
              </a:spcAft>
              <a:defRPr sz="4000">
                <a:solidFill>
                  <a:schemeClr val="tx2"/>
                </a:solidFill>
                <a:latin typeface="Trebuchet MS" pitchFamily="34" charset="0"/>
              </a:defRPr>
            </a:lvl2pPr>
            <a:lvl3pPr algn="l" rtl="0" eaLnBrk="1" fontAlgn="base" hangingPunct="1">
              <a:spcBef>
                <a:spcPct val="0"/>
              </a:spcBef>
              <a:spcAft>
                <a:spcPct val="0"/>
              </a:spcAft>
              <a:defRPr sz="4000">
                <a:solidFill>
                  <a:schemeClr val="tx2"/>
                </a:solidFill>
                <a:latin typeface="Trebuchet MS" pitchFamily="34" charset="0"/>
              </a:defRPr>
            </a:lvl3pPr>
            <a:lvl4pPr algn="l" rtl="0" eaLnBrk="1" fontAlgn="base" hangingPunct="1">
              <a:spcBef>
                <a:spcPct val="0"/>
              </a:spcBef>
              <a:spcAft>
                <a:spcPct val="0"/>
              </a:spcAft>
              <a:defRPr sz="4000">
                <a:solidFill>
                  <a:schemeClr val="tx2"/>
                </a:solidFill>
                <a:latin typeface="Trebuchet MS" pitchFamily="34" charset="0"/>
              </a:defRPr>
            </a:lvl4pPr>
            <a:lvl5pPr algn="l" rtl="0" eaLnBrk="1" fontAlgn="base" hangingPunct="1">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a:lstStyle>
          <a:p>
            <a:pPr algn="ctr"/>
            <a:r>
              <a:rPr lang="en-US" sz="1200" kern="0" dirty="0"/>
              <a:t>Sagittal oblique MRI demonstrating the relationship between the </a:t>
            </a:r>
            <a:r>
              <a:rPr lang="en-US" sz="1200" kern="0" dirty="0">
                <a:solidFill>
                  <a:srgbClr val="FF0000"/>
                </a:solidFill>
              </a:rPr>
              <a:t>glossopharyngeal nerve </a:t>
            </a:r>
            <a:r>
              <a:rPr lang="en-US" sz="1200" kern="0" dirty="0"/>
              <a:t>and </a:t>
            </a:r>
            <a:r>
              <a:rPr lang="en-US" sz="1200" kern="0" dirty="0">
                <a:solidFill>
                  <a:srgbClr val="00B0F0"/>
                </a:solidFill>
              </a:rPr>
              <a:t>vagus nerve</a:t>
            </a:r>
          </a:p>
        </p:txBody>
      </p:sp>
      <p:cxnSp>
        <p:nvCxnSpPr>
          <p:cNvPr id="11" name="Straight Arrow Connector 10"/>
          <p:cNvCxnSpPr/>
          <p:nvPr/>
        </p:nvCxnSpPr>
        <p:spPr>
          <a:xfrm flipH="1" flipV="1">
            <a:off x="2431450" y="2247054"/>
            <a:ext cx="227746" cy="324696"/>
          </a:xfrm>
          <a:prstGeom prst="straightConnector1">
            <a:avLst/>
          </a:prstGeom>
          <a:ln>
            <a:solidFill>
              <a:schemeClr val="tx2"/>
            </a:solidFill>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p:cNvCxnSpPr/>
          <p:nvPr/>
        </p:nvCxnSpPr>
        <p:spPr>
          <a:xfrm flipV="1">
            <a:off x="1371600" y="2279161"/>
            <a:ext cx="217672" cy="330689"/>
          </a:xfrm>
          <a:prstGeom prst="straightConnector1">
            <a:avLst/>
          </a:prstGeom>
          <a:ln>
            <a:solidFill>
              <a:schemeClr val="tx2"/>
            </a:solidFill>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p:cNvCxnSpPr/>
          <p:nvPr/>
        </p:nvCxnSpPr>
        <p:spPr>
          <a:xfrm flipH="1" flipV="1">
            <a:off x="5008567" y="2263564"/>
            <a:ext cx="187227" cy="346286"/>
          </a:xfrm>
          <a:prstGeom prst="straightConnector1">
            <a:avLst/>
          </a:prstGeom>
          <a:ln>
            <a:solidFill>
              <a:schemeClr val="tx2"/>
            </a:solidFill>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p:cNvCxnSpPr/>
          <p:nvPr/>
        </p:nvCxnSpPr>
        <p:spPr>
          <a:xfrm flipV="1">
            <a:off x="4072341" y="2309463"/>
            <a:ext cx="197712" cy="300387"/>
          </a:xfrm>
          <a:prstGeom prst="straightConnector1">
            <a:avLst/>
          </a:prstGeom>
          <a:ln>
            <a:solidFill>
              <a:schemeClr val="tx2"/>
            </a:solidFill>
            <a:tailEnd type="triangle"/>
          </a:ln>
        </p:spPr>
        <p:style>
          <a:lnRef idx="1">
            <a:schemeClr val="dk1"/>
          </a:lnRef>
          <a:fillRef idx="0">
            <a:schemeClr val="dk1"/>
          </a:fillRef>
          <a:effectRef idx="0">
            <a:schemeClr val="dk1"/>
          </a:effectRef>
          <a:fontRef idx="minor">
            <a:schemeClr val="tx1"/>
          </a:fontRef>
        </p:style>
      </p:cxnSp>
      <p:cxnSp>
        <p:nvCxnSpPr>
          <p:cNvPr id="5" name="Straight Arrow Connector 4"/>
          <p:cNvCxnSpPr/>
          <p:nvPr/>
        </p:nvCxnSpPr>
        <p:spPr>
          <a:xfrm flipH="1">
            <a:off x="6979310" y="2364406"/>
            <a:ext cx="152400" cy="414687"/>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flipV="1">
            <a:off x="7055510" y="2868474"/>
            <a:ext cx="259690" cy="389076"/>
          </a:xfrm>
          <a:prstGeom prst="straightConnector1">
            <a:avLst/>
          </a:prstGeom>
          <a:ln w="12700">
            <a:solidFill>
              <a:srgbClr val="00B0F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52430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 Anatomy: Cisternal CN XI</a:t>
            </a:r>
          </a:p>
        </p:txBody>
      </p:sp>
      <p:sp>
        <p:nvSpPr>
          <p:cNvPr id="7" name="Title 1"/>
          <p:cNvSpPr txBox="1">
            <a:spLocks/>
          </p:cNvSpPr>
          <p:nvPr/>
        </p:nvSpPr>
        <p:spPr bwMode="auto">
          <a:xfrm>
            <a:off x="1219200" y="4684764"/>
            <a:ext cx="3048000" cy="267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1" fontAlgn="base" hangingPunct="1">
              <a:spcBef>
                <a:spcPct val="0"/>
              </a:spcBef>
              <a:spcAft>
                <a:spcPct val="0"/>
              </a:spcAft>
              <a:defRPr sz="4000">
                <a:solidFill>
                  <a:schemeClr val="tx2"/>
                </a:solidFill>
                <a:latin typeface="Times New Roman" panose="02020603050405020304" pitchFamily="18" charset="0"/>
                <a:ea typeface="+mj-ea"/>
                <a:cs typeface="Times New Roman" panose="02020603050405020304" pitchFamily="18" charset="0"/>
              </a:defRPr>
            </a:lvl1pPr>
            <a:lvl2pPr algn="l" rtl="0" eaLnBrk="1" fontAlgn="base" hangingPunct="1">
              <a:spcBef>
                <a:spcPct val="0"/>
              </a:spcBef>
              <a:spcAft>
                <a:spcPct val="0"/>
              </a:spcAft>
              <a:defRPr sz="4000">
                <a:solidFill>
                  <a:schemeClr val="tx2"/>
                </a:solidFill>
                <a:latin typeface="Trebuchet MS" pitchFamily="34" charset="0"/>
              </a:defRPr>
            </a:lvl2pPr>
            <a:lvl3pPr algn="l" rtl="0" eaLnBrk="1" fontAlgn="base" hangingPunct="1">
              <a:spcBef>
                <a:spcPct val="0"/>
              </a:spcBef>
              <a:spcAft>
                <a:spcPct val="0"/>
              </a:spcAft>
              <a:defRPr sz="4000">
                <a:solidFill>
                  <a:schemeClr val="tx2"/>
                </a:solidFill>
                <a:latin typeface="Trebuchet MS" pitchFamily="34" charset="0"/>
              </a:defRPr>
            </a:lvl3pPr>
            <a:lvl4pPr algn="l" rtl="0" eaLnBrk="1" fontAlgn="base" hangingPunct="1">
              <a:spcBef>
                <a:spcPct val="0"/>
              </a:spcBef>
              <a:spcAft>
                <a:spcPct val="0"/>
              </a:spcAft>
              <a:defRPr sz="4000">
                <a:solidFill>
                  <a:schemeClr val="tx2"/>
                </a:solidFill>
                <a:latin typeface="Trebuchet MS" pitchFamily="34" charset="0"/>
              </a:defRPr>
            </a:lvl4pPr>
            <a:lvl5pPr algn="l" rtl="0" eaLnBrk="1" fontAlgn="base" hangingPunct="1">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a:lstStyle>
          <a:p>
            <a:pPr algn="ctr"/>
            <a:r>
              <a:rPr lang="en-US" sz="1200" kern="0" dirty="0"/>
              <a:t>Coronal CT myelogram demonstrating spinal accessory nerve roots arising from the cervical spine (C1-C6) and ascending through the foramen magnum</a:t>
            </a:r>
          </a:p>
        </p:txBody>
      </p:sp>
      <p:sp>
        <p:nvSpPr>
          <p:cNvPr id="8" name="Title 1"/>
          <p:cNvSpPr txBox="1">
            <a:spLocks/>
          </p:cNvSpPr>
          <p:nvPr/>
        </p:nvSpPr>
        <p:spPr bwMode="auto">
          <a:xfrm>
            <a:off x="5443030" y="4520743"/>
            <a:ext cx="2667000" cy="267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1" fontAlgn="base" hangingPunct="1">
              <a:spcBef>
                <a:spcPct val="0"/>
              </a:spcBef>
              <a:spcAft>
                <a:spcPct val="0"/>
              </a:spcAft>
              <a:defRPr sz="4000">
                <a:solidFill>
                  <a:schemeClr val="tx2"/>
                </a:solidFill>
                <a:latin typeface="Times New Roman" panose="02020603050405020304" pitchFamily="18" charset="0"/>
                <a:ea typeface="+mj-ea"/>
                <a:cs typeface="Times New Roman" panose="02020603050405020304" pitchFamily="18" charset="0"/>
              </a:defRPr>
            </a:lvl1pPr>
            <a:lvl2pPr algn="l" rtl="0" eaLnBrk="1" fontAlgn="base" hangingPunct="1">
              <a:spcBef>
                <a:spcPct val="0"/>
              </a:spcBef>
              <a:spcAft>
                <a:spcPct val="0"/>
              </a:spcAft>
              <a:defRPr sz="4000">
                <a:solidFill>
                  <a:schemeClr val="tx2"/>
                </a:solidFill>
                <a:latin typeface="Trebuchet MS" pitchFamily="34" charset="0"/>
              </a:defRPr>
            </a:lvl2pPr>
            <a:lvl3pPr algn="l" rtl="0" eaLnBrk="1" fontAlgn="base" hangingPunct="1">
              <a:spcBef>
                <a:spcPct val="0"/>
              </a:spcBef>
              <a:spcAft>
                <a:spcPct val="0"/>
              </a:spcAft>
              <a:defRPr sz="4000">
                <a:solidFill>
                  <a:schemeClr val="tx2"/>
                </a:solidFill>
                <a:latin typeface="Trebuchet MS" pitchFamily="34" charset="0"/>
              </a:defRPr>
            </a:lvl3pPr>
            <a:lvl4pPr algn="l" rtl="0" eaLnBrk="1" fontAlgn="base" hangingPunct="1">
              <a:spcBef>
                <a:spcPct val="0"/>
              </a:spcBef>
              <a:spcAft>
                <a:spcPct val="0"/>
              </a:spcAft>
              <a:defRPr sz="4000">
                <a:solidFill>
                  <a:schemeClr val="tx2"/>
                </a:solidFill>
                <a:latin typeface="Trebuchet MS" pitchFamily="34" charset="0"/>
              </a:defRPr>
            </a:lvl4pPr>
            <a:lvl5pPr algn="l" rtl="0" eaLnBrk="1" fontAlgn="base" hangingPunct="1">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a:lstStyle>
          <a:p>
            <a:pPr algn="ctr"/>
            <a:r>
              <a:rPr lang="en-US" sz="1200" kern="0" dirty="0"/>
              <a:t>Axial MRI of the </a:t>
            </a:r>
            <a:r>
              <a:rPr lang="en-US" sz="1200" kern="0" dirty="0">
                <a:solidFill>
                  <a:srgbClr val="FF0000"/>
                </a:solidFill>
              </a:rPr>
              <a:t>spinal accessory nerve </a:t>
            </a:r>
            <a:r>
              <a:rPr lang="en-US" sz="1200" kern="0" dirty="0"/>
              <a:t>exiting through the jugular foramen near the </a:t>
            </a:r>
            <a:r>
              <a:rPr lang="en-US" sz="1200" kern="0" dirty="0">
                <a:solidFill>
                  <a:srgbClr val="00B0F0"/>
                </a:solidFill>
              </a:rPr>
              <a:t>vagus nerve </a:t>
            </a:r>
          </a:p>
        </p:txBody>
      </p:sp>
      <p:pic>
        <p:nvPicPr>
          <p:cNvPr id="17" name="Picture 16"/>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4910136" y="1333162"/>
            <a:ext cx="3583935" cy="2610187"/>
          </a:xfrm>
          <a:prstGeom prst="rect">
            <a:avLst/>
          </a:prstGeom>
        </p:spPr>
      </p:pic>
      <p:cxnSp>
        <p:nvCxnSpPr>
          <p:cNvPr id="4" name="Straight Arrow Connector 3"/>
          <p:cNvCxnSpPr/>
          <p:nvPr/>
        </p:nvCxnSpPr>
        <p:spPr>
          <a:xfrm flipH="1">
            <a:off x="6210300" y="1941850"/>
            <a:ext cx="76200" cy="275552"/>
          </a:xfrm>
          <a:prstGeom prst="straightConnector1">
            <a:avLst/>
          </a:prstGeom>
          <a:ln w="12700">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6010275" y="2245015"/>
            <a:ext cx="76200" cy="271124"/>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19200" y="1306436"/>
            <a:ext cx="2773484" cy="27095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8" name="Straight Arrow Connector 17"/>
          <p:cNvCxnSpPr/>
          <p:nvPr/>
        </p:nvCxnSpPr>
        <p:spPr>
          <a:xfrm flipH="1" flipV="1">
            <a:off x="3025140" y="1903279"/>
            <a:ext cx="381000" cy="211271"/>
          </a:xfrm>
          <a:prstGeom prst="straightConnector1">
            <a:avLst/>
          </a:prstGeom>
          <a:ln>
            <a:solidFill>
              <a:schemeClr val="tx2"/>
            </a:solidFill>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p:cNvCxnSpPr/>
          <p:nvPr/>
        </p:nvCxnSpPr>
        <p:spPr>
          <a:xfrm flipV="1">
            <a:off x="1981200" y="1908849"/>
            <a:ext cx="358140" cy="211270"/>
          </a:xfrm>
          <a:prstGeom prst="straightConnector1">
            <a:avLst/>
          </a:prstGeom>
          <a:ln>
            <a:solidFill>
              <a:schemeClr val="tx2"/>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021383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46148" y="1581150"/>
            <a:ext cx="2621052" cy="29055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a:t>Case 8: CN XI</a:t>
            </a:r>
          </a:p>
        </p:txBody>
      </p:sp>
      <p:sp>
        <p:nvSpPr>
          <p:cNvPr id="5" name="Rectangle 4"/>
          <p:cNvSpPr/>
          <p:nvPr/>
        </p:nvSpPr>
        <p:spPr>
          <a:xfrm>
            <a:off x="4146242" y="2387084"/>
            <a:ext cx="851515" cy="369332"/>
          </a:xfrm>
          <a:prstGeom prst="rect">
            <a:avLst/>
          </a:prstGeom>
        </p:spPr>
        <p:txBody>
          <a:bodyPr wrap="none">
            <a:spAutoFit/>
          </a:bodyPr>
          <a:lstStyle/>
          <a:p>
            <a:r>
              <a:rPr lang="en-US" dirty="0">
                <a:latin typeface="Times New Roman" panose="02020603050405020304" pitchFamily="18" charset="0"/>
              </a:rPr>
              <a:t>CN_06</a:t>
            </a:r>
            <a:endParaRPr lang="en-US" dirty="0"/>
          </a:p>
        </p:txBody>
      </p:sp>
      <p:sp>
        <p:nvSpPr>
          <p:cNvPr id="14" name="Title 1"/>
          <p:cNvSpPr txBox="1">
            <a:spLocks/>
          </p:cNvSpPr>
          <p:nvPr/>
        </p:nvSpPr>
        <p:spPr bwMode="auto">
          <a:xfrm>
            <a:off x="1752600" y="4486657"/>
            <a:ext cx="2514600" cy="363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1" fontAlgn="base" hangingPunct="1">
              <a:spcBef>
                <a:spcPct val="0"/>
              </a:spcBef>
              <a:spcAft>
                <a:spcPct val="0"/>
              </a:spcAft>
              <a:defRPr sz="4000">
                <a:solidFill>
                  <a:schemeClr val="tx2"/>
                </a:solidFill>
                <a:latin typeface="Times New Roman" panose="02020603050405020304" pitchFamily="18" charset="0"/>
                <a:ea typeface="+mj-ea"/>
                <a:cs typeface="Times New Roman" panose="02020603050405020304" pitchFamily="18" charset="0"/>
              </a:defRPr>
            </a:lvl1pPr>
            <a:lvl2pPr algn="l" rtl="0" eaLnBrk="1" fontAlgn="base" hangingPunct="1">
              <a:spcBef>
                <a:spcPct val="0"/>
              </a:spcBef>
              <a:spcAft>
                <a:spcPct val="0"/>
              </a:spcAft>
              <a:defRPr sz="4000">
                <a:solidFill>
                  <a:schemeClr val="tx2"/>
                </a:solidFill>
                <a:latin typeface="Trebuchet MS" pitchFamily="34" charset="0"/>
              </a:defRPr>
            </a:lvl2pPr>
            <a:lvl3pPr algn="l" rtl="0" eaLnBrk="1" fontAlgn="base" hangingPunct="1">
              <a:spcBef>
                <a:spcPct val="0"/>
              </a:spcBef>
              <a:spcAft>
                <a:spcPct val="0"/>
              </a:spcAft>
              <a:defRPr sz="4000">
                <a:solidFill>
                  <a:schemeClr val="tx2"/>
                </a:solidFill>
                <a:latin typeface="Trebuchet MS" pitchFamily="34" charset="0"/>
              </a:defRPr>
            </a:lvl3pPr>
            <a:lvl4pPr algn="l" rtl="0" eaLnBrk="1" fontAlgn="base" hangingPunct="1">
              <a:spcBef>
                <a:spcPct val="0"/>
              </a:spcBef>
              <a:spcAft>
                <a:spcPct val="0"/>
              </a:spcAft>
              <a:defRPr sz="4000">
                <a:solidFill>
                  <a:schemeClr val="tx2"/>
                </a:solidFill>
                <a:latin typeface="Trebuchet MS" pitchFamily="34" charset="0"/>
              </a:defRPr>
            </a:lvl4pPr>
            <a:lvl5pPr algn="l" rtl="0" eaLnBrk="1" fontAlgn="base" hangingPunct="1">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a:lstStyle>
          <a:p>
            <a:pPr algn="ctr"/>
            <a:r>
              <a:rPr lang="en-US" sz="1200" kern="0" dirty="0"/>
              <a:t>1 years post-op</a:t>
            </a:r>
          </a:p>
        </p:txBody>
      </p:sp>
      <p:pic>
        <p:nvPicPr>
          <p:cNvPr id="102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32358" y="1581150"/>
            <a:ext cx="2816242" cy="2934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idx="1"/>
          </p:nvPr>
        </p:nvSpPr>
        <p:spPr>
          <a:xfrm>
            <a:off x="914400" y="971553"/>
            <a:ext cx="7924800" cy="954750"/>
          </a:xfrm>
        </p:spPr>
        <p:txBody>
          <a:bodyPr/>
          <a:lstStyle/>
          <a:p>
            <a:r>
              <a:rPr lang="en-US" dirty="0"/>
              <a:t>66 year old male status post left selective neck dissection</a:t>
            </a:r>
          </a:p>
        </p:txBody>
      </p:sp>
      <p:sp>
        <p:nvSpPr>
          <p:cNvPr id="16" name="Title 1"/>
          <p:cNvSpPr txBox="1">
            <a:spLocks/>
          </p:cNvSpPr>
          <p:nvPr/>
        </p:nvSpPr>
        <p:spPr bwMode="auto">
          <a:xfrm>
            <a:off x="5334000" y="4515500"/>
            <a:ext cx="2514600" cy="363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1" fontAlgn="base" hangingPunct="1">
              <a:spcBef>
                <a:spcPct val="0"/>
              </a:spcBef>
              <a:spcAft>
                <a:spcPct val="0"/>
              </a:spcAft>
              <a:defRPr sz="4000">
                <a:solidFill>
                  <a:schemeClr val="tx2"/>
                </a:solidFill>
                <a:latin typeface="Times New Roman" panose="02020603050405020304" pitchFamily="18" charset="0"/>
                <a:ea typeface="+mj-ea"/>
                <a:cs typeface="Times New Roman" panose="02020603050405020304" pitchFamily="18" charset="0"/>
              </a:defRPr>
            </a:lvl1pPr>
            <a:lvl2pPr algn="l" rtl="0" eaLnBrk="1" fontAlgn="base" hangingPunct="1">
              <a:spcBef>
                <a:spcPct val="0"/>
              </a:spcBef>
              <a:spcAft>
                <a:spcPct val="0"/>
              </a:spcAft>
              <a:defRPr sz="4000">
                <a:solidFill>
                  <a:schemeClr val="tx2"/>
                </a:solidFill>
                <a:latin typeface="Trebuchet MS" pitchFamily="34" charset="0"/>
              </a:defRPr>
            </a:lvl2pPr>
            <a:lvl3pPr algn="l" rtl="0" eaLnBrk="1" fontAlgn="base" hangingPunct="1">
              <a:spcBef>
                <a:spcPct val="0"/>
              </a:spcBef>
              <a:spcAft>
                <a:spcPct val="0"/>
              </a:spcAft>
              <a:defRPr sz="4000">
                <a:solidFill>
                  <a:schemeClr val="tx2"/>
                </a:solidFill>
                <a:latin typeface="Trebuchet MS" pitchFamily="34" charset="0"/>
              </a:defRPr>
            </a:lvl3pPr>
            <a:lvl4pPr algn="l" rtl="0" eaLnBrk="1" fontAlgn="base" hangingPunct="1">
              <a:spcBef>
                <a:spcPct val="0"/>
              </a:spcBef>
              <a:spcAft>
                <a:spcPct val="0"/>
              </a:spcAft>
              <a:defRPr sz="4000">
                <a:solidFill>
                  <a:schemeClr val="tx2"/>
                </a:solidFill>
                <a:latin typeface="Trebuchet MS" pitchFamily="34" charset="0"/>
              </a:defRPr>
            </a:lvl4pPr>
            <a:lvl5pPr algn="l" rtl="0" eaLnBrk="1" fontAlgn="base" hangingPunct="1">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a:lstStyle>
          <a:p>
            <a:pPr algn="ctr"/>
            <a:r>
              <a:rPr lang="en-US" sz="1200" kern="0" dirty="0"/>
              <a:t>3 years post-op</a:t>
            </a:r>
          </a:p>
        </p:txBody>
      </p:sp>
      <p:cxnSp>
        <p:nvCxnSpPr>
          <p:cNvPr id="13" name="Straight Arrow Connector 12"/>
          <p:cNvCxnSpPr/>
          <p:nvPr/>
        </p:nvCxnSpPr>
        <p:spPr>
          <a:xfrm flipH="1">
            <a:off x="3962400" y="2047875"/>
            <a:ext cx="381000" cy="457200"/>
          </a:xfrm>
          <a:prstGeom prst="straightConnector1">
            <a:avLst/>
          </a:prstGeom>
          <a:ln w="158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7467600" y="2047875"/>
            <a:ext cx="381000" cy="457200"/>
          </a:xfrm>
          <a:prstGeom prst="straightConnector1">
            <a:avLst/>
          </a:prstGeom>
          <a:ln w="158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flipV="1">
            <a:off x="3886200" y="3867150"/>
            <a:ext cx="381000" cy="467107"/>
          </a:xfrm>
          <a:prstGeom prst="straightConnector1">
            <a:avLst/>
          </a:prstGeom>
          <a:ln w="158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H="1" flipV="1">
            <a:off x="7467600" y="3790950"/>
            <a:ext cx="381000" cy="447675"/>
          </a:xfrm>
          <a:prstGeom prst="straightConnector1">
            <a:avLst/>
          </a:prstGeom>
          <a:ln w="15875">
            <a:solidFill>
              <a:schemeClr val="tx2"/>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97245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 Anatomy: Nuclei</a:t>
            </a:r>
          </a:p>
        </p:txBody>
      </p:sp>
      <p:sp>
        <p:nvSpPr>
          <p:cNvPr id="3" name="Content Placeholder 2"/>
          <p:cNvSpPr>
            <a:spLocks noGrp="1"/>
          </p:cNvSpPr>
          <p:nvPr>
            <p:ph idx="1"/>
          </p:nvPr>
        </p:nvSpPr>
        <p:spPr>
          <a:xfrm>
            <a:off x="914400" y="971553"/>
            <a:ext cx="7772400" cy="2139689"/>
          </a:xfrm>
        </p:spPr>
        <p:txBody>
          <a:bodyPr/>
          <a:lstStyle/>
          <a:p>
            <a:r>
              <a:rPr lang="en-US" dirty="0"/>
              <a:t>CN XII</a:t>
            </a:r>
          </a:p>
          <a:p>
            <a:pPr lvl="1"/>
            <a:r>
              <a:rPr lang="en-US" dirty="0"/>
              <a:t>Hypoglossal nucleus: motor</a:t>
            </a:r>
          </a:p>
          <a:p>
            <a:pPr lvl="1"/>
            <a:endParaRPr lang="en-US" dirty="0"/>
          </a:p>
          <a:p>
            <a:pPr lvl="1"/>
            <a:endParaRPr lang="en-US" dirty="0"/>
          </a:p>
        </p:txBody>
      </p:sp>
      <p:sp>
        <p:nvSpPr>
          <p:cNvPr id="5" name="Title 1"/>
          <p:cNvSpPr txBox="1">
            <a:spLocks/>
          </p:cNvSpPr>
          <p:nvPr/>
        </p:nvSpPr>
        <p:spPr bwMode="auto">
          <a:xfrm>
            <a:off x="5181600" y="3399998"/>
            <a:ext cx="2819400" cy="465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1" fontAlgn="base" hangingPunct="1">
              <a:spcBef>
                <a:spcPct val="0"/>
              </a:spcBef>
              <a:spcAft>
                <a:spcPct val="0"/>
              </a:spcAft>
              <a:defRPr sz="4000">
                <a:solidFill>
                  <a:schemeClr val="tx2"/>
                </a:solidFill>
                <a:latin typeface="Times New Roman" panose="02020603050405020304" pitchFamily="18" charset="0"/>
                <a:ea typeface="+mj-ea"/>
                <a:cs typeface="Times New Roman" panose="02020603050405020304" pitchFamily="18" charset="0"/>
              </a:defRPr>
            </a:lvl1pPr>
            <a:lvl2pPr algn="l" rtl="0" eaLnBrk="1" fontAlgn="base" hangingPunct="1">
              <a:spcBef>
                <a:spcPct val="0"/>
              </a:spcBef>
              <a:spcAft>
                <a:spcPct val="0"/>
              </a:spcAft>
              <a:defRPr sz="4000">
                <a:solidFill>
                  <a:schemeClr val="tx2"/>
                </a:solidFill>
                <a:latin typeface="Trebuchet MS" pitchFamily="34" charset="0"/>
              </a:defRPr>
            </a:lvl2pPr>
            <a:lvl3pPr algn="l" rtl="0" eaLnBrk="1" fontAlgn="base" hangingPunct="1">
              <a:spcBef>
                <a:spcPct val="0"/>
              </a:spcBef>
              <a:spcAft>
                <a:spcPct val="0"/>
              </a:spcAft>
              <a:defRPr sz="4000">
                <a:solidFill>
                  <a:schemeClr val="tx2"/>
                </a:solidFill>
                <a:latin typeface="Trebuchet MS" pitchFamily="34" charset="0"/>
              </a:defRPr>
            </a:lvl3pPr>
            <a:lvl4pPr algn="l" rtl="0" eaLnBrk="1" fontAlgn="base" hangingPunct="1">
              <a:spcBef>
                <a:spcPct val="0"/>
              </a:spcBef>
              <a:spcAft>
                <a:spcPct val="0"/>
              </a:spcAft>
              <a:defRPr sz="4000">
                <a:solidFill>
                  <a:schemeClr val="tx2"/>
                </a:solidFill>
                <a:latin typeface="Trebuchet MS" pitchFamily="34" charset="0"/>
              </a:defRPr>
            </a:lvl4pPr>
            <a:lvl5pPr algn="l" rtl="0" eaLnBrk="1" fontAlgn="base" hangingPunct="1">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a:lstStyle>
          <a:p>
            <a:pPr algn="ctr"/>
            <a:r>
              <a:rPr lang="en-US" sz="1600" kern="0" dirty="0"/>
              <a:t>Axial MRI through the middle medulla demonstrating the </a:t>
            </a:r>
            <a:r>
              <a:rPr lang="en-US" sz="1600" kern="0" dirty="0">
                <a:solidFill>
                  <a:srgbClr val="FF0000"/>
                </a:solidFill>
              </a:rPr>
              <a:t>hypoglossal nucleus </a:t>
            </a:r>
            <a:r>
              <a:rPr lang="en-US" sz="1600" kern="0" dirty="0"/>
              <a:t>and nerve exiting at the pre-olivary sulcus</a:t>
            </a:r>
            <a:endParaRPr lang="en-US" sz="1600" kern="0" dirty="0">
              <a:solidFill>
                <a:schemeClr val="tx2">
                  <a:lumMod val="60000"/>
                  <a:lumOff val="40000"/>
                </a:schemeClr>
              </a:solidFill>
            </a:endParaRPr>
          </a:p>
        </p:txBody>
      </p:sp>
      <p:pic>
        <p:nvPicPr>
          <p:cNvPr id="6"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33525" y="2190750"/>
            <a:ext cx="3200400" cy="26548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Freeform 9"/>
          <p:cNvSpPr/>
          <p:nvPr/>
        </p:nvSpPr>
        <p:spPr>
          <a:xfrm>
            <a:off x="3305175" y="2724151"/>
            <a:ext cx="1190625" cy="1352550"/>
          </a:xfrm>
          <a:custGeom>
            <a:avLst/>
            <a:gdLst>
              <a:gd name="connsiteX0" fmla="*/ 0 w 1266825"/>
              <a:gd name="connsiteY0" fmla="*/ 1190625 h 1190625"/>
              <a:gd name="connsiteX1" fmla="*/ 114300 w 1266825"/>
              <a:gd name="connsiteY1" fmla="*/ 333375 h 1190625"/>
              <a:gd name="connsiteX2" fmla="*/ 247650 w 1266825"/>
              <a:gd name="connsiteY2" fmla="*/ 85725 h 1190625"/>
              <a:gd name="connsiteX3" fmla="*/ 666750 w 1266825"/>
              <a:gd name="connsiteY3" fmla="*/ 66675 h 1190625"/>
              <a:gd name="connsiteX4" fmla="*/ 876300 w 1266825"/>
              <a:gd name="connsiteY4" fmla="*/ 114300 h 1190625"/>
              <a:gd name="connsiteX5" fmla="*/ 1114425 w 1266825"/>
              <a:gd name="connsiteY5" fmla="*/ 142875 h 1190625"/>
              <a:gd name="connsiteX6" fmla="*/ 1266825 w 1266825"/>
              <a:gd name="connsiteY6" fmla="*/ 0 h 119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6825" h="1190625">
                <a:moveTo>
                  <a:pt x="0" y="1190625"/>
                </a:moveTo>
                <a:cubicBezTo>
                  <a:pt x="36512" y="854075"/>
                  <a:pt x="73025" y="517525"/>
                  <a:pt x="114300" y="333375"/>
                </a:cubicBezTo>
                <a:cubicBezTo>
                  <a:pt x="155575" y="149225"/>
                  <a:pt x="155575" y="130175"/>
                  <a:pt x="247650" y="85725"/>
                </a:cubicBezTo>
                <a:cubicBezTo>
                  <a:pt x="339725" y="41275"/>
                  <a:pt x="561975" y="61912"/>
                  <a:pt x="666750" y="66675"/>
                </a:cubicBezTo>
                <a:cubicBezTo>
                  <a:pt x="771525" y="71438"/>
                  <a:pt x="801688" y="101600"/>
                  <a:pt x="876300" y="114300"/>
                </a:cubicBezTo>
                <a:cubicBezTo>
                  <a:pt x="950912" y="127000"/>
                  <a:pt x="1049337" y="161925"/>
                  <a:pt x="1114425" y="142875"/>
                </a:cubicBezTo>
                <a:cubicBezTo>
                  <a:pt x="1179513" y="123825"/>
                  <a:pt x="1223169" y="61912"/>
                  <a:pt x="1266825" y="0"/>
                </a:cubicBezTo>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p:cNvSpPr/>
          <p:nvPr/>
        </p:nvSpPr>
        <p:spPr>
          <a:xfrm>
            <a:off x="3190875" y="4010025"/>
            <a:ext cx="228600" cy="1524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p:cNvSpPr txBox="1">
            <a:spLocks/>
          </p:cNvSpPr>
          <p:nvPr/>
        </p:nvSpPr>
        <p:spPr bwMode="auto">
          <a:xfrm>
            <a:off x="1828800" y="4845626"/>
            <a:ext cx="2667000" cy="313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1" fontAlgn="base" hangingPunct="1">
              <a:spcBef>
                <a:spcPct val="0"/>
              </a:spcBef>
              <a:spcAft>
                <a:spcPct val="0"/>
              </a:spcAft>
              <a:defRPr sz="4000">
                <a:solidFill>
                  <a:schemeClr val="tx2"/>
                </a:solidFill>
                <a:latin typeface="Times New Roman" panose="02020603050405020304" pitchFamily="18" charset="0"/>
                <a:ea typeface="+mj-ea"/>
                <a:cs typeface="Times New Roman" panose="02020603050405020304" pitchFamily="18" charset="0"/>
              </a:defRPr>
            </a:lvl1pPr>
            <a:lvl2pPr algn="l" rtl="0" eaLnBrk="1" fontAlgn="base" hangingPunct="1">
              <a:spcBef>
                <a:spcPct val="0"/>
              </a:spcBef>
              <a:spcAft>
                <a:spcPct val="0"/>
              </a:spcAft>
              <a:defRPr sz="4000">
                <a:solidFill>
                  <a:schemeClr val="tx2"/>
                </a:solidFill>
                <a:latin typeface="Trebuchet MS" pitchFamily="34" charset="0"/>
              </a:defRPr>
            </a:lvl2pPr>
            <a:lvl3pPr algn="l" rtl="0" eaLnBrk="1" fontAlgn="base" hangingPunct="1">
              <a:spcBef>
                <a:spcPct val="0"/>
              </a:spcBef>
              <a:spcAft>
                <a:spcPct val="0"/>
              </a:spcAft>
              <a:defRPr sz="4000">
                <a:solidFill>
                  <a:schemeClr val="tx2"/>
                </a:solidFill>
                <a:latin typeface="Trebuchet MS" pitchFamily="34" charset="0"/>
              </a:defRPr>
            </a:lvl3pPr>
            <a:lvl4pPr algn="l" rtl="0" eaLnBrk="1" fontAlgn="base" hangingPunct="1">
              <a:spcBef>
                <a:spcPct val="0"/>
              </a:spcBef>
              <a:spcAft>
                <a:spcPct val="0"/>
              </a:spcAft>
              <a:defRPr sz="4000">
                <a:solidFill>
                  <a:schemeClr val="tx2"/>
                </a:solidFill>
                <a:latin typeface="Trebuchet MS" pitchFamily="34" charset="0"/>
              </a:defRPr>
            </a:lvl4pPr>
            <a:lvl5pPr algn="l" rtl="0" eaLnBrk="1" fontAlgn="base" hangingPunct="1">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a:lstStyle>
          <a:p>
            <a:pPr algn="ctr"/>
            <a:r>
              <a:rPr lang="en-US" sz="1200" kern="0" dirty="0"/>
              <a:t>Axial MRI through the medulla</a:t>
            </a:r>
            <a:endParaRPr lang="en-US" sz="1200" kern="0" dirty="0">
              <a:solidFill>
                <a:schemeClr val="tx2">
                  <a:lumMod val="60000"/>
                  <a:lumOff val="40000"/>
                </a:schemeClr>
              </a:solidFill>
            </a:endParaRPr>
          </a:p>
        </p:txBody>
      </p:sp>
    </p:spTree>
    <p:extLst>
      <p:ext uri="{BB962C8B-B14F-4D97-AF65-F5344CB8AC3E}">
        <p14:creationId xmlns:p14="http://schemas.microsoft.com/office/powerpoint/2010/main" val="9748446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 Anatomy: CN XII</a:t>
            </a:r>
          </a:p>
        </p:txBody>
      </p:sp>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048000" y="1581150"/>
            <a:ext cx="3268700" cy="2699004"/>
          </a:xfrm>
        </p:spPr>
      </p:pic>
      <p:cxnSp>
        <p:nvCxnSpPr>
          <p:cNvPr id="12" name="Straight Arrow Connector 11"/>
          <p:cNvCxnSpPr/>
          <p:nvPr/>
        </p:nvCxnSpPr>
        <p:spPr>
          <a:xfrm flipH="1">
            <a:off x="4837716" y="2339709"/>
            <a:ext cx="76200" cy="304800"/>
          </a:xfrm>
          <a:prstGeom prst="straightConnector1">
            <a:avLst/>
          </a:prstGeom>
          <a:ln w="12700">
            <a:solidFill>
              <a:srgbClr val="00B0F0"/>
            </a:solidFill>
            <a:tailEnd type="arrow"/>
          </a:ln>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4975767" y="2649109"/>
            <a:ext cx="76200" cy="7234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Freeform 36"/>
          <p:cNvSpPr/>
          <p:nvPr/>
        </p:nvSpPr>
        <p:spPr>
          <a:xfrm>
            <a:off x="4838211" y="2556954"/>
            <a:ext cx="481508" cy="203888"/>
          </a:xfrm>
          <a:custGeom>
            <a:avLst/>
            <a:gdLst>
              <a:gd name="connsiteX0" fmla="*/ 0 w 481508"/>
              <a:gd name="connsiteY0" fmla="*/ 132088 h 203888"/>
              <a:gd name="connsiteX1" fmla="*/ 160317 w 481508"/>
              <a:gd name="connsiteY1" fmla="*/ 203340 h 203888"/>
              <a:gd name="connsiteX2" fmla="*/ 285008 w 481508"/>
              <a:gd name="connsiteY2" fmla="*/ 161777 h 203888"/>
              <a:gd name="connsiteX3" fmla="*/ 362198 w 481508"/>
              <a:gd name="connsiteY3" fmla="*/ 102400 h 203888"/>
              <a:gd name="connsiteX4" fmla="*/ 469075 w 481508"/>
              <a:gd name="connsiteY4" fmla="*/ 7397 h 203888"/>
              <a:gd name="connsiteX5" fmla="*/ 475013 w 481508"/>
              <a:gd name="connsiteY5" fmla="*/ 13335 h 20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1508" h="203888">
                <a:moveTo>
                  <a:pt x="0" y="132088"/>
                </a:moveTo>
                <a:cubicBezTo>
                  <a:pt x="56408" y="165240"/>
                  <a:pt x="112816" y="198392"/>
                  <a:pt x="160317" y="203340"/>
                </a:cubicBezTo>
                <a:cubicBezTo>
                  <a:pt x="207818" y="208288"/>
                  <a:pt x="251361" y="178600"/>
                  <a:pt x="285008" y="161777"/>
                </a:cubicBezTo>
                <a:cubicBezTo>
                  <a:pt x="318655" y="144954"/>
                  <a:pt x="331520" y="128130"/>
                  <a:pt x="362198" y="102400"/>
                </a:cubicBezTo>
                <a:cubicBezTo>
                  <a:pt x="392876" y="76670"/>
                  <a:pt x="450273" y="22241"/>
                  <a:pt x="469075" y="7397"/>
                </a:cubicBezTo>
                <a:cubicBezTo>
                  <a:pt x="487878" y="-7447"/>
                  <a:pt x="481445" y="2944"/>
                  <a:pt x="475013" y="13335"/>
                </a:cubicBezTo>
              </a:path>
            </a:pathLst>
          </a:cu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8" name="Straight Arrow Connector 37"/>
          <p:cNvCxnSpPr/>
          <p:nvPr/>
        </p:nvCxnSpPr>
        <p:spPr>
          <a:xfrm flipV="1">
            <a:off x="4137567" y="2796910"/>
            <a:ext cx="152401" cy="305542"/>
          </a:xfrm>
          <a:prstGeom prst="straightConnector1">
            <a:avLst/>
          </a:prstGeom>
          <a:ln w="12700">
            <a:solidFill>
              <a:srgbClr val="FFC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59524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Contributors</a:t>
            </a:r>
          </a:p>
        </p:txBody>
      </p:sp>
      <p:sp>
        <p:nvSpPr>
          <p:cNvPr id="3" name="Content Placeholder 2"/>
          <p:cNvSpPr>
            <a:spLocks noGrp="1"/>
          </p:cNvSpPr>
          <p:nvPr>
            <p:ph idx="1"/>
          </p:nvPr>
        </p:nvSpPr>
        <p:spPr>
          <a:xfrm>
            <a:off x="914400" y="1047750"/>
            <a:ext cx="7848600" cy="4832734"/>
          </a:xfrm>
        </p:spPr>
        <p:txBody>
          <a:bodyPr/>
          <a:lstStyle/>
          <a:p>
            <a:r>
              <a:rPr lang="en-US" dirty="0"/>
              <a:t>Peter Will M.D., Christopher Lack M.D. Ph.D., </a:t>
            </a:r>
            <a:r>
              <a:rPr lang="en-US" dirty="0" err="1"/>
              <a:t>Pui-Nn</a:t>
            </a:r>
            <a:r>
              <a:rPr lang="en-US" dirty="0"/>
              <a:t> Ho M.D, Valerie Stine M.D., Carol Geer M.D., Michael Zapadka D.O., Scott Jones M.D., Zachary </a:t>
            </a:r>
            <a:r>
              <a:rPr lang="en-US" dirty="0" err="1"/>
              <a:t>LoVerde</a:t>
            </a:r>
            <a:r>
              <a:rPr lang="en-US" dirty="0"/>
              <a:t> MD, Vinay Bhatia MD, Jeffrey Sachs MD, Richard Leach M.D., Kevin Hiatt M.D.</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258859741"/>
      </p:ext>
    </p:extLst>
  </p:cSld>
  <p:clrMapOvr>
    <a:masterClrMapping/>
  </p:clrMapOvr>
</p:sld>
</file>

<file path=ppt/theme/theme1.xml><?xml version="1.0" encoding="utf-8"?>
<a:theme xmlns:a="http://schemas.openxmlformats.org/drawingml/2006/main" name="WFSoM theme - Wide Screen (16x9) v2">
  <a:themeElements>
    <a:clrScheme name="Lacks WakeHealth">
      <a:dk1>
        <a:srgbClr val="000000"/>
      </a:dk1>
      <a:lt1>
        <a:srgbClr val="000000"/>
      </a:lt1>
      <a:dk2>
        <a:srgbClr val="CC9900"/>
      </a:dk2>
      <a:lt2>
        <a:srgbClr val="969696"/>
      </a:lt2>
      <a:accent1>
        <a:srgbClr val="FFF0C8"/>
      </a:accent1>
      <a:accent2>
        <a:srgbClr val="669900"/>
      </a:accent2>
      <a:accent3>
        <a:srgbClr val="AAAAAA"/>
      </a:accent3>
      <a:accent4>
        <a:srgbClr val="000000"/>
      </a:accent4>
      <a:accent5>
        <a:srgbClr val="FFF6E0"/>
      </a:accent5>
      <a:accent6>
        <a:srgbClr val="5C8A00"/>
      </a:accent6>
      <a:hlink>
        <a:srgbClr val="990033"/>
      </a:hlink>
      <a:folHlink>
        <a:srgbClr val="660066"/>
      </a:folHlink>
    </a:clrScheme>
    <a:fontScheme name="EL">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E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EL 13">
        <a:dk1>
          <a:srgbClr val="000000"/>
        </a:dk1>
        <a:lt1>
          <a:srgbClr val="FFF0C8"/>
        </a:lt1>
        <a:dk2>
          <a:srgbClr val="000000"/>
        </a:dk2>
        <a:lt2>
          <a:srgbClr val="969696"/>
        </a:lt2>
        <a:accent1>
          <a:srgbClr val="CC9900"/>
        </a:accent1>
        <a:accent2>
          <a:srgbClr val="669900"/>
        </a:accent2>
        <a:accent3>
          <a:srgbClr val="FFF6E0"/>
        </a:accent3>
        <a:accent4>
          <a:srgbClr val="000000"/>
        </a:accent4>
        <a:accent5>
          <a:srgbClr val="E2CAAA"/>
        </a:accent5>
        <a:accent6>
          <a:srgbClr val="5C8A00"/>
        </a:accent6>
        <a:hlink>
          <a:srgbClr val="990033"/>
        </a:hlink>
        <a:folHlink>
          <a:srgbClr val="660066"/>
        </a:folHlink>
      </a:clrScheme>
      <a:clrMap bg1="lt1" tx1="dk1" bg2="lt2" tx2="dk2" accent1="accent1" accent2="accent2" accent3="accent3" accent4="accent4" accent5="accent5" accent6="accent6" hlink="hlink" folHlink="folHlink"/>
    </a:extraClrScheme>
    <a:extraClrScheme>
      <a:clrScheme name="EL 14">
        <a:dk1>
          <a:srgbClr val="000000"/>
        </a:dk1>
        <a:lt1>
          <a:srgbClr val="000000"/>
        </a:lt1>
        <a:dk2>
          <a:srgbClr val="CC9900"/>
        </a:dk2>
        <a:lt2>
          <a:srgbClr val="969696"/>
        </a:lt2>
        <a:accent1>
          <a:srgbClr val="FFF0C8"/>
        </a:accent1>
        <a:accent2>
          <a:srgbClr val="669900"/>
        </a:accent2>
        <a:accent3>
          <a:srgbClr val="AAAAAA"/>
        </a:accent3>
        <a:accent4>
          <a:srgbClr val="000000"/>
        </a:accent4>
        <a:accent5>
          <a:srgbClr val="FFF6E0"/>
        </a:accent5>
        <a:accent6>
          <a:srgbClr val="5C8A00"/>
        </a:accent6>
        <a:hlink>
          <a:srgbClr val="990033"/>
        </a:hlink>
        <a:folHlink>
          <a:srgbClr val="6600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WFSoM Lower Right">
  <a:themeElements>
    <a:clrScheme name="Lacks WakeHealth">
      <a:dk1>
        <a:srgbClr val="000000"/>
      </a:dk1>
      <a:lt1>
        <a:srgbClr val="000000"/>
      </a:lt1>
      <a:dk2>
        <a:srgbClr val="CC9900"/>
      </a:dk2>
      <a:lt2>
        <a:srgbClr val="969696"/>
      </a:lt2>
      <a:accent1>
        <a:srgbClr val="FFF0C8"/>
      </a:accent1>
      <a:accent2>
        <a:srgbClr val="669900"/>
      </a:accent2>
      <a:accent3>
        <a:srgbClr val="AAAAAA"/>
      </a:accent3>
      <a:accent4>
        <a:srgbClr val="000000"/>
      </a:accent4>
      <a:accent5>
        <a:srgbClr val="FFF6E0"/>
      </a:accent5>
      <a:accent6>
        <a:srgbClr val="5C8A00"/>
      </a:accent6>
      <a:hlink>
        <a:srgbClr val="990033"/>
      </a:hlink>
      <a:folHlink>
        <a:srgbClr val="660066"/>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000000"/>
        </a:dk1>
        <a:lt1>
          <a:srgbClr val="FFF0C8"/>
        </a:lt1>
        <a:dk2>
          <a:srgbClr val="000000"/>
        </a:dk2>
        <a:lt2>
          <a:srgbClr val="969696"/>
        </a:lt2>
        <a:accent1>
          <a:srgbClr val="CC9900"/>
        </a:accent1>
        <a:accent2>
          <a:srgbClr val="669900"/>
        </a:accent2>
        <a:accent3>
          <a:srgbClr val="FFF6E0"/>
        </a:accent3>
        <a:accent4>
          <a:srgbClr val="000000"/>
        </a:accent4>
        <a:accent5>
          <a:srgbClr val="E2CAAA"/>
        </a:accent5>
        <a:accent6>
          <a:srgbClr val="5C8A00"/>
        </a:accent6>
        <a:hlink>
          <a:srgbClr val="990033"/>
        </a:hlink>
        <a:folHlink>
          <a:srgbClr val="660066"/>
        </a:folHlink>
      </a:clrScheme>
      <a:clrMap bg1="lt1" tx1="dk1" bg2="lt2" tx2="dk2" accent1="accent1" accent2="accent2" accent3="accent3" accent4="accent4" accent5="accent5" accent6="accent6" hlink="hlink" folHlink="folHlink"/>
    </a:extraClrScheme>
    <a:extraClrScheme>
      <a:clrScheme name="Default Design 14">
        <a:dk1>
          <a:srgbClr val="000000"/>
        </a:dk1>
        <a:lt1>
          <a:srgbClr val="000000"/>
        </a:lt1>
        <a:dk2>
          <a:srgbClr val="CC9900"/>
        </a:dk2>
        <a:lt2>
          <a:srgbClr val="969696"/>
        </a:lt2>
        <a:accent1>
          <a:srgbClr val="FFF0C8"/>
        </a:accent1>
        <a:accent2>
          <a:srgbClr val="669900"/>
        </a:accent2>
        <a:accent3>
          <a:srgbClr val="AAAAAA"/>
        </a:accent3>
        <a:accent4>
          <a:srgbClr val="000000"/>
        </a:accent4>
        <a:accent5>
          <a:srgbClr val="FFF6E0"/>
        </a:accent5>
        <a:accent6>
          <a:srgbClr val="5C8A00"/>
        </a:accent6>
        <a:hlink>
          <a:srgbClr val="990033"/>
        </a:hlink>
        <a:folHlink>
          <a:srgbClr val="660066"/>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WFSoM No Logo">
  <a:themeElements>
    <a:clrScheme name="1_Default Design 14">
      <a:dk1>
        <a:srgbClr val="000000"/>
      </a:dk1>
      <a:lt1>
        <a:srgbClr val="000000"/>
      </a:lt1>
      <a:dk2>
        <a:srgbClr val="CC9900"/>
      </a:dk2>
      <a:lt2>
        <a:srgbClr val="969696"/>
      </a:lt2>
      <a:accent1>
        <a:srgbClr val="FFF0C8"/>
      </a:accent1>
      <a:accent2>
        <a:srgbClr val="669900"/>
      </a:accent2>
      <a:accent3>
        <a:srgbClr val="AAAAAA"/>
      </a:accent3>
      <a:accent4>
        <a:srgbClr val="000000"/>
      </a:accent4>
      <a:accent5>
        <a:srgbClr val="FFF6E0"/>
      </a:accent5>
      <a:accent6>
        <a:srgbClr val="5C8A00"/>
      </a:accent6>
      <a:hlink>
        <a:srgbClr val="990033"/>
      </a:hlink>
      <a:folHlink>
        <a:srgbClr val="660066"/>
      </a:folHlink>
    </a:clrScheme>
    <a:fontScheme name="1_Default Design">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Default Design 13">
        <a:dk1>
          <a:srgbClr val="000000"/>
        </a:dk1>
        <a:lt1>
          <a:srgbClr val="FFF0C8"/>
        </a:lt1>
        <a:dk2>
          <a:srgbClr val="000000"/>
        </a:dk2>
        <a:lt2>
          <a:srgbClr val="969696"/>
        </a:lt2>
        <a:accent1>
          <a:srgbClr val="CC9900"/>
        </a:accent1>
        <a:accent2>
          <a:srgbClr val="669900"/>
        </a:accent2>
        <a:accent3>
          <a:srgbClr val="FFF6E0"/>
        </a:accent3>
        <a:accent4>
          <a:srgbClr val="000000"/>
        </a:accent4>
        <a:accent5>
          <a:srgbClr val="E2CAAA"/>
        </a:accent5>
        <a:accent6>
          <a:srgbClr val="5C8A00"/>
        </a:accent6>
        <a:hlink>
          <a:srgbClr val="990033"/>
        </a:hlink>
        <a:folHlink>
          <a:srgbClr val="660066"/>
        </a:folHlink>
      </a:clrScheme>
      <a:clrMap bg1="lt1" tx1="dk1" bg2="lt2" tx2="dk2" accent1="accent1" accent2="accent2" accent3="accent3" accent4="accent4" accent5="accent5" accent6="accent6" hlink="hlink" folHlink="folHlink"/>
    </a:extraClrScheme>
    <a:extraClrScheme>
      <a:clrScheme name="1_Default Design 14">
        <a:dk1>
          <a:srgbClr val="000000"/>
        </a:dk1>
        <a:lt1>
          <a:srgbClr val="000000"/>
        </a:lt1>
        <a:dk2>
          <a:srgbClr val="CC9900"/>
        </a:dk2>
        <a:lt2>
          <a:srgbClr val="969696"/>
        </a:lt2>
        <a:accent1>
          <a:srgbClr val="FFF0C8"/>
        </a:accent1>
        <a:accent2>
          <a:srgbClr val="669900"/>
        </a:accent2>
        <a:accent3>
          <a:srgbClr val="AAAAAA"/>
        </a:accent3>
        <a:accent4>
          <a:srgbClr val="000000"/>
        </a:accent4>
        <a:accent5>
          <a:srgbClr val="FFF6E0"/>
        </a:accent5>
        <a:accent6>
          <a:srgbClr val="5C8A00"/>
        </a:accent6>
        <a:hlink>
          <a:srgbClr val="990033"/>
        </a:hlink>
        <a:folHlink>
          <a:srgbClr val="660066"/>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ACC25D49F2F4B4489B9721A466FDF4D" ma:contentTypeVersion="8" ma:contentTypeDescription="Create a new document." ma:contentTypeScope="" ma:versionID="71e9c98e0f852595cf47c6f661845709">
  <xsd:schema xmlns:xsd="http://www.w3.org/2001/XMLSchema" xmlns:xs="http://www.w3.org/2001/XMLSchema" xmlns:p="http://schemas.microsoft.com/office/2006/metadata/properties" xmlns:ns2="8fddeaa3-4732-4488-9db6-a053d8348361" xmlns:ns3="1e1c5aca-6f1d-4e22-8716-d44e9b47b6c2" targetNamespace="http://schemas.microsoft.com/office/2006/metadata/properties" ma:root="true" ma:fieldsID="9e6f634192e81de9c62830f3e2e111b9" ns2:_="" ns3:_="">
    <xsd:import namespace="8fddeaa3-4732-4488-9db6-a053d8348361"/>
    <xsd:import namespace="1e1c5aca-6f1d-4e22-8716-d44e9b47b6c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ddeaa3-4732-4488-9db6-a053d83483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e1c5aca-6f1d-4e22-8716-d44e9b47b6c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69D85D4-0B31-4B39-8033-0F2B8A11B011}">
  <ds:schemaRefs>
    <ds:schemaRef ds:uri="http://schemas.microsoft.com/sharepoint/v3/contenttype/forms"/>
  </ds:schemaRefs>
</ds:datastoreItem>
</file>

<file path=customXml/itemProps2.xml><?xml version="1.0" encoding="utf-8"?>
<ds:datastoreItem xmlns:ds="http://schemas.openxmlformats.org/officeDocument/2006/customXml" ds:itemID="{86BC6FC0-8CFB-4348-9168-C012A15BDC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ddeaa3-4732-4488-9db6-a053d8348361"/>
    <ds:schemaRef ds:uri="1e1c5aca-6f1d-4e22-8716-d44e9b47b6c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92BA050-8E96-4BEE-8EBC-6696E557BBAA}">
  <ds:schemaRefs>
    <ds:schemaRef ds:uri="http://purl.org/dc/dcmitype/"/>
    <ds:schemaRef ds:uri="http://schemas.microsoft.com/office/infopath/2007/PartnerControls"/>
    <ds:schemaRef ds:uri="http://schemas.microsoft.com/office/2006/documentManagement/types"/>
    <ds:schemaRef ds:uri="http://schemas.microsoft.com/office/2006/metadata/properties"/>
    <ds:schemaRef ds:uri="http://purl.org/dc/elements/1.1/"/>
    <ds:schemaRef ds:uri="1e1c5aca-6f1d-4e22-8716-d44e9b47b6c2"/>
    <ds:schemaRef ds:uri="8fddeaa3-4732-4488-9db6-a053d8348361"/>
    <ds:schemaRef ds:uri="http://purl.org/dc/term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WFSoM theme - Wide Screen (16x9) v2</Template>
  <TotalTime>10839</TotalTime>
  <Words>5193</Words>
  <PresentationFormat>On-screen Show (16:9)</PresentationFormat>
  <Paragraphs>573</Paragraphs>
  <Slides>64</Slides>
  <Notes>63</Notes>
  <HiddenSlides>7</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64</vt:i4>
      </vt:variant>
    </vt:vector>
  </HeadingPairs>
  <TitlesOfParts>
    <vt:vector size="73" baseType="lpstr">
      <vt:lpstr>Arial</vt:lpstr>
      <vt:lpstr>Book Antiqua</vt:lpstr>
      <vt:lpstr>Calibri</vt:lpstr>
      <vt:lpstr>Times New Roman</vt:lpstr>
      <vt:lpstr>Trebuchet MS</vt:lpstr>
      <vt:lpstr>Wingdings</vt:lpstr>
      <vt:lpstr>WFSoM theme - Wide Screen (16x9) v2</vt:lpstr>
      <vt:lpstr>WFSoM Lower Right</vt:lpstr>
      <vt:lpstr>WFSoM No Logo</vt:lpstr>
      <vt:lpstr>  Imaging  of the  Cranial Nerves   </vt:lpstr>
      <vt:lpstr>Preparation for lab</vt:lpstr>
      <vt:lpstr>Normal Anatomy – Olfactory Nerve</vt:lpstr>
      <vt:lpstr>Normal Anatomy – Olfactory Nerve</vt:lpstr>
      <vt:lpstr>Normal Anatomy – Optic Nerve</vt:lpstr>
      <vt:lpstr>Normal Anatomy – Optic Nerve</vt:lpstr>
      <vt:lpstr>Normal Anatomy – Optic Nerve</vt:lpstr>
      <vt:lpstr>Normal Anatomy – Optic Nerve</vt:lpstr>
      <vt:lpstr>PowerPoint Presentation</vt:lpstr>
      <vt:lpstr>PowerPoint Presentation</vt:lpstr>
      <vt:lpstr>PowerPoint Presentation</vt:lpstr>
      <vt:lpstr>PowerPoint Presentation</vt:lpstr>
      <vt:lpstr>Cavernous sinus: Cranial nerve III</vt:lpstr>
      <vt:lpstr>PowerPoint Presentation</vt:lpstr>
      <vt:lpstr>60 year old male with acute onset left CN III palsy.</vt:lpstr>
      <vt:lpstr>60 year old male with acute onset right CN III palsy.</vt:lpstr>
      <vt:lpstr>50 year old female with fever, face pain, left CN III palsy, and proptosis.</vt:lpstr>
      <vt:lpstr>PowerPoint Presentation</vt:lpstr>
      <vt:lpstr>PowerPoint Presentation</vt:lpstr>
      <vt:lpstr>PowerPoint Presentation</vt:lpstr>
      <vt:lpstr>PowerPoint Presentation</vt:lpstr>
      <vt:lpstr>PowerPoint Presentation</vt:lpstr>
      <vt:lpstr>PowerPoint Presentation</vt:lpstr>
      <vt:lpstr>Normal Anatomy of CN V</vt:lpstr>
      <vt:lpstr>Normal Anatomy V: Nuclei </vt:lpstr>
      <vt:lpstr>Normal Anatomy V: Central Course</vt:lpstr>
      <vt:lpstr>Normal Anatomy V: Root Entry Zone</vt:lpstr>
      <vt:lpstr>Normal Anatomy V: Cisternal Segment</vt:lpstr>
      <vt:lpstr>Normal Anatomy V: Meckel’s Cave</vt:lpstr>
      <vt:lpstr>Normal Anatomy: V1 – cavernous sinus</vt:lpstr>
      <vt:lpstr>Normal Anatomy: V2 – cavernous sinus</vt:lpstr>
      <vt:lpstr>Normal Anatomy: V3</vt:lpstr>
      <vt:lpstr>Normal Anatomy: Cranial exit sites</vt:lpstr>
      <vt:lpstr>Normal Anatomy: Extracranial Branches</vt:lpstr>
      <vt:lpstr>Case #5</vt:lpstr>
      <vt:lpstr>PowerPoint Presentation</vt:lpstr>
      <vt:lpstr>PowerPoint Presentation</vt:lpstr>
      <vt:lpstr>Normal Anatomy: VI – cavernous sinus</vt:lpstr>
      <vt:lpstr>PowerPoint Presentation</vt:lpstr>
      <vt:lpstr>PowerPoint Presentation</vt:lpstr>
      <vt:lpstr>PowerPoint Presentation</vt:lpstr>
      <vt:lpstr>Normal Anatomy: CN VII</vt:lpstr>
      <vt:lpstr>Normal Anatomy: CN VII</vt:lpstr>
      <vt:lpstr>PowerPoint Presentation</vt:lpstr>
      <vt:lpstr>CN VII:  Intracranial course</vt:lpstr>
      <vt:lpstr>CN VII:  Intracranial course</vt:lpstr>
      <vt:lpstr>CN VII:  Extracranial course</vt:lpstr>
      <vt:lpstr>CN VII:  Extracranial course</vt:lpstr>
      <vt:lpstr>Case 7:  38 y/o female with new facial palsy and esotropia</vt:lpstr>
      <vt:lpstr>PowerPoint Presentation</vt:lpstr>
      <vt:lpstr>Normal Anatomy: CN VIII</vt:lpstr>
      <vt:lpstr>Normal Anatomy: CN VIII</vt:lpstr>
      <vt:lpstr>Normal Anatomy: CN VIII</vt:lpstr>
      <vt:lpstr>Normal Anatomy: CN VIII</vt:lpstr>
      <vt:lpstr>Cranial nerves IX-XII</vt:lpstr>
      <vt:lpstr>Normal Anatomy: Skull base  </vt:lpstr>
      <vt:lpstr>Normal Anatomy: Nuclei</vt:lpstr>
      <vt:lpstr>Normal Anatomy: Nuclei</vt:lpstr>
      <vt:lpstr>Normal Anatomy: Cisternal CN IX, X</vt:lpstr>
      <vt:lpstr>Normal Anatomy: Cisternal CN XI</vt:lpstr>
      <vt:lpstr>Case 8: CN XI</vt:lpstr>
      <vt:lpstr>Normal Anatomy: Nuclei</vt:lpstr>
      <vt:lpstr>Normal Anatomy: CN XII</vt:lpstr>
      <vt:lpstr>Contributors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terms:modified xsi:type="dcterms:W3CDTF">2021-09-04T21:37:58Z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0x0101000ACC25D49F2F4B4489B9721A466FDF4D</vt:lpwstr>
  </property>
</Properties>
</file>